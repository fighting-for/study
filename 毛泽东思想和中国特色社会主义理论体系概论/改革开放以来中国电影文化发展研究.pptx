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835" y="21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gs" Target="tags/tag425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jpe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image" Target="../media/image4.jpeg"/><Relationship Id="rId6" Type="http://schemas.openxmlformats.org/officeDocument/2006/relationships/tags" Target="../tags/tag78.xml"/><Relationship Id="rId5" Type="http://schemas.openxmlformats.org/officeDocument/2006/relationships/image" Target="../media/image3.png"/><Relationship Id="rId4" Type="http://schemas.openxmlformats.org/officeDocument/2006/relationships/tags" Target="../tags/tag77.xml"/><Relationship Id="rId3" Type="http://schemas.openxmlformats.org/officeDocument/2006/relationships/image" Target="../media/image2.png"/><Relationship Id="rId2" Type="http://schemas.openxmlformats.org/officeDocument/2006/relationships/tags" Target="../tags/tag76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image" Target="../media/image5.png"/><Relationship Id="rId4" Type="http://schemas.openxmlformats.org/officeDocument/2006/relationships/tags" Target="../tags/tag84.xml"/><Relationship Id="rId3" Type="http://schemas.openxmlformats.org/officeDocument/2006/relationships/image" Target="../media/image2.png"/><Relationship Id="rId2" Type="http://schemas.openxmlformats.org/officeDocument/2006/relationships/tags" Target="../tags/tag83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1.jpeg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image" Target="../media/image1.jpeg"/><Relationship Id="rId2" Type="http://schemas.openxmlformats.org/officeDocument/2006/relationships/tags" Target="../tags/tag97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image" Target="../media/image1.jpeg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1.jpeg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image" Target="../media/image1.jpeg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image" Target="../media/image1.jpeg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image" Target="../media/image7.jpeg"/><Relationship Id="rId6" Type="http://schemas.openxmlformats.org/officeDocument/2006/relationships/tags" Target="../tags/tag128.xml"/><Relationship Id="rId5" Type="http://schemas.openxmlformats.org/officeDocument/2006/relationships/image" Target="../media/image6.png"/><Relationship Id="rId4" Type="http://schemas.openxmlformats.org/officeDocument/2006/relationships/tags" Target="../tags/tag127.xml"/><Relationship Id="rId3" Type="http://schemas.openxmlformats.org/officeDocument/2006/relationships/image" Target="../media/image2.png"/><Relationship Id="rId2" Type="http://schemas.openxmlformats.org/officeDocument/2006/relationships/tags" Target="../tags/tag126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1203325" y="1818005"/>
            <a:ext cx="5751830" cy="1870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203324" y="3688715"/>
            <a:ext cx="5751831" cy="306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000" normalizeH="0" baseline="0" noProof="1" dirty="0">
                <a:solidFill>
                  <a:schemeClr val="tx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1287780" y="4234815"/>
            <a:ext cx="3549015" cy="6591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accent6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汉仪细秀体简 L" panose="00020600040101010101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图片 7" descr="黑白色的花&#10;&#10;中度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2675255" y="636270"/>
            <a:ext cx="9149715" cy="3968115"/>
          </a:xfrm>
          <a:prstGeom prst="rect">
            <a:avLst/>
          </a:prstGeom>
        </p:spPr>
      </p:pic>
      <p:pic>
        <p:nvPicPr>
          <p:cNvPr id="7" name="图片 6" descr="黑白色的花&#10;&#10;中度可信度描述已自动生成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8247380" y="1781810"/>
            <a:ext cx="3944620" cy="4655185"/>
          </a:xfrm>
          <a:custGeom>
            <a:avLst/>
            <a:gdLst>
              <a:gd name="connsiteX0" fmla="*/ 2851390 w 5896576"/>
              <a:gd name="connsiteY0" fmla="*/ 6831707 h 6958335"/>
              <a:gd name="connsiteX1" fmla="*/ 2817120 w 5896576"/>
              <a:gd name="connsiteY1" fmla="*/ 6853219 h 6958335"/>
              <a:gd name="connsiteX2" fmla="*/ 2759665 w 5896576"/>
              <a:gd name="connsiteY2" fmla="*/ 6906204 h 6958335"/>
              <a:gd name="connsiteX3" fmla="*/ 2759449 w 5896576"/>
              <a:gd name="connsiteY3" fmla="*/ 6870650 h 6958335"/>
              <a:gd name="connsiteX4" fmla="*/ 2821508 w 5896576"/>
              <a:gd name="connsiteY4" fmla="*/ 6844361 h 6958335"/>
              <a:gd name="connsiteX5" fmla="*/ 2883565 w 5896576"/>
              <a:gd name="connsiteY5" fmla="*/ 6818073 h 6958335"/>
              <a:gd name="connsiteX6" fmla="*/ 2851390 w 5896576"/>
              <a:gd name="connsiteY6" fmla="*/ 6831707 h 6958335"/>
              <a:gd name="connsiteX7" fmla="*/ 2870775 w 5896576"/>
              <a:gd name="connsiteY7" fmla="*/ 6819531 h 6958335"/>
              <a:gd name="connsiteX8" fmla="*/ 2495597 w 5896576"/>
              <a:gd name="connsiteY8" fmla="*/ 6648210 h 6958335"/>
              <a:gd name="connsiteX9" fmla="*/ 2438149 w 5896576"/>
              <a:gd name="connsiteY9" fmla="*/ 6655357 h 6958335"/>
              <a:gd name="connsiteX10" fmla="*/ 2491584 w 5896576"/>
              <a:gd name="connsiteY10" fmla="*/ 6673461 h 6958335"/>
              <a:gd name="connsiteX11" fmla="*/ 2509253 w 5896576"/>
              <a:gd name="connsiteY11" fmla="*/ 6655792 h 6958335"/>
              <a:gd name="connsiteX12" fmla="*/ 2495597 w 5896576"/>
              <a:gd name="connsiteY12" fmla="*/ 6648210 h 6958335"/>
              <a:gd name="connsiteX13" fmla="*/ 3729727 w 5896576"/>
              <a:gd name="connsiteY13" fmla="*/ 6580044 h 6958335"/>
              <a:gd name="connsiteX14" fmla="*/ 3717701 w 5896576"/>
              <a:gd name="connsiteY14" fmla="*/ 6592070 h 6958335"/>
              <a:gd name="connsiteX15" fmla="*/ 3722121 w 5896576"/>
              <a:gd name="connsiteY15" fmla="*/ 6587650 h 6958335"/>
              <a:gd name="connsiteX16" fmla="*/ 3753044 w 5896576"/>
              <a:gd name="connsiteY16" fmla="*/ 6556727 h 6958335"/>
              <a:gd name="connsiteX17" fmla="*/ 3753039 w 5896576"/>
              <a:gd name="connsiteY17" fmla="*/ 6556732 h 6958335"/>
              <a:gd name="connsiteX18" fmla="*/ 3729727 w 5896576"/>
              <a:gd name="connsiteY18" fmla="*/ 6580044 h 6958335"/>
              <a:gd name="connsiteX19" fmla="*/ 2739174 w 5896576"/>
              <a:gd name="connsiteY19" fmla="*/ 6461650 h 6958335"/>
              <a:gd name="connsiteX20" fmla="*/ 2579930 w 5896576"/>
              <a:gd name="connsiteY20" fmla="*/ 6585115 h 6958335"/>
              <a:gd name="connsiteX21" fmla="*/ 2739174 w 5896576"/>
              <a:gd name="connsiteY21" fmla="*/ 6461650 h 6958335"/>
              <a:gd name="connsiteX22" fmla="*/ 1994580 w 5896576"/>
              <a:gd name="connsiteY22" fmla="*/ 6432658 h 6958335"/>
              <a:gd name="connsiteX23" fmla="*/ 1996873 w 5896576"/>
              <a:gd name="connsiteY23" fmla="*/ 6443779 h 6958335"/>
              <a:gd name="connsiteX24" fmla="*/ 1976063 w 5896576"/>
              <a:gd name="connsiteY24" fmla="*/ 6439496 h 6958335"/>
              <a:gd name="connsiteX25" fmla="*/ 1977047 w 5896576"/>
              <a:gd name="connsiteY25" fmla="*/ 6438408 h 6958335"/>
              <a:gd name="connsiteX26" fmla="*/ 2614186 w 5896576"/>
              <a:gd name="connsiteY26" fmla="*/ 6372001 h 6958335"/>
              <a:gd name="connsiteX27" fmla="*/ 2366165 w 5896576"/>
              <a:gd name="connsiteY27" fmla="*/ 6512704 h 6958335"/>
              <a:gd name="connsiteX28" fmla="*/ 2295277 w 5896576"/>
              <a:gd name="connsiteY28" fmla="*/ 6547822 h 6958335"/>
              <a:gd name="connsiteX29" fmla="*/ 2348280 w 5896576"/>
              <a:gd name="connsiteY29" fmla="*/ 6494819 h 6958335"/>
              <a:gd name="connsiteX30" fmla="*/ 2223948 w 5896576"/>
              <a:gd name="connsiteY30" fmla="*/ 6511832 h 6958335"/>
              <a:gd name="connsiteX31" fmla="*/ 2259286 w 5896576"/>
              <a:gd name="connsiteY31" fmla="*/ 6476494 h 6958335"/>
              <a:gd name="connsiteX32" fmla="*/ 2117713 w 5896576"/>
              <a:gd name="connsiteY32" fmla="*/ 6582289 h 6958335"/>
              <a:gd name="connsiteX33" fmla="*/ 2224379 w 5896576"/>
              <a:gd name="connsiteY33" fmla="*/ 6582940 h 6958335"/>
              <a:gd name="connsiteX34" fmla="*/ 2259938 w 5896576"/>
              <a:gd name="connsiteY34" fmla="*/ 6583161 h 6958335"/>
              <a:gd name="connsiteX35" fmla="*/ 2260590 w 5896576"/>
              <a:gd name="connsiteY35" fmla="*/ 6689827 h 6958335"/>
              <a:gd name="connsiteX36" fmla="*/ 2296360 w 5896576"/>
              <a:gd name="connsiteY36" fmla="*/ 6725597 h 6958335"/>
              <a:gd name="connsiteX37" fmla="*/ 2384926 w 5896576"/>
              <a:gd name="connsiteY37" fmla="*/ 6672810 h 6958335"/>
              <a:gd name="connsiteX38" fmla="*/ 2526707 w 5896576"/>
              <a:gd name="connsiteY38" fmla="*/ 6602569 h 6958335"/>
              <a:gd name="connsiteX39" fmla="*/ 2491152 w 5896576"/>
              <a:gd name="connsiteY39" fmla="*/ 6602353 h 6958335"/>
              <a:gd name="connsiteX40" fmla="*/ 2508601 w 5896576"/>
              <a:gd name="connsiteY40" fmla="*/ 6549125 h 6958335"/>
              <a:gd name="connsiteX41" fmla="*/ 2295923 w 5896576"/>
              <a:gd name="connsiteY41" fmla="*/ 6654494 h 6958335"/>
              <a:gd name="connsiteX42" fmla="*/ 2313373 w 5896576"/>
              <a:gd name="connsiteY42" fmla="*/ 6601265 h 6958335"/>
              <a:gd name="connsiteX43" fmla="*/ 2614186 w 5896576"/>
              <a:gd name="connsiteY43" fmla="*/ 6372001 h 6958335"/>
              <a:gd name="connsiteX44" fmla="*/ 1389441 w 5896576"/>
              <a:gd name="connsiteY44" fmla="*/ 6360351 h 6958335"/>
              <a:gd name="connsiteX45" fmla="*/ 1352300 w 5896576"/>
              <a:gd name="connsiteY45" fmla="*/ 6417622 h 6958335"/>
              <a:gd name="connsiteX46" fmla="*/ 1405298 w 5896576"/>
              <a:gd name="connsiteY46" fmla="*/ 6364614 h 6958335"/>
              <a:gd name="connsiteX47" fmla="*/ 1389441 w 5896576"/>
              <a:gd name="connsiteY47" fmla="*/ 6360351 h 6958335"/>
              <a:gd name="connsiteX48" fmla="*/ 1191322 w 5896576"/>
              <a:gd name="connsiteY48" fmla="*/ 6256644 h 6958335"/>
              <a:gd name="connsiteX49" fmla="*/ 1114046 w 5896576"/>
              <a:gd name="connsiteY49" fmla="*/ 6338392 h 6958335"/>
              <a:gd name="connsiteX50" fmla="*/ 1123710 w 5896576"/>
              <a:gd name="connsiteY50" fmla="*/ 6360026 h 6958335"/>
              <a:gd name="connsiteX51" fmla="*/ 1120860 w 5896576"/>
              <a:gd name="connsiteY51" fmla="*/ 6362876 h 6958335"/>
              <a:gd name="connsiteX52" fmla="*/ 1124994 w 5896576"/>
              <a:gd name="connsiteY52" fmla="*/ 6362904 h 6958335"/>
              <a:gd name="connsiteX53" fmla="*/ 1156850 w 5896576"/>
              <a:gd name="connsiteY53" fmla="*/ 6434204 h 6958335"/>
              <a:gd name="connsiteX54" fmla="*/ 1227528 w 5896576"/>
              <a:gd name="connsiteY54" fmla="*/ 6363527 h 6958335"/>
              <a:gd name="connsiteX55" fmla="*/ 1138750 w 5896576"/>
              <a:gd name="connsiteY55" fmla="*/ 6380765 h 6958335"/>
              <a:gd name="connsiteX56" fmla="*/ 1156414 w 5896576"/>
              <a:gd name="connsiteY56" fmla="*/ 6363091 h 6958335"/>
              <a:gd name="connsiteX57" fmla="*/ 1124994 w 5896576"/>
              <a:gd name="connsiteY57" fmla="*/ 6362904 h 6958335"/>
              <a:gd name="connsiteX58" fmla="*/ 1123710 w 5896576"/>
              <a:gd name="connsiteY58" fmla="*/ 6360026 h 6958335"/>
              <a:gd name="connsiteX59" fmla="*/ 1191538 w 5896576"/>
              <a:gd name="connsiteY59" fmla="*/ 6292198 h 6958335"/>
              <a:gd name="connsiteX60" fmla="*/ 1191322 w 5896576"/>
              <a:gd name="connsiteY60" fmla="*/ 6256644 h 6958335"/>
              <a:gd name="connsiteX61" fmla="*/ 2168981 w 5896576"/>
              <a:gd name="connsiteY61" fmla="*/ 6244843 h 6958335"/>
              <a:gd name="connsiteX62" fmla="*/ 2009963 w 5896576"/>
              <a:gd name="connsiteY62" fmla="*/ 6403862 h 6958335"/>
              <a:gd name="connsiteX63" fmla="*/ 2116414 w 5896576"/>
              <a:gd name="connsiteY63" fmla="*/ 6368959 h 6958335"/>
              <a:gd name="connsiteX64" fmla="*/ 2186866 w 5896576"/>
              <a:gd name="connsiteY64" fmla="*/ 6262728 h 6958335"/>
              <a:gd name="connsiteX65" fmla="*/ 2116189 w 5896576"/>
              <a:gd name="connsiteY65" fmla="*/ 6333405 h 6958335"/>
              <a:gd name="connsiteX66" fmla="*/ 2168981 w 5896576"/>
              <a:gd name="connsiteY66" fmla="*/ 6244843 h 6958335"/>
              <a:gd name="connsiteX67" fmla="*/ 959016 w 5896576"/>
              <a:gd name="connsiteY67" fmla="*/ 6059676 h 6958335"/>
              <a:gd name="connsiteX68" fmla="*/ 782108 w 5896576"/>
              <a:gd name="connsiteY68" fmla="*/ 6200815 h 6958335"/>
              <a:gd name="connsiteX69" fmla="*/ 764874 w 5896576"/>
              <a:gd name="connsiteY69" fmla="*/ 6289597 h 6958335"/>
              <a:gd name="connsiteX70" fmla="*/ 782759 w 5896576"/>
              <a:gd name="connsiteY70" fmla="*/ 6307482 h 6958335"/>
              <a:gd name="connsiteX71" fmla="*/ 747425 w 5896576"/>
              <a:gd name="connsiteY71" fmla="*/ 6342816 h 6958335"/>
              <a:gd name="connsiteX72" fmla="*/ 871972 w 5896576"/>
              <a:gd name="connsiteY72" fmla="*/ 6361357 h 6958335"/>
              <a:gd name="connsiteX73" fmla="*/ 906659 w 5896576"/>
              <a:gd name="connsiteY73" fmla="*/ 6219351 h 6958335"/>
              <a:gd name="connsiteX74" fmla="*/ 995221 w 5896576"/>
              <a:gd name="connsiteY74" fmla="*/ 6166560 h 6958335"/>
              <a:gd name="connsiteX75" fmla="*/ 959451 w 5896576"/>
              <a:gd name="connsiteY75" fmla="*/ 6130790 h 6958335"/>
              <a:gd name="connsiteX76" fmla="*/ 976905 w 5896576"/>
              <a:gd name="connsiteY76" fmla="*/ 6077566 h 6958335"/>
              <a:gd name="connsiteX77" fmla="*/ 870669 w 5896576"/>
              <a:gd name="connsiteY77" fmla="*/ 6148023 h 6958335"/>
              <a:gd name="connsiteX78" fmla="*/ 923677 w 5896576"/>
              <a:gd name="connsiteY78" fmla="*/ 6095015 h 6958335"/>
              <a:gd name="connsiteX79" fmla="*/ 959016 w 5896576"/>
              <a:gd name="connsiteY79" fmla="*/ 6059676 h 6958335"/>
              <a:gd name="connsiteX80" fmla="*/ 565951 w 5896576"/>
              <a:gd name="connsiteY80" fmla="*/ 5737290 h 6958335"/>
              <a:gd name="connsiteX81" fmla="*/ 477605 w 5896576"/>
              <a:gd name="connsiteY81" fmla="*/ 5825636 h 6958335"/>
              <a:gd name="connsiteX82" fmla="*/ 565951 w 5896576"/>
              <a:gd name="connsiteY82" fmla="*/ 5737290 h 6958335"/>
              <a:gd name="connsiteX83" fmla="*/ 593856 w 5896576"/>
              <a:gd name="connsiteY83" fmla="*/ 5526458 h 6958335"/>
              <a:gd name="connsiteX84" fmla="*/ 528096 w 5896576"/>
              <a:gd name="connsiteY84" fmla="*/ 5548397 h 6958335"/>
              <a:gd name="connsiteX85" fmla="*/ 521479 w 5896576"/>
              <a:gd name="connsiteY85" fmla="*/ 5594618 h 6958335"/>
              <a:gd name="connsiteX86" fmla="*/ 524815 w 5896576"/>
              <a:gd name="connsiteY86" fmla="*/ 5624736 h 6958335"/>
              <a:gd name="connsiteX87" fmla="*/ 540681 w 5896576"/>
              <a:gd name="connsiteY87" fmla="*/ 5601587 h 6958335"/>
              <a:gd name="connsiteX88" fmla="*/ 991570 w 5896576"/>
              <a:gd name="connsiteY88" fmla="*/ 5171920 h 6958335"/>
              <a:gd name="connsiteX89" fmla="*/ 925196 w 5896576"/>
              <a:gd name="connsiteY89" fmla="*/ 5252842 h 6958335"/>
              <a:gd name="connsiteX90" fmla="*/ 830334 w 5896576"/>
              <a:gd name="connsiteY90" fmla="*/ 5365588 h 6958335"/>
              <a:gd name="connsiteX91" fmla="*/ 1002377 w 5896576"/>
              <a:gd name="connsiteY91" fmla="*/ 5193545 h 6958335"/>
              <a:gd name="connsiteX92" fmla="*/ 140900 w 5896576"/>
              <a:gd name="connsiteY92" fmla="*/ 5125965 h 6958335"/>
              <a:gd name="connsiteX93" fmla="*/ 133850 w 5896576"/>
              <a:gd name="connsiteY93" fmla="*/ 5143578 h 6958335"/>
              <a:gd name="connsiteX94" fmla="*/ 123287 w 5896576"/>
              <a:gd name="connsiteY94" fmla="*/ 5143578 h 6958335"/>
              <a:gd name="connsiteX95" fmla="*/ 140900 w 5896576"/>
              <a:gd name="connsiteY95" fmla="*/ 5125965 h 6958335"/>
              <a:gd name="connsiteX96" fmla="*/ 1162188 w 5896576"/>
              <a:gd name="connsiteY96" fmla="*/ 4984710 h 6958335"/>
              <a:gd name="connsiteX97" fmla="*/ 1159452 w 5896576"/>
              <a:gd name="connsiteY97" fmla="*/ 4987446 h 6958335"/>
              <a:gd name="connsiteX98" fmla="*/ 1074531 w 5896576"/>
              <a:gd name="connsiteY98" fmla="*/ 5079744 h 6958335"/>
              <a:gd name="connsiteX99" fmla="*/ 1109330 w 5896576"/>
              <a:gd name="connsiteY99" fmla="*/ 5072765 h 6958335"/>
              <a:gd name="connsiteX100" fmla="*/ 1123162 w 5896576"/>
              <a:gd name="connsiteY100" fmla="*/ 5072760 h 6958335"/>
              <a:gd name="connsiteX101" fmla="*/ 1176000 w 5896576"/>
              <a:gd name="connsiteY101" fmla="*/ 5019922 h 6958335"/>
              <a:gd name="connsiteX102" fmla="*/ 1162174 w 5896576"/>
              <a:gd name="connsiteY102" fmla="*/ 5019931 h 6958335"/>
              <a:gd name="connsiteX103" fmla="*/ 1179792 w 5896576"/>
              <a:gd name="connsiteY103" fmla="*/ 5002313 h 6958335"/>
              <a:gd name="connsiteX104" fmla="*/ 1162188 w 5896576"/>
              <a:gd name="connsiteY104" fmla="*/ 4984710 h 6958335"/>
              <a:gd name="connsiteX105" fmla="*/ 1197405 w 5896576"/>
              <a:gd name="connsiteY105" fmla="*/ 4984700 h 6958335"/>
              <a:gd name="connsiteX106" fmla="*/ 1197396 w 5896576"/>
              <a:gd name="connsiteY106" fmla="*/ 4998526 h 6958335"/>
              <a:gd name="connsiteX107" fmla="*/ 1204314 w 5896576"/>
              <a:gd name="connsiteY107" fmla="*/ 4991608 h 6958335"/>
              <a:gd name="connsiteX108" fmla="*/ 1055071 w 5896576"/>
              <a:gd name="connsiteY108" fmla="*/ 4964428 h 6958335"/>
              <a:gd name="connsiteX109" fmla="*/ 915658 w 5896576"/>
              <a:gd name="connsiteY109" fmla="*/ 5055232 h 6958335"/>
              <a:gd name="connsiteX110" fmla="*/ 950870 w 5896576"/>
              <a:gd name="connsiteY110" fmla="*/ 5055227 h 6958335"/>
              <a:gd name="connsiteX111" fmla="*/ 915644 w 5896576"/>
              <a:gd name="connsiteY111" fmla="*/ 5090453 h 6958335"/>
              <a:gd name="connsiteX112" fmla="*/ 774711 w 5896576"/>
              <a:gd name="connsiteY112" fmla="*/ 5266584 h 6958335"/>
              <a:gd name="connsiteX113" fmla="*/ 792310 w 5896576"/>
              <a:gd name="connsiteY113" fmla="*/ 5284183 h 6958335"/>
              <a:gd name="connsiteX114" fmla="*/ 711547 w 5896576"/>
              <a:gd name="connsiteY114" fmla="*/ 5397228 h 6958335"/>
              <a:gd name="connsiteX115" fmla="*/ 778939 w 5896576"/>
              <a:gd name="connsiteY115" fmla="*/ 5318616 h 6958335"/>
              <a:gd name="connsiteX116" fmla="*/ 953588 w 5896576"/>
              <a:gd name="connsiteY116" fmla="*/ 5170795 h 6958335"/>
              <a:gd name="connsiteX117" fmla="*/ 1024069 w 5896576"/>
              <a:gd name="connsiteY117" fmla="*/ 5069006 h 6958335"/>
              <a:gd name="connsiteX118" fmla="*/ 1092158 w 5896576"/>
              <a:gd name="connsiteY118" fmla="*/ 4996614 h 6958335"/>
              <a:gd name="connsiteX119" fmla="*/ 1056543 w 5896576"/>
              <a:gd name="connsiteY119" fmla="*/ 4984752 h 6958335"/>
              <a:gd name="connsiteX120" fmla="*/ 1074156 w 5896576"/>
              <a:gd name="connsiteY120" fmla="*/ 4967138 h 6958335"/>
              <a:gd name="connsiteX121" fmla="*/ 1055071 w 5896576"/>
              <a:gd name="connsiteY121" fmla="*/ 4964428 h 6958335"/>
              <a:gd name="connsiteX122" fmla="*/ 5715609 w 5896576"/>
              <a:gd name="connsiteY122" fmla="*/ 4808799 h 6958335"/>
              <a:gd name="connsiteX123" fmla="*/ 5680270 w 5896576"/>
              <a:gd name="connsiteY123" fmla="*/ 4844138 h 6958335"/>
              <a:gd name="connsiteX124" fmla="*/ 5662600 w 5896576"/>
              <a:gd name="connsiteY124" fmla="*/ 4861808 h 6958335"/>
              <a:gd name="connsiteX125" fmla="*/ 5627262 w 5896576"/>
              <a:gd name="connsiteY125" fmla="*/ 4897146 h 6958335"/>
              <a:gd name="connsiteX126" fmla="*/ 5645147 w 5896576"/>
              <a:gd name="connsiteY126" fmla="*/ 4915031 h 6958335"/>
              <a:gd name="connsiteX127" fmla="*/ 5662821 w 5896576"/>
              <a:gd name="connsiteY127" fmla="*/ 4897366 h 6958335"/>
              <a:gd name="connsiteX128" fmla="*/ 5662600 w 5896576"/>
              <a:gd name="connsiteY128" fmla="*/ 4861808 h 6958335"/>
              <a:gd name="connsiteX129" fmla="*/ 5698159 w 5896576"/>
              <a:gd name="connsiteY129" fmla="*/ 4862028 h 6958335"/>
              <a:gd name="connsiteX130" fmla="*/ 5680270 w 5896576"/>
              <a:gd name="connsiteY130" fmla="*/ 4844138 h 6958335"/>
              <a:gd name="connsiteX131" fmla="*/ 5715609 w 5896576"/>
              <a:gd name="connsiteY131" fmla="*/ 4808799 h 6958335"/>
              <a:gd name="connsiteX132" fmla="*/ 5662165 w 5896576"/>
              <a:gd name="connsiteY132" fmla="*/ 4790694 h 6958335"/>
              <a:gd name="connsiteX133" fmla="*/ 5626826 w 5896576"/>
              <a:gd name="connsiteY133" fmla="*/ 4826033 h 6958335"/>
              <a:gd name="connsiteX134" fmla="*/ 5662165 w 5896576"/>
              <a:gd name="connsiteY134" fmla="*/ 4790694 h 6958335"/>
              <a:gd name="connsiteX135" fmla="*/ 5839078 w 5896576"/>
              <a:gd name="connsiteY135" fmla="*/ 4649560 h 6958335"/>
              <a:gd name="connsiteX136" fmla="*/ 5841674 w 5896576"/>
              <a:gd name="connsiteY136" fmla="*/ 4654707 h 6958335"/>
              <a:gd name="connsiteX137" fmla="*/ 5821404 w 5896576"/>
              <a:gd name="connsiteY137" fmla="*/ 4667234 h 6958335"/>
              <a:gd name="connsiteX138" fmla="*/ 5896576 w 5896576"/>
              <a:gd name="connsiteY138" fmla="*/ 4629669 h 6958335"/>
              <a:gd name="connsiteX139" fmla="*/ 5896576 w 5896576"/>
              <a:gd name="connsiteY139" fmla="*/ 4637786 h 6958335"/>
              <a:gd name="connsiteX140" fmla="*/ 5892301 w 5896576"/>
              <a:gd name="connsiteY140" fmla="*/ 4632107 h 6958335"/>
              <a:gd name="connsiteX141" fmla="*/ 581282 w 5896576"/>
              <a:gd name="connsiteY141" fmla="*/ 4615177 h 6958335"/>
              <a:gd name="connsiteX142" fmla="*/ 546070 w 5896576"/>
              <a:gd name="connsiteY142" fmla="*/ 4615192 h 6958335"/>
              <a:gd name="connsiteX143" fmla="*/ 546055 w 5896576"/>
              <a:gd name="connsiteY143" fmla="*/ 4650404 h 6958335"/>
              <a:gd name="connsiteX144" fmla="*/ 581258 w 5896576"/>
              <a:gd name="connsiteY144" fmla="*/ 4685607 h 6958335"/>
              <a:gd name="connsiteX145" fmla="*/ 616471 w 5896576"/>
              <a:gd name="connsiteY145" fmla="*/ 4685592 h 6958335"/>
              <a:gd name="connsiteX146" fmla="*/ 581273 w 5896576"/>
              <a:gd name="connsiteY146" fmla="*/ 4650394 h 6958335"/>
              <a:gd name="connsiteX147" fmla="*/ 581282 w 5896576"/>
              <a:gd name="connsiteY147" fmla="*/ 4615177 h 6958335"/>
              <a:gd name="connsiteX148" fmla="*/ 639126 w 5896576"/>
              <a:gd name="connsiteY148" fmla="*/ 4431926 h 6958335"/>
              <a:gd name="connsiteX149" fmla="*/ 629772 w 5896576"/>
              <a:gd name="connsiteY149" fmla="*/ 4434679 h 6958335"/>
              <a:gd name="connsiteX150" fmla="*/ 634168 w 5896576"/>
              <a:gd name="connsiteY150" fmla="*/ 4456688 h 6958335"/>
              <a:gd name="connsiteX151" fmla="*/ 651781 w 5896576"/>
              <a:gd name="connsiteY151" fmla="*/ 4439075 h 6958335"/>
              <a:gd name="connsiteX152" fmla="*/ 639126 w 5896576"/>
              <a:gd name="connsiteY152" fmla="*/ 4431926 h 6958335"/>
              <a:gd name="connsiteX153" fmla="*/ 577161 w 5896576"/>
              <a:gd name="connsiteY153" fmla="*/ 4418123 h 6958335"/>
              <a:gd name="connsiteX154" fmla="*/ 563735 w 5896576"/>
              <a:gd name="connsiteY154" fmla="*/ 4456716 h 6958335"/>
              <a:gd name="connsiteX155" fmla="*/ 569798 w 5896576"/>
              <a:gd name="connsiteY155" fmla="*/ 4430304 h 6958335"/>
              <a:gd name="connsiteX156" fmla="*/ 4504335 w 5896576"/>
              <a:gd name="connsiteY156" fmla="*/ 4410303 h 6958335"/>
              <a:gd name="connsiteX157" fmla="*/ 4468996 w 5896576"/>
              <a:gd name="connsiteY157" fmla="*/ 4445642 h 6958335"/>
              <a:gd name="connsiteX158" fmla="*/ 4504335 w 5896576"/>
              <a:gd name="connsiteY158" fmla="*/ 4410303 h 6958335"/>
              <a:gd name="connsiteX159" fmla="*/ 634206 w 5896576"/>
              <a:gd name="connsiteY159" fmla="*/ 4351048 h 6958335"/>
              <a:gd name="connsiteX160" fmla="*/ 585766 w 5896576"/>
              <a:gd name="connsiteY160" fmla="*/ 4403887 h 6958335"/>
              <a:gd name="connsiteX161" fmla="*/ 577161 w 5896576"/>
              <a:gd name="connsiteY161" fmla="*/ 4418123 h 6958335"/>
              <a:gd name="connsiteX162" fmla="*/ 577232 w 5896576"/>
              <a:gd name="connsiteY162" fmla="*/ 4417919 h 6958335"/>
              <a:gd name="connsiteX163" fmla="*/ 634206 w 5896576"/>
              <a:gd name="connsiteY163" fmla="*/ 4351048 h 6958335"/>
              <a:gd name="connsiteX164" fmla="*/ 615838 w 5896576"/>
              <a:gd name="connsiteY164" fmla="*/ 4329615 h 6958335"/>
              <a:gd name="connsiteX165" fmla="*/ 616602 w 5896576"/>
              <a:gd name="connsiteY165" fmla="*/ 4333444 h 6958335"/>
              <a:gd name="connsiteX166" fmla="*/ 581390 w 5896576"/>
              <a:gd name="connsiteY166" fmla="*/ 4333458 h 6958335"/>
              <a:gd name="connsiteX167" fmla="*/ 814982 w 5896576"/>
              <a:gd name="connsiteY167" fmla="*/ 4290723 h 6958335"/>
              <a:gd name="connsiteX168" fmla="*/ 792694 w 5896576"/>
              <a:gd name="connsiteY168" fmla="*/ 4298162 h 6958335"/>
              <a:gd name="connsiteX169" fmla="*/ 827897 w 5896576"/>
              <a:gd name="connsiteY169" fmla="*/ 4333364 h 6958335"/>
              <a:gd name="connsiteX170" fmla="*/ 827911 w 5896576"/>
              <a:gd name="connsiteY170" fmla="*/ 4298143 h 6958335"/>
              <a:gd name="connsiteX171" fmla="*/ 814982 w 5896576"/>
              <a:gd name="connsiteY171" fmla="*/ 4290723 h 6958335"/>
              <a:gd name="connsiteX172" fmla="*/ 4628015 w 5896576"/>
              <a:gd name="connsiteY172" fmla="*/ 4286623 h 6958335"/>
              <a:gd name="connsiteX173" fmla="*/ 4610350 w 5896576"/>
              <a:gd name="connsiteY173" fmla="*/ 4304288 h 6958335"/>
              <a:gd name="connsiteX174" fmla="*/ 4628015 w 5896576"/>
              <a:gd name="connsiteY174" fmla="*/ 4286623 h 6958335"/>
              <a:gd name="connsiteX175" fmla="*/ 4857716 w 5896576"/>
              <a:gd name="connsiteY175" fmla="*/ 4056923 h 6958335"/>
              <a:gd name="connsiteX176" fmla="*/ 4840046 w 5896576"/>
              <a:gd name="connsiteY176" fmla="*/ 4074592 h 6958335"/>
              <a:gd name="connsiteX177" fmla="*/ 4857936 w 5896576"/>
              <a:gd name="connsiteY177" fmla="*/ 4092481 h 6958335"/>
              <a:gd name="connsiteX178" fmla="*/ 4857716 w 5896576"/>
              <a:gd name="connsiteY178" fmla="*/ 4056923 h 6958335"/>
              <a:gd name="connsiteX179" fmla="*/ 880886 w 5896576"/>
              <a:gd name="connsiteY179" fmla="*/ 3893151 h 6958335"/>
              <a:gd name="connsiteX180" fmla="*/ 845646 w 5896576"/>
              <a:gd name="connsiteY180" fmla="*/ 3963599 h 6958335"/>
              <a:gd name="connsiteX181" fmla="*/ 880858 w 5896576"/>
              <a:gd name="connsiteY181" fmla="*/ 3963584 h 6958335"/>
              <a:gd name="connsiteX182" fmla="*/ 933702 w 5896576"/>
              <a:gd name="connsiteY182" fmla="*/ 3910741 h 6958335"/>
              <a:gd name="connsiteX183" fmla="*/ 898490 w 5896576"/>
              <a:gd name="connsiteY183" fmla="*/ 3910754 h 6958335"/>
              <a:gd name="connsiteX184" fmla="*/ 880886 w 5896576"/>
              <a:gd name="connsiteY184" fmla="*/ 3893151 h 6958335"/>
              <a:gd name="connsiteX185" fmla="*/ 5269234 w 5896576"/>
              <a:gd name="connsiteY185" fmla="*/ 3716953 h 6958335"/>
              <a:gd name="connsiteX186" fmla="*/ 5264541 w 5896576"/>
              <a:gd name="connsiteY186" fmla="*/ 3721647 h 6958335"/>
              <a:gd name="connsiteX187" fmla="*/ 5264540 w 5896576"/>
              <a:gd name="connsiteY187" fmla="*/ 3721647 h 6958335"/>
              <a:gd name="connsiteX188" fmla="*/ 5269234 w 5896576"/>
              <a:gd name="connsiteY188" fmla="*/ 3716953 h 6958335"/>
              <a:gd name="connsiteX189" fmla="*/ 5218395 w 5896576"/>
              <a:gd name="connsiteY189" fmla="*/ 3625253 h 6958335"/>
              <a:gd name="connsiteX190" fmla="*/ 5210661 w 5896576"/>
              <a:gd name="connsiteY190" fmla="*/ 3632428 h 6958335"/>
              <a:gd name="connsiteX191" fmla="*/ 5210881 w 5896576"/>
              <a:gd name="connsiteY191" fmla="*/ 3667988 h 6958335"/>
              <a:gd name="connsiteX192" fmla="*/ 5228551 w 5896576"/>
              <a:gd name="connsiteY192" fmla="*/ 3650318 h 6958335"/>
              <a:gd name="connsiteX193" fmla="*/ 5219524 w 5896576"/>
              <a:gd name="connsiteY193" fmla="*/ 3628037 h 6958335"/>
              <a:gd name="connsiteX194" fmla="*/ 5218395 w 5896576"/>
              <a:gd name="connsiteY194" fmla="*/ 3625253 h 6958335"/>
              <a:gd name="connsiteX195" fmla="*/ 5200294 w 5896576"/>
              <a:gd name="connsiteY195" fmla="*/ 3571814 h 6958335"/>
              <a:gd name="connsiteX196" fmla="*/ 5192560 w 5896576"/>
              <a:gd name="connsiteY196" fmla="*/ 3578989 h 6958335"/>
              <a:gd name="connsiteX197" fmla="*/ 5203227 w 5896576"/>
              <a:gd name="connsiteY197" fmla="*/ 3579055 h 6958335"/>
              <a:gd name="connsiteX198" fmla="*/ 5210450 w 5896576"/>
              <a:gd name="connsiteY198" fmla="*/ 3596879 h 6958335"/>
              <a:gd name="connsiteX199" fmla="*/ 5228114 w 5896576"/>
              <a:gd name="connsiteY199" fmla="*/ 3579205 h 6958335"/>
              <a:gd name="connsiteX200" fmla="*/ 5210337 w 5896576"/>
              <a:gd name="connsiteY200" fmla="*/ 3579097 h 6958335"/>
              <a:gd name="connsiteX201" fmla="*/ 5203227 w 5896576"/>
              <a:gd name="connsiteY201" fmla="*/ 3579055 h 6958335"/>
              <a:gd name="connsiteX202" fmla="*/ 5201423 w 5896576"/>
              <a:gd name="connsiteY202" fmla="*/ 3574598 h 6958335"/>
              <a:gd name="connsiteX203" fmla="*/ 5200294 w 5896576"/>
              <a:gd name="connsiteY203" fmla="*/ 3571814 h 6958335"/>
              <a:gd name="connsiteX204" fmla="*/ 5299012 w 5896576"/>
              <a:gd name="connsiteY204" fmla="*/ 3544087 h 6958335"/>
              <a:gd name="connsiteX205" fmla="*/ 5281338 w 5896576"/>
              <a:gd name="connsiteY205" fmla="*/ 3561752 h 6958335"/>
              <a:gd name="connsiteX206" fmla="*/ 5316897 w 5896576"/>
              <a:gd name="connsiteY206" fmla="*/ 3561972 h 6958335"/>
              <a:gd name="connsiteX207" fmla="*/ 5299012 w 5896576"/>
              <a:gd name="connsiteY207" fmla="*/ 3544087 h 6958335"/>
              <a:gd name="connsiteX208" fmla="*/ 1585337 w 5896576"/>
              <a:gd name="connsiteY208" fmla="*/ 3505519 h 6958335"/>
              <a:gd name="connsiteX209" fmla="*/ 1567724 w 5896576"/>
              <a:gd name="connsiteY209" fmla="*/ 3523131 h 6958335"/>
              <a:gd name="connsiteX210" fmla="*/ 1585323 w 5896576"/>
              <a:gd name="connsiteY210" fmla="*/ 3540731 h 6958335"/>
              <a:gd name="connsiteX211" fmla="*/ 1585337 w 5896576"/>
              <a:gd name="connsiteY211" fmla="*/ 3505519 h 6958335"/>
              <a:gd name="connsiteX212" fmla="*/ 5298576 w 5896576"/>
              <a:gd name="connsiteY212" fmla="*/ 3472974 h 6958335"/>
              <a:gd name="connsiteX213" fmla="*/ 5334350 w 5896576"/>
              <a:gd name="connsiteY213" fmla="*/ 3508748 h 6958335"/>
              <a:gd name="connsiteX214" fmla="*/ 5245568 w 5896576"/>
              <a:gd name="connsiteY214" fmla="*/ 3525982 h 6958335"/>
              <a:gd name="connsiteX215" fmla="*/ 5263453 w 5896576"/>
              <a:gd name="connsiteY215" fmla="*/ 3543867 h 6958335"/>
              <a:gd name="connsiteX216" fmla="*/ 5316677 w 5896576"/>
              <a:gd name="connsiteY216" fmla="*/ 3526413 h 6958335"/>
              <a:gd name="connsiteX217" fmla="*/ 5334350 w 5896576"/>
              <a:gd name="connsiteY217" fmla="*/ 3508748 h 6958335"/>
              <a:gd name="connsiteX218" fmla="*/ 5369904 w 5896576"/>
              <a:gd name="connsiteY218" fmla="*/ 3508964 h 6958335"/>
              <a:gd name="connsiteX219" fmla="*/ 5387574 w 5896576"/>
              <a:gd name="connsiteY219" fmla="*/ 3491294 h 6958335"/>
              <a:gd name="connsiteX220" fmla="*/ 5352015 w 5896576"/>
              <a:gd name="connsiteY220" fmla="*/ 3491074 h 6958335"/>
              <a:gd name="connsiteX221" fmla="*/ 5334350 w 5896576"/>
              <a:gd name="connsiteY221" fmla="*/ 3508748 h 6958335"/>
              <a:gd name="connsiteX222" fmla="*/ 5298576 w 5896576"/>
              <a:gd name="connsiteY222" fmla="*/ 3472974 h 6958335"/>
              <a:gd name="connsiteX223" fmla="*/ 1655780 w 5896576"/>
              <a:gd name="connsiteY223" fmla="*/ 3470274 h 6958335"/>
              <a:gd name="connsiteX224" fmla="*/ 1655780 w 5896576"/>
              <a:gd name="connsiteY224" fmla="*/ 3470274 h 6958335"/>
              <a:gd name="connsiteX225" fmla="*/ 1655780 w 5896576"/>
              <a:gd name="connsiteY225" fmla="*/ 3470274 h 6958335"/>
              <a:gd name="connsiteX226" fmla="*/ 5333915 w 5896576"/>
              <a:gd name="connsiteY226" fmla="*/ 3437635 h 6958335"/>
              <a:gd name="connsiteX227" fmla="*/ 5351804 w 5896576"/>
              <a:gd name="connsiteY227" fmla="*/ 3455525 h 6958335"/>
              <a:gd name="connsiteX228" fmla="*/ 5333915 w 5896576"/>
              <a:gd name="connsiteY228" fmla="*/ 3437635 h 6958335"/>
              <a:gd name="connsiteX229" fmla="*/ 5351579 w 5896576"/>
              <a:gd name="connsiteY229" fmla="*/ 3419970 h 6958335"/>
              <a:gd name="connsiteX230" fmla="*/ 5369464 w 5896576"/>
              <a:gd name="connsiteY230" fmla="*/ 3437855 h 6958335"/>
              <a:gd name="connsiteX231" fmla="*/ 5351579 w 5896576"/>
              <a:gd name="connsiteY231" fmla="*/ 3419970 h 6958335"/>
              <a:gd name="connsiteX232" fmla="*/ 5316030 w 5896576"/>
              <a:gd name="connsiteY232" fmla="*/ 3419750 h 6958335"/>
              <a:gd name="connsiteX233" fmla="*/ 5333915 w 5896576"/>
              <a:gd name="connsiteY233" fmla="*/ 3437635 h 6958335"/>
              <a:gd name="connsiteX234" fmla="*/ 5316245 w 5896576"/>
              <a:gd name="connsiteY234" fmla="*/ 3455305 h 6958335"/>
              <a:gd name="connsiteX235" fmla="*/ 5280691 w 5896576"/>
              <a:gd name="connsiteY235" fmla="*/ 3455089 h 6958335"/>
              <a:gd name="connsiteX236" fmla="*/ 5311690 w 5896576"/>
              <a:gd name="connsiteY236" fmla="*/ 3437504 h 6958335"/>
              <a:gd name="connsiteX237" fmla="*/ 5316030 w 5896576"/>
              <a:gd name="connsiteY237" fmla="*/ 3419750 h 6958335"/>
              <a:gd name="connsiteX238" fmla="*/ 1391688 w 5896576"/>
              <a:gd name="connsiteY238" fmla="*/ 3417557 h 6958335"/>
              <a:gd name="connsiteX239" fmla="*/ 1382877 w 5896576"/>
              <a:gd name="connsiteY239" fmla="*/ 3439566 h 6958335"/>
              <a:gd name="connsiteX240" fmla="*/ 1374074 w 5896576"/>
              <a:gd name="connsiteY240" fmla="*/ 3435170 h 6958335"/>
              <a:gd name="connsiteX241" fmla="*/ 1708624 w 5896576"/>
              <a:gd name="connsiteY241" fmla="*/ 3417430 h 6958335"/>
              <a:gd name="connsiteX242" fmla="*/ 1673393 w 5896576"/>
              <a:gd name="connsiteY242" fmla="*/ 3452661 h 6958335"/>
              <a:gd name="connsiteX243" fmla="*/ 1655794 w 5896576"/>
              <a:gd name="connsiteY243" fmla="*/ 3435062 h 6958335"/>
              <a:gd name="connsiteX244" fmla="*/ 1655780 w 5896576"/>
              <a:gd name="connsiteY244" fmla="*/ 3470274 h 6958335"/>
              <a:gd name="connsiteX245" fmla="*/ 1638181 w 5896576"/>
              <a:gd name="connsiteY245" fmla="*/ 3452675 h 6958335"/>
              <a:gd name="connsiteX246" fmla="*/ 1602955 w 5896576"/>
              <a:gd name="connsiteY246" fmla="*/ 3487901 h 6958335"/>
              <a:gd name="connsiteX247" fmla="*/ 1602941 w 5896576"/>
              <a:gd name="connsiteY247" fmla="*/ 3523123 h 6958335"/>
              <a:gd name="connsiteX248" fmla="*/ 1655785 w 5896576"/>
              <a:gd name="connsiteY248" fmla="*/ 3470278 h 6958335"/>
              <a:gd name="connsiteX249" fmla="*/ 1655780 w 5896576"/>
              <a:gd name="connsiteY249" fmla="*/ 3470274 h 6958335"/>
              <a:gd name="connsiteX250" fmla="*/ 1673393 w 5896576"/>
              <a:gd name="connsiteY250" fmla="*/ 3452661 h 6958335"/>
              <a:gd name="connsiteX251" fmla="*/ 1708624 w 5896576"/>
              <a:gd name="connsiteY251" fmla="*/ 3417430 h 6958335"/>
              <a:gd name="connsiteX252" fmla="*/ 5333694 w 5896576"/>
              <a:gd name="connsiteY252" fmla="*/ 3402086 h 6958335"/>
              <a:gd name="connsiteX253" fmla="*/ 5316030 w 5896576"/>
              <a:gd name="connsiteY253" fmla="*/ 3419750 h 6958335"/>
              <a:gd name="connsiteX254" fmla="*/ 5280691 w 5896576"/>
              <a:gd name="connsiteY254" fmla="*/ 3455089 h 6958335"/>
              <a:gd name="connsiteX255" fmla="*/ 5267437 w 5896576"/>
              <a:gd name="connsiteY255" fmla="*/ 3468343 h 6958335"/>
              <a:gd name="connsiteX256" fmla="*/ 5245353 w 5896576"/>
              <a:gd name="connsiteY256" fmla="*/ 3490427 h 6958335"/>
              <a:gd name="connsiteX257" fmla="*/ 5263101 w 5896576"/>
              <a:gd name="connsiteY257" fmla="*/ 3486092 h 6958335"/>
              <a:gd name="connsiteX258" fmla="*/ 5280691 w 5896576"/>
              <a:gd name="connsiteY258" fmla="*/ 3455089 h 6958335"/>
              <a:gd name="connsiteX259" fmla="*/ 5311797 w 5896576"/>
              <a:gd name="connsiteY259" fmla="*/ 3455281 h 6958335"/>
              <a:gd name="connsiteX260" fmla="*/ 5316245 w 5896576"/>
              <a:gd name="connsiteY260" fmla="*/ 3455305 h 6958335"/>
              <a:gd name="connsiteX261" fmla="*/ 5351804 w 5896576"/>
              <a:gd name="connsiteY261" fmla="*/ 3455525 h 6958335"/>
              <a:gd name="connsiteX262" fmla="*/ 5333915 w 5896576"/>
              <a:gd name="connsiteY262" fmla="*/ 3437635 h 6958335"/>
              <a:gd name="connsiteX263" fmla="*/ 5333694 w 5896576"/>
              <a:gd name="connsiteY263" fmla="*/ 3402086 h 6958335"/>
              <a:gd name="connsiteX264" fmla="*/ 1409301 w 5896576"/>
              <a:gd name="connsiteY264" fmla="*/ 3399943 h 6958335"/>
              <a:gd name="connsiteX265" fmla="*/ 1391688 w 5896576"/>
              <a:gd name="connsiteY265" fmla="*/ 3417557 h 6958335"/>
              <a:gd name="connsiteX266" fmla="*/ 1409301 w 5896576"/>
              <a:gd name="connsiteY266" fmla="*/ 3399943 h 6958335"/>
              <a:gd name="connsiteX267" fmla="*/ 1796666 w 5896576"/>
              <a:gd name="connsiteY267" fmla="*/ 3399794 h 6958335"/>
              <a:gd name="connsiteX268" fmla="*/ 1761440 w 5896576"/>
              <a:gd name="connsiteY268" fmla="*/ 3435020 h 6958335"/>
              <a:gd name="connsiteX269" fmla="*/ 1796666 w 5896576"/>
              <a:gd name="connsiteY269" fmla="*/ 3399794 h 6958335"/>
              <a:gd name="connsiteX270" fmla="*/ 5600252 w 5896576"/>
              <a:gd name="connsiteY270" fmla="*/ 3385935 h 6958335"/>
              <a:gd name="connsiteX271" fmla="*/ 5582583 w 5896576"/>
              <a:gd name="connsiteY271" fmla="*/ 3403605 h 6958335"/>
              <a:gd name="connsiteX272" fmla="*/ 5590967 w 5896576"/>
              <a:gd name="connsiteY272" fmla="*/ 3392258 h 6958335"/>
              <a:gd name="connsiteX273" fmla="*/ 1708638 w 5896576"/>
              <a:gd name="connsiteY273" fmla="*/ 3382218 h 6958335"/>
              <a:gd name="connsiteX274" fmla="*/ 1691025 w 5896576"/>
              <a:gd name="connsiteY274" fmla="*/ 3399831 h 6958335"/>
              <a:gd name="connsiteX275" fmla="*/ 1691025 w 5896576"/>
              <a:gd name="connsiteY275" fmla="*/ 3389267 h 6958335"/>
              <a:gd name="connsiteX276" fmla="*/ 1726255 w 5896576"/>
              <a:gd name="connsiteY276" fmla="*/ 3364600 h 6958335"/>
              <a:gd name="connsiteX277" fmla="*/ 1708638 w 5896576"/>
              <a:gd name="connsiteY277" fmla="*/ 3382218 h 6958335"/>
              <a:gd name="connsiteX278" fmla="*/ 1691039 w 5896576"/>
              <a:gd name="connsiteY278" fmla="*/ 3364619 h 6958335"/>
              <a:gd name="connsiteX279" fmla="*/ 1726255 w 5896576"/>
              <a:gd name="connsiteY279" fmla="*/ 3364600 h 6958335"/>
              <a:gd name="connsiteX280" fmla="*/ 5401484 w 5896576"/>
              <a:gd name="connsiteY280" fmla="*/ 3361176 h 6958335"/>
              <a:gd name="connsiteX281" fmla="*/ 5404587 w 5896576"/>
              <a:gd name="connsiteY281" fmla="*/ 3366963 h 6958335"/>
              <a:gd name="connsiteX282" fmla="*/ 5400163 w 5896576"/>
              <a:gd name="connsiteY282" fmla="*/ 3362539 h 6958335"/>
              <a:gd name="connsiteX283" fmla="*/ 1884740 w 5896576"/>
              <a:gd name="connsiteY283" fmla="*/ 3311719 h 6958335"/>
              <a:gd name="connsiteX284" fmla="*/ 1876520 w 5896576"/>
              <a:gd name="connsiteY284" fmla="*/ 3329332 h 6958335"/>
              <a:gd name="connsiteX285" fmla="*/ 1867127 w 5896576"/>
              <a:gd name="connsiteY285" fmla="*/ 3329332 h 6958335"/>
              <a:gd name="connsiteX286" fmla="*/ 1884740 w 5896576"/>
              <a:gd name="connsiteY286" fmla="*/ 3311719 h 6958335"/>
              <a:gd name="connsiteX287" fmla="*/ 1717473 w 5896576"/>
              <a:gd name="connsiteY287" fmla="*/ 3302978 h 6958335"/>
              <a:gd name="connsiteX288" fmla="*/ 1708666 w 5896576"/>
              <a:gd name="connsiteY288" fmla="*/ 3311784 h 6958335"/>
              <a:gd name="connsiteX289" fmla="*/ 1717473 w 5896576"/>
              <a:gd name="connsiteY289" fmla="*/ 3302978 h 6958335"/>
              <a:gd name="connsiteX290" fmla="*/ 1726279 w 5896576"/>
              <a:gd name="connsiteY290" fmla="*/ 3294172 h 6958335"/>
              <a:gd name="connsiteX291" fmla="*/ 1717473 w 5896576"/>
              <a:gd name="connsiteY291" fmla="*/ 3302978 h 6958335"/>
              <a:gd name="connsiteX292" fmla="*/ 1726279 w 5896576"/>
              <a:gd name="connsiteY292" fmla="*/ 3294172 h 6958335"/>
              <a:gd name="connsiteX293" fmla="*/ 5492933 w 5896576"/>
              <a:gd name="connsiteY293" fmla="*/ 3278616 h 6958335"/>
              <a:gd name="connsiteX294" fmla="*/ 5510818 w 5896576"/>
              <a:gd name="connsiteY294" fmla="*/ 3296501 h 6958335"/>
              <a:gd name="connsiteX295" fmla="*/ 5492933 w 5896576"/>
              <a:gd name="connsiteY295" fmla="*/ 3278616 h 6958335"/>
              <a:gd name="connsiteX296" fmla="*/ 5528272 w 5896576"/>
              <a:gd name="connsiteY296" fmla="*/ 3243278 h 6958335"/>
              <a:gd name="connsiteX297" fmla="*/ 5546161 w 5896576"/>
              <a:gd name="connsiteY297" fmla="*/ 3261167 h 6958335"/>
              <a:gd name="connsiteX298" fmla="*/ 5546377 w 5896576"/>
              <a:gd name="connsiteY298" fmla="*/ 3296722 h 6958335"/>
              <a:gd name="connsiteX299" fmla="*/ 5528272 w 5896576"/>
              <a:gd name="connsiteY299" fmla="*/ 3243278 h 6958335"/>
              <a:gd name="connsiteX300" fmla="*/ 5545941 w 5896576"/>
              <a:gd name="connsiteY300" fmla="*/ 3225608 h 6958335"/>
              <a:gd name="connsiteX301" fmla="*/ 5563831 w 5896576"/>
              <a:gd name="connsiteY301" fmla="*/ 3243498 h 6958335"/>
              <a:gd name="connsiteX302" fmla="*/ 5581716 w 5896576"/>
              <a:gd name="connsiteY302" fmla="*/ 3261383 h 6958335"/>
              <a:gd name="connsiteX303" fmla="*/ 5599601 w 5896576"/>
              <a:gd name="connsiteY303" fmla="*/ 3279268 h 6958335"/>
              <a:gd name="connsiteX304" fmla="*/ 5546161 w 5896576"/>
              <a:gd name="connsiteY304" fmla="*/ 3261167 h 6958335"/>
              <a:gd name="connsiteX305" fmla="*/ 5545941 w 5896576"/>
              <a:gd name="connsiteY305" fmla="*/ 3225608 h 6958335"/>
              <a:gd name="connsiteX306" fmla="*/ 1972810 w 5896576"/>
              <a:gd name="connsiteY306" fmla="*/ 3223649 h 6958335"/>
              <a:gd name="connsiteX307" fmla="*/ 1969098 w 5896576"/>
              <a:gd name="connsiteY307" fmla="*/ 3232920 h 6958335"/>
              <a:gd name="connsiteX308" fmla="*/ 1955197 w 5896576"/>
              <a:gd name="connsiteY308" fmla="*/ 3241262 h 6958335"/>
              <a:gd name="connsiteX309" fmla="*/ 1972810 w 5896576"/>
              <a:gd name="connsiteY309" fmla="*/ 3223649 h 6958335"/>
              <a:gd name="connsiteX310" fmla="*/ 5741386 w 5896576"/>
              <a:gd name="connsiteY310" fmla="*/ 3209031 h 6958335"/>
              <a:gd name="connsiteX311" fmla="*/ 5688383 w 5896576"/>
              <a:gd name="connsiteY311" fmla="*/ 3262035 h 6958335"/>
              <a:gd name="connsiteX312" fmla="*/ 5706052 w 5896576"/>
              <a:gd name="connsiteY312" fmla="*/ 3244365 h 6958335"/>
              <a:gd name="connsiteX313" fmla="*/ 5741386 w 5896576"/>
              <a:gd name="connsiteY313" fmla="*/ 3209031 h 6958335"/>
              <a:gd name="connsiteX314" fmla="*/ 5687947 w 5896576"/>
              <a:gd name="connsiteY314" fmla="*/ 3190921 h 6958335"/>
              <a:gd name="connsiteX315" fmla="*/ 5690731 w 5896576"/>
              <a:gd name="connsiteY315" fmla="*/ 3196919 h 6958335"/>
              <a:gd name="connsiteX316" fmla="*/ 5685768 w 5896576"/>
              <a:gd name="connsiteY316" fmla="*/ 3198131 h 6958335"/>
              <a:gd name="connsiteX317" fmla="*/ 5687947 w 5896576"/>
              <a:gd name="connsiteY317" fmla="*/ 3190921 h 6958335"/>
              <a:gd name="connsiteX318" fmla="*/ 5581280 w 5896576"/>
              <a:gd name="connsiteY318" fmla="*/ 3190270 h 6958335"/>
              <a:gd name="connsiteX319" fmla="*/ 5599169 w 5896576"/>
              <a:gd name="connsiteY319" fmla="*/ 3208160 h 6958335"/>
              <a:gd name="connsiteX320" fmla="*/ 5581280 w 5896576"/>
              <a:gd name="connsiteY320" fmla="*/ 3190270 h 6958335"/>
              <a:gd name="connsiteX321" fmla="*/ 5695914 w 5896576"/>
              <a:gd name="connsiteY321" fmla="*/ 3173196 h 6958335"/>
              <a:gd name="connsiteX322" fmla="*/ 5705612 w 5896576"/>
              <a:gd name="connsiteY322" fmla="*/ 3173257 h 6958335"/>
              <a:gd name="connsiteX323" fmla="*/ 5687947 w 5896576"/>
              <a:gd name="connsiteY323" fmla="*/ 3190921 h 6958335"/>
              <a:gd name="connsiteX324" fmla="*/ 1867192 w 5896576"/>
              <a:gd name="connsiteY324" fmla="*/ 3153258 h 6958335"/>
              <a:gd name="connsiteX325" fmla="*/ 1849580 w 5896576"/>
              <a:gd name="connsiteY325" fmla="*/ 3170871 h 6958335"/>
              <a:gd name="connsiteX326" fmla="*/ 1846060 w 5896576"/>
              <a:gd name="connsiteY326" fmla="*/ 3167351 h 6958335"/>
              <a:gd name="connsiteX327" fmla="*/ 5812063 w 5896576"/>
              <a:gd name="connsiteY327" fmla="*/ 3138354 h 6958335"/>
              <a:gd name="connsiteX328" fmla="*/ 5776724 w 5896576"/>
              <a:gd name="connsiteY328" fmla="*/ 3173693 h 6958335"/>
              <a:gd name="connsiteX329" fmla="*/ 5812063 w 5896576"/>
              <a:gd name="connsiteY329" fmla="*/ 3138354 h 6958335"/>
              <a:gd name="connsiteX330" fmla="*/ 5740950 w 5896576"/>
              <a:gd name="connsiteY330" fmla="*/ 3137918 h 6958335"/>
              <a:gd name="connsiteX331" fmla="*/ 5740950 w 5896576"/>
              <a:gd name="connsiteY331" fmla="*/ 3137919 h 6958335"/>
              <a:gd name="connsiteX332" fmla="*/ 5740950 w 5896576"/>
              <a:gd name="connsiteY332" fmla="*/ 3137919 h 6958335"/>
              <a:gd name="connsiteX333" fmla="*/ 5745646 w 5896576"/>
              <a:gd name="connsiteY333" fmla="*/ 3133222 h 6958335"/>
              <a:gd name="connsiteX334" fmla="*/ 5740950 w 5896576"/>
              <a:gd name="connsiteY334" fmla="*/ 3137919 h 6958335"/>
              <a:gd name="connsiteX335" fmla="*/ 5740950 w 5896576"/>
              <a:gd name="connsiteY335" fmla="*/ 3137918 h 6958335"/>
              <a:gd name="connsiteX336" fmla="*/ 5669621 w 5896576"/>
              <a:gd name="connsiteY336" fmla="*/ 3101928 h 6958335"/>
              <a:gd name="connsiteX337" fmla="*/ 5723065 w 5896576"/>
              <a:gd name="connsiteY337" fmla="*/ 3120034 h 6958335"/>
              <a:gd name="connsiteX338" fmla="*/ 5705400 w 5896576"/>
              <a:gd name="connsiteY338" fmla="*/ 3137698 h 6958335"/>
              <a:gd name="connsiteX339" fmla="*/ 5669621 w 5896576"/>
              <a:gd name="connsiteY339" fmla="*/ 3101928 h 6958335"/>
              <a:gd name="connsiteX340" fmla="*/ 5598509 w 5896576"/>
              <a:gd name="connsiteY340" fmla="*/ 3101492 h 6958335"/>
              <a:gd name="connsiteX341" fmla="*/ 5492497 w 5896576"/>
              <a:gd name="connsiteY341" fmla="*/ 3207504 h 6958335"/>
              <a:gd name="connsiteX342" fmla="*/ 5598734 w 5896576"/>
              <a:gd name="connsiteY342" fmla="*/ 3137046 h 6958335"/>
              <a:gd name="connsiteX343" fmla="*/ 5598509 w 5896576"/>
              <a:gd name="connsiteY343" fmla="*/ 3101492 h 6958335"/>
              <a:gd name="connsiteX344" fmla="*/ 5722854 w 5896576"/>
              <a:gd name="connsiteY344" fmla="*/ 3084475 h 6958335"/>
              <a:gd name="connsiteX345" fmla="*/ 5721982 w 5896576"/>
              <a:gd name="connsiteY345" fmla="*/ 3087727 h 6958335"/>
              <a:gd name="connsiteX346" fmla="*/ 5720647 w 5896576"/>
              <a:gd name="connsiteY346" fmla="*/ 3086682 h 6958335"/>
              <a:gd name="connsiteX347" fmla="*/ 5716939 w 5896576"/>
              <a:gd name="connsiteY347" fmla="*/ 3086415 h 6958335"/>
              <a:gd name="connsiteX348" fmla="*/ 5766137 w 5896576"/>
              <a:gd name="connsiteY348" fmla="*/ 3077520 h 6958335"/>
              <a:gd name="connsiteX349" fmla="*/ 5767266 w 5896576"/>
              <a:gd name="connsiteY349" fmla="*/ 3080304 h 6958335"/>
              <a:gd name="connsiteX350" fmla="*/ 5776289 w 5896576"/>
              <a:gd name="connsiteY350" fmla="*/ 3102580 h 6958335"/>
              <a:gd name="connsiteX351" fmla="*/ 5748929 w 5896576"/>
              <a:gd name="connsiteY351" fmla="*/ 3124910 h 6958335"/>
              <a:gd name="connsiteX352" fmla="*/ 5740950 w 5896576"/>
              <a:gd name="connsiteY352" fmla="*/ 3137918 h 6958335"/>
              <a:gd name="connsiteX353" fmla="*/ 5740950 w 5896576"/>
              <a:gd name="connsiteY353" fmla="*/ 3137918 h 6958335"/>
              <a:gd name="connsiteX354" fmla="*/ 5740641 w 5896576"/>
              <a:gd name="connsiteY354" fmla="*/ 3132639 h 6958335"/>
              <a:gd name="connsiteX355" fmla="*/ 5723065 w 5896576"/>
              <a:gd name="connsiteY355" fmla="*/ 3120034 h 6958335"/>
              <a:gd name="connsiteX356" fmla="*/ 5716335 w 5896576"/>
              <a:gd name="connsiteY356" fmla="*/ 3108879 h 6958335"/>
              <a:gd name="connsiteX357" fmla="*/ 5721982 w 5896576"/>
              <a:gd name="connsiteY357" fmla="*/ 3087727 h 6958335"/>
              <a:gd name="connsiteX358" fmla="*/ 5740739 w 5896576"/>
              <a:gd name="connsiteY358" fmla="*/ 3102360 h 6958335"/>
              <a:gd name="connsiteX359" fmla="*/ 5758404 w 5896576"/>
              <a:gd name="connsiteY359" fmla="*/ 3084695 h 6958335"/>
              <a:gd name="connsiteX360" fmla="*/ 5766137 w 5896576"/>
              <a:gd name="connsiteY360" fmla="*/ 3077520 h 6958335"/>
              <a:gd name="connsiteX361" fmla="*/ 5871877 w 5896576"/>
              <a:gd name="connsiteY361" fmla="*/ 3062887 h 6958335"/>
              <a:gd name="connsiteX362" fmla="*/ 5829512 w 5896576"/>
              <a:gd name="connsiteY362" fmla="*/ 3085126 h 6958335"/>
              <a:gd name="connsiteX363" fmla="*/ 5882740 w 5896576"/>
              <a:gd name="connsiteY363" fmla="*/ 3067677 h 6958335"/>
              <a:gd name="connsiteX364" fmla="*/ 5871877 w 5896576"/>
              <a:gd name="connsiteY364" fmla="*/ 3062887 h 6958335"/>
              <a:gd name="connsiteX365" fmla="*/ 2148954 w 5896576"/>
              <a:gd name="connsiteY365" fmla="*/ 3047505 h 6958335"/>
              <a:gd name="connsiteX366" fmla="*/ 2143663 w 5896576"/>
              <a:gd name="connsiteY366" fmla="*/ 3063351 h 6958335"/>
              <a:gd name="connsiteX367" fmla="*/ 2131341 w 5896576"/>
              <a:gd name="connsiteY367" fmla="*/ 3065118 h 6958335"/>
              <a:gd name="connsiteX368" fmla="*/ 2148954 w 5896576"/>
              <a:gd name="connsiteY368" fmla="*/ 3047505 h 6958335"/>
              <a:gd name="connsiteX369" fmla="*/ 4484519 w 5896576"/>
              <a:gd name="connsiteY369" fmla="*/ 3041351 h 6958335"/>
              <a:gd name="connsiteX370" fmla="*/ 4486872 w 5896576"/>
              <a:gd name="connsiteY370" fmla="*/ 3049994 h 6958335"/>
              <a:gd name="connsiteX371" fmla="*/ 4490748 w 5896576"/>
              <a:gd name="connsiteY371" fmla="*/ 3053870 h 6958335"/>
              <a:gd name="connsiteX372" fmla="*/ 4490757 w 5896576"/>
              <a:gd name="connsiteY372" fmla="*/ 3041393 h 6958335"/>
              <a:gd name="connsiteX373" fmla="*/ 2131356 w 5896576"/>
              <a:gd name="connsiteY373" fmla="*/ 3029906 h 6958335"/>
              <a:gd name="connsiteX374" fmla="*/ 2113742 w 5896576"/>
              <a:gd name="connsiteY374" fmla="*/ 3047519 h 6958335"/>
              <a:gd name="connsiteX375" fmla="*/ 2131356 w 5896576"/>
              <a:gd name="connsiteY375" fmla="*/ 3029906 h 6958335"/>
              <a:gd name="connsiteX376" fmla="*/ 2219411 w 5896576"/>
              <a:gd name="connsiteY376" fmla="*/ 2977048 h 6958335"/>
              <a:gd name="connsiteX377" fmla="*/ 2219402 w 5896576"/>
              <a:gd name="connsiteY377" fmla="*/ 3012265 h 6958335"/>
              <a:gd name="connsiteX378" fmla="*/ 2219411 w 5896576"/>
              <a:gd name="connsiteY378" fmla="*/ 2977048 h 6958335"/>
              <a:gd name="connsiteX379" fmla="*/ 2272245 w 5896576"/>
              <a:gd name="connsiteY379" fmla="*/ 2959421 h 6958335"/>
              <a:gd name="connsiteX380" fmla="*/ 2254628 w 5896576"/>
              <a:gd name="connsiteY380" fmla="*/ 2977039 h 6958335"/>
              <a:gd name="connsiteX381" fmla="*/ 2272245 w 5896576"/>
              <a:gd name="connsiteY381" fmla="*/ 2959421 h 6958335"/>
              <a:gd name="connsiteX382" fmla="*/ 5874727 w 5896576"/>
              <a:gd name="connsiteY382" fmla="*/ 2938187 h 6958335"/>
              <a:gd name="connsiteX383" fmla="*/ 5889230 w 5896576"/>
              <a:gd name="connsiteY383" fmla="*/ 2948274 h 6958335"/>
              <a:gd name="connsiteX384" fmla="*/ 5896576 w 5896576"/>
              <a:gd name="connsiteY384" fmla="*/ 2944827 h 6958335"/>
              <a:gd name="connsiteX385" fmla="*/ 5896576 w 5896576"/>
              <a:gd name="connsiteY385" fmla="*/ 2969522 h 6958335"/>
              <a:gd name="connsiteX386" fmla="*/ 5894321 w 5896576"/>
              <a:gd name="connsiteY386" fmla="*/ 2963304 h 6958335"/>
              <a:gd name="connsiteX387" fmla="*/ 5864204 w 5896576"/>
              <a:gd name="connsiteY387" fmla="*/ 2943125 h 6958335"/>
              <a:gd name="connsiteX388" fmla="*/ 5874727 w 5896576"/>
              <a:gd name="connsiteY388" fmla="*/ 2938187 h 6958335"/>
              <a:gd name="connsiteX389" fmla="*/ 5846314 w 5896576"/>
              <a:gd name="connsiteY389" fmla="*/ 2925235 h 6958335"/>
              <a:gd name="connsiteX390" fmla="*/ 5846314 w 5896576"/>
              <a:gd name="connsiteY390" fmla="*/ 2925236 h 6958335"/>
              <a:gd name="connsiteX391" fmla="*/ 5846314 w 5896576"/>
              <a:gd name="connsiteY391" fmla="*/ 2925236 h 6958335"/>
              <a:gd name="connsiteX392" fmla="*/ 5846314 w 5896576"/>
              <a:gd name="connsiteY392" fmla="*/ 2925236 h 6958335"/>
              <a:gd name="connsiteX393" fmla="*/ 5896576 w 5896576"/>
              <a:gd name="connsiteY393" fmla="*/ 2910751 h 6958335"/>
              <a:gd name="connsiteX394" fmla="*/ 5896576 w 5896576"/>
              <a:gd name="connsiteY394" fmla="*/ 2927601 h 6958335"/>
              <a:gd name="connsiteX395" fmla="*/ 5887148 w 5896576"/>
              <a:gd name="connsiteY395" fmla="*/ 2925762 h 6958335"/>
              <a:gd name="connsiteX396" fmla="*/ 5881868 w 5896576"/>
              <a:gd name="connsiteY396" fmla="*/ 2925451 h 6958335"/>
              <a:gd name="connsiteX397" fmla="*/ 5890705 w 5896576"/>
              <a:gd name="connsiteY397" fmla="*/ 2916619 h 6958335"/>
              <a:gd name="connsiteX398" fmla="*/ 2289868 w 5896576"/>
              <a:gd name="connsiteY398" fmla="*/ 2906591 h 6958335"/>
              <a:gd name="connsiteX399" fmla="*/ 2272255 w 5896576"/>
              <a:gd name="connsiteY399" fmla="*/ 2924204 h 6958335"/>
              <a:gd name="connsiteX400" fmla="*/ 2289868 w 5896576"/>
              <a:gd name="connsiteY400" fmla="*/ 2906591 h 6958335"/>
              <a:gd name="connsiteX401" fmla="*/ 2113808 w 5896576"/>
              <a:gd name="connsiteY401" fmla="*/ 2871445 h 6958335"/>
              <a:gd name="connsiteX402" fmla="*/ 2078582 w 5896576"/>
              <a:gd name="connsiteY402" fmla="*/ 2906671 h 6958335"/>
              <a:gd name="connsiteX403" fmla="*/ 2113808 w 5896576"/>
              <a:gd name="connsiteY403" fmla="*/ 2871445 h 6958335"/>
              <a:gd name="connsiteX404" fmla="*/ 2363671 w 5896576"/>
              <a:gd name="connsiteY404" fmla="*/ 2862127 h 6958335"/>
              <a:gd name="connsiteX405" fmla="*/ 2364716 w 5896576"/>
              <a:gd name="connsiteY405" fmla="*/ 2862545 h 6958335"/>
              <a:gd name="connsiteX406" fmla="*/ 2360315 w 5896576"/>
              <a:gd name="connsiteY406" fmla="*/ 2871351 h 6958335"/>
              <a:gd name="connsiteX407" fmla="*/ 2289896 w 5896576"/>
              <a:gd name="connsiteY407" fmla="*/ 2836158 h 6958335"/>
              <a:gd name="connsiteX408" fmla="*/ 2272278 w 5896576"/>
              <a:gd name="connsiteY408" fmla="*/ 2853776 h 6958335"/>
              <a:gd name="connsiteX409" fmla="*/ 2289896 w 5896576"/>
              <a:gd name="connsiteY409" fmla="*/ 2836158 h 6958335"/>
              <a:gd name="connsiteX410" fmla="*/ 2435720 w 5896576"/>
              <a:gd name="connsiteY410" fmla="*/ 2811347 h 6958335"/>
              <a:gd name="connsiteX411" fmla="*/ 2426362 w 5896576"/>
              <a:gd name="connsiteY411" fmla="*/ 2814097 h 6958335"/>
              <a:gd name="connsiteX412" fmla="*/ 2430758 w 5896576"/>
              <a:gd name="connsiteY412" fmla="*/ 2836107 h 6958335"/>
              <a:gd name="connsiteX413" fmla="*/ 2448371 w 5896576"/>
              <a:gd name="connsiteY413" fmla="*/ 2818493 h 6958335"/>
              <a:gd name="connsiteX414" fmla="*/ 2435720 w 5896576"/>
              <a:gd name="connsiteY414" fmla="*/ 2811347 h 6958335"/>
              <a:gd name="connsiteX415" fmla="*/ 2377956 w 5896576"/>
              <a:gd name="connsiteY415" fmla="*/ 2783305 h 6958335"/>
              <a:gd name="connsiteX416" fmla="*/ 2395555 w 5896576"/>
              <a:gd name="connsiteY416" fmla="*/ 2800904 h 6958335"/>
              <a:gd name="connsiteX417" fmla="*/ 2377943 w 5896576"/>
              <a:gd name="connsiteY417" fmla="*/ 2822922 h 6958335"/>
              <a:gd name="connsiteX418" fmla="*/ 2363671 w 5896576"/>
              <a:gd name="connsiteY418" fmla="*/ 2862127 h 6958335"/>
              <a:gd name="connsiteX419" fmla="*/ 2342712 w 5896576"/>
              <a:gd name="connsiteY419" fmla="*/ 2853747 h 6958335"/>
              <a:gd name="connsiteX420" fmla="*/ 2360325 w 5896576"/>
              <a:gd name="connsiteY420" fmla="*/ 2836134 h 6958335"/>
              <a:gd name="connsiteX421" fmla="*/ 2377956 w 5896576"/>
              <a:gd name="connsiteY421" fmla="*/ 2783305 h 6958335"/>
              <a:gd name="connsiteX422" fmla="*/ 4743226 w 5896576"/>
              <a:gd name="connsiteY422" fmla="*/ 2776279 h 6958335"/>
              <a:gd name="connsiteX423" fmla="*/ 4707892 w 5896576"/>
              <a:gd name="connsiteY423" fmla="*/ 2811613 h 6958335"/>
              <a:gd name="connsiteX424" fmla="*/ 4716840 w 5896576"/>
              <a:gd name="connsiteY424" fmla="*/ 2820560 h 6958335"/>
              <a:gd name="connsiteX425" fmla="*/ 4690228 w 5896576"/>
              <a:gd name="connsiteY425" fmla="*/ 2829287 h 6958335"/>
              <a:gd name="connsiteX426" fmla="*/ 4702174 w 5896576"/>
              <a:gd name="connsiteY426" fmla="*/ 2845161 h 6958335"/>
              <a:gd name="connsiteX427" fmla="*/ 4690443 w 5896576"/>
              <a:gd name="connsiteY427" fmla="*/ 2864841 h 6958335"/>
              <a:gd name="connsiteX428" fmla="*/ 4703670 w 5896576"/>
              <a:gd name="connsiteY428" fmla="*/ 2847144 h 6958335"/>
              <a:gd name="connsiteX429" fmla="*/ 4702174 w 5896576"/>
              <a:gd name="connsiteY429" fmla="*/ 2845161 h 6958335"/>
              <a:gd name="connsiteX430" fmla="*/ 4716840 w 5896576"/>
              <a:gd name="connsiteY430" fmla="*/ 2820560 h 6958335"/>
              <a:gd name="connsiteX431" fmla="*/ 4725782 w 5896576"/>
              <a:gd name="connsiteY431" fmla="*/ 2829502 h 6958335"/>
              <a:gd name="connsiteX432" fmla="*/ 4761116 w 5896576"/>
              <a:gd name="connsiteY432" fmla="*/ 2794169 h 6958335"/>
              <a:gd name="connsiteX433" fmla="*/ 4743226 w 5896576"/>
              <a:gd name="connsiteY433" fmla="*/ 2776279 h 6958335"/>
              <a:gd name="connsiteX434" fmla="*/ 4707456 w 5896576"/>
              <a:gd name="connsiteY434" fmla="*/ 2740509 h 6958335"/>
              <a:gd name="connsiteX435" fmla="*/ 4686403 w 5896576"/>
              <a:gd name="connsiteY435" fmla="*/ 2761562 h 6958335"/>
              <a:gd name="connsiteX436" fmla="*/ 4684547 w 5896576"/>
              <a:gd name="connsiteY436" fmla="*/ 2764806 h 6958335"/>
              <a:gd name="connsiteX437" fmla="*/ 4681768 w 5896576"/>
              <a:gd name="connsiteY437" fmla="*/ 2766198 h 6958335"/>
              <a:gd name="connsiteX438" fmla="*/ 4656661 w 5896576"/>
              <a:gd name="connsiteY438" fmla="*/ 2791305 h 6958335"/>
              <a:gd name="connsiteX439" fmla="*/ 4650015 w 5896576"/>
              <a:gd name="connsiteY439" fmla="*/ 2797951 h 6958335"/>
              <a:gd name="connsiteX440" fmla="*/ 4649317 w 5896576"/>
              <a:gd name="connsiteY440" fmla="*/ 2800036 h 6958335"/>
              <a:gd name="connsiteX441" fmla="*/ 4631703 w 5896576"/>
              <a:gd name="connsiteY441" fmla="*/ 2817650 h 6958335"/>
              <a:gd name="connsiteX442" fmla="*/ 4631699 w 5896576"/>
              <a:gd name="connsiteY442" fmla="*/ 2832071 h 6958335"/>
              <a:gd name="connsiteX443" fmla="*/ 4636915 w 5896576"/>
              <a:gd name="connsiteY443" fmla="*/ 2833407 h 6958335"/>
              <a:gd name="connsiteX444" fmla="*/ 4654889 w 5896576"/>
              <a:gd name="connsiteY444" fmla="*/ 2864626 h 6958335"/>
              <a:gd name="connsiteX445" fmla="*/ 4630513 w 5896576"/>
              <a:gd name="connsiteY445" fmla="*/ 2875588 h 6958335"/>
              <a:gd name="connsiteX446" fmla="*/ 4629904 w 5896576"/>
              <a:gd name="connsiteY446" fmla="*/ 2876938 h 6958335"/>
              <a:gd name="connsiteX447" fmla="*/ 4649288 w 5896576"/>
              <a:gd name="connsiteY447" fmla="*/ 2870470 h 6958335"/>
              <a:gd name="connsiteX448" fmla="*/ 4644883 w 5896576"/>
              <a:gd name="connsiteY448" fmla="*/ 2888074 h 6958335"/>
              <a:gd name="connsiteX449" fmla="*/ 4623150 w 5896576"/>
              <a:gd name="connsiteY449" fmla="*/ 2900498 h 6958335"/>
              <a:gd name="connsiteX450" fmla="*/ 4635120 w 5896576"/>
              <a:gd name="connsiteY450" fmla="*/ 2902279 h 6958335"/>
              <a:gd name="connsiteX451" fmla="*/ 4637435 w 5896576"/>
              <a:gd name="connsiteY451" fmla="*/ 2917849 h 6958335"/>
              <a:gd name="connsiteX452" fmla="*/ 4655105 w 5896576"/>
              <a:gd name="connsiteY452" fmla="*/ 2900180 h 6958335"/>
              <a:gd name="connsiteX453" fmla="*/ 4690659 w 5896576"/>
              <a:gd name="connsiteY453" fmla="*/ 2900395 h 6958335"/>
              <a:gd name="connsiteX454" fmla="*/ 4654889 w 5896576"/>
              <a:gd name="connsiteY454" fmla="*/ 2864626 h 6958335"/>
              <a:gd name="connsiteX455" fmla="*/ 4654669 w 5896576"/>
              <a:gd name="connsiteY455" fmla="*/ 2829067 h 6958335"/>
              <a:gd name="connsiteX456" fmla="*/ 4707672 w 5896576"/>
              <a:gd name="connsiteY456" fmla="*/ 2776063 h 6958335"/>
              <a:gd name="connsiteX457" fmla="*/ 4707456 w 5896576"/>
              <a:gd name="connsiteY457" fmla="*/ 2740509 h 6958335"/>
              <a:gd name="connsiteX458" fmla="*/ 2624516 w 5896576"/>
              <a:gd name="connsiteY458" fmla="*/ 2642349 h 6958335"/>
              <a:gd name="connsiteX459" fmla="*/ 2624009 w 5896576"/>
              <a:gd name="connsiteY459" fmla="*/ 2645873 h 6958335"/>
              <a:gd name="connsiteX460" fmla="*/ 2606898 w 5896576"/>
              <a:gd name="connsiteY460" fmla="*/ 2659966 h 6958335"/>
              <a:gd name="connsiteX461" fmla="*/ 4902034 w 5896576"/>
              <a:gd name="connsiteY461" fmla="*/ 2581702 h 6958335"/>
              <a:gd name="connsiteX462" fmla="*/ 4919919 w 5896576"/>
              <a:gd name="connsiteY462" fmla="*/ 2599586 h 6958335"/>
              <a:gd name="connsiteX463" fmla="*/ 4937593 w 5896576"/>
              <a:gd name="connsiteY463" fmla="*/ 2581922 h 6958335"/>
              <a:gd name="connsiteX464" fmla="*/ 4902034 w 5896576"/>
              <a:gd name="connsiteY464" fmla="*/ 2581702 h 6958335"/>
              <a:gd name="connsiteX465" fmla="*/ 2730198 w 5896576"/>
              <a:gd name="connsiteY465" fmla="*/ 2536666 h 6958335"/>
              <a:gd name="connsiteX466" fmla="*/ 2718453 w 5896576"/>
              <a:gd name="connsiteY466" fmla="*/ 2551607 h 6958335"/>
              <a:gd name="connsiteX467" fmla="*/ 2712586 w 5896576"/>
              <a:gd name="connsiteY467" fmla="*/ 2554279 h 6958335"/>
              <a:gd name="connsiteX468" fmla="*/ 2730198 w 5896576"/>
              <a:gd name="connsiteY468" fmla="*/ 2536666 h 6958335"/>
              <a:gd name="connsiteX469" fmla="*/ 4890055 w 5896576"/>
              <a:gd name="connsiteY469" fmla="*/ 2520895 h 6958335"/>
              <a:gd name="connsiteX470" fmla="*/ 4884219 w 5896576"/>
              <a:gd name="connsiteY470" fmla="*/ 2523552 h 6958335"/>
              <a:gd name="connsiteX471" fmla="*/ 4883934 w 5896576"/>
              <a:gd name="connsiteY471" fmla="*/ 2528263 h 6958335"/>
              <a:gd name="connsiteX472" fmla="*/ 2800643 w 5896576"/>
              <a:gd name="connsiteY472" fmla="*/ 2501420 h 6958335"/>
              <a:gd name="connsiteX473" fmla="*/ 2800642 w 5896576"/>
              <a:gd name="connsiteY473" fmla="*/ 2501421 h 6958335"/>
              <a:gd name="connsiteX474" fmla="*/ 2800642 w 5896576"/>
              <a:gd name="connsiteY474" fmla="*/ 2501421 h 6958335"/>
              <a:gd name="connsiteX475" fmla="*/ 3821879 w 5896576"/>
              <a:gd name="connsiteY475" fmla="*/ 2501027 h 6958335"/>
              <a:gd name="connsiteX476" fmla="*/ 3786648 w 5896576"/>
              <a:gd name="connsiteY476" fmla="*/ 2536258 h 6958335"/>
              <a:gd name="connsiteX477" fmla="*/ 3782191 w 5896576"/>
              <a:gd name="connsiteY477" fmla="*/ 2544671 h 6958335"/>
              <a:gd name="connsiteX478" fmla="*/ 3789104 w 5896576"/>
              <a:gd name="connsiteY478" fmla="*/ 2538714 h 6958335"/>
              <a:gd name="connsiteX479" fmla="*/ 3786648 w 5896576"/>
              <a:gd name="connsiteY479" fmla="*/ 2536258 h 6958335"/>
              <a:gd name="connsiteX480" fmla="*/ 3789915 w 5896576"/>
              <a:gd name="connsiteY480" fmla="*/ 2538016 h 6958335"/>
              <a:gd name="connsiteX481" fmla="*/ 3823959 w 5896576"/>
              <a:gd name="connsiteY481" fmla="*/ 2508667 h 6958335"/>
              <a:gd name="connsiteX482" fmla="*/ 3859279 w 5896576"/>
              <a:gd name="connsiteY482" fmla="*/ 2483405 h 6958335"/>
              <a:gd name="connsiteX483" fmla="*/ 3857100 w 5896576"/>
              <a:gd name="connsiteY483" fmla="*/ 2483410 h 6958335"/>
              <a:gd name="connsiteX484" fmla="*/ 3853257 w 5896576"/>
              <a:gd name="connsiteY484" fmla="*/ 2483410 h 6958335"/>
              <a:gd name="connsiteX485" fmla="*/ 3852985 w 5896576"/>
              <a:gd name="connsiteY485" fmla="*/ 2483644 h 6958335"/>
              <a:gd name="connsiteX486" fmla="*/ 3853018 w 5896576"/>
              <a:gd name="connsiteY486" fmla="*/ 2483406 h 6958335"/>
              <a:gd name="connsiteX487" fmla="*/ 3839492 w 5896576"/>
              <a:gd name="connsiteY487" fmla="*/ 2483415 h 6958335"/>
              <a:gd name="connsiteX488" fmla="*/ 3833943 w 5896576"/>
              <a:gd name="connsiteY488" fmla="*/ 2500062 h 6958335"/>
              <a:gd name="connsiteX489" fmla="*/ 3852985 w 5896576"/>
              <a:gd name="connsiteY489" fmla="*/ 2483644 h 6958335"/>
              <a:gd name="connsiteX490" fmla="*/ 3852606 w 5896576"/>
              <a:gd name="connsiteY490" fmla="*/ 2486405 h 6958335"/>
              <a:gd name="connsiteX491" fmla="*/ 4895941 w 5896576"/>
              <a:gd name="connsiteY491" fmla="*/ 2483007 h 6958335"/>
              <a:gd name="connsiteX492" fmla="*/ 4892642 w 5896576"/>
              <a:gd name="connsiteY492" fmla="*/ 2486307 h 6958335"/>
              <a:gd name="connsiteX493" fmla="*/ 4885949 w 5896576"/>
              <a:gd name="connsiteY493" fmla="*/ 2494939 h 6958335"/>
              <a:gd name="connsiteX494" fmla="*/ 4884538 w 5896576"/>
              <a:gd name="connsiteY494" fmla="*/ 2518228 h 6958335"/>
              <a:gd name="connsiteX495" fmla="*/ 4891531 w 5896576"/>
              <a:gd name="connsiteY495" fmla="*/ 2518219 h 6958335"/>
              <a:gd name="connsiteX496" fmla="*/ 4892276 w 5896576"/>
              <a:gd name="connsiteY496" fmla="*/ 2518224 h 6958335"/>
              <a:gd name="connsiteX497" fmla="*/ 4905994 w 5896576"/>
              <a:gd name="connsiteY497" fmla="*/ 2501731 h 6958335"/>
              <a:gd name="connsiteX498" fmla="*/ 4904181 w 5896576"/>
              <a:gd name="connsiteY498" fmla="*/ 2491246 h 6958335"/>
              <a:gd name="connsiteX499" fmla="*/ 3910136 w 5896576"/>
              <a:gd name="connsiteY499" fmla="*/ 2428874 h 6958335"/>
              <a:gd name="connsiteX500" fmla="*/ 3896737 w 5896576"/>
              <a:gd name="connsiteY500" fmla="*/ 2434972 h 6958335"/>
              <a:gd name="connsiteX501" fmla="*/ 3890639 w 5896576"/>
              <a:gd name="connsiteY501" fmla="*/ 2448371 h 6958335"/>
              <a:gd name="connsiteX502" fmla="*/ 3945170 w 5896576"/>
              <a:gd name="connsiteY502" fmla="*/ 2406411 h 6958335"/>
              <a:gd name="connsiteX503" fmla="*/ 3945170 w 5896576"/>
              <a:gd name="connsiteY503" fmla="*/ 2407094 h 6958335"/>
              <a:gd name="connsiteX504" fmla="*/ 3945451 w 5896576"/>
              <a:gd name="connsiteY504" fmla="*/ 2406982 h 6958335"/>
              <a:gd name="connsiteX505" fmla="*/ 3963829 w 5896576"/>
              <a:gd name="connsiteY505" fmla="*/ 2359078 h 6958335"/>
              <a:gd name="connsiteX506" fmla="*/ 3962793 w 5896576"/>
              <a:gd name="connsiteY506" fmla="*/ 2360114 h 6958335"/>
              <a:gd name="connsiteX507" fmla="*/ 3945179 w 5896576"/>
              <a:gd name="connsiteY507" fmla="*/ 2377727 h 6958335"/>
              <a:gd name="connsiteX508" fmla="*/ 3945184 w 5896576"/>
              <a:gd name="connsiteY508" fmla="*/ 2380310 h 6958335"/>
              <a:gd name="connsiteX509" fmla="*/ 3958621 w 5896576"/>
              <a:gd name="connsiteY509" fmla="*/ 2380389 h 6958335"/>
              <a:gd name="connsiteX510" fmla="*/ 5220512 w 5896576"/>
              <a:gd name="connsiteY510" fmla="*/ 2334772 h 6958335"/>
              <a:gd name="connsiteX511" fmla="*/ 5202843 w 5896576"/>
              <a:gd name="connsiteY511" fmla="*/ 2352442 h 6958335"/>
              <a:gd name="connsiteX512" fmla="*/ 5220512 w 5896576"/>
              <a:gd name="connsiteY512" fmla="*/ 2334772 h 6958335"/>
              <a:gd name="connsiteX513" fmla="*/ 4029256 w 5896576"/>
              <a:gd name="connsiteY513" fmla="*/ 2302724 h 6958335"/>
              <a:gd name="connsiteX514" fmla="*/ 4015636 w 5896576"/>
              <a:gd name="connsiteY514" fmla="*/ 2307270 h 6958335"/>
              <a:gd name="connsiteX515" fmla="*/ 3998023 w 5896576"/>
              <a:gd name="connsiteY515" fmla="*/ 2324883 h 6958335"/>
              <a:gd name="connsiteX516" fmla="*/ 3992076 w 5896576"/>
              <a:gd name="connsiteY516" fmla="*/ 2330830 h 6958335"/>
              <a:gd name="connsiteX517" fmla="*/ 4022141 w 5896576"/>
              <a:gd name="connsiteY517" fmla="*/ 2313776 h 6958335"/>
              <a:gd name="connsiteX518" fmla="*/ 4015636 w 5896576"/>
              <a:gd name="connsiteY518" fmla="*/ 2307270 h 6958335"/>
              <a:gd name="connsiteX519" fmla="*/ 4026181 w 5896576"/>
              <a:gd name="connsiteY519" fmla="*/ 2311488 h 6958335"/>
              <a:gd name="connsiteX520" fmla="*/ 4029294 w 5896576"/>
              <a:gd name="connsiteY520" fmla="*/ 2309716 h 6958335"/>
              <a:gd name="connsiteX521" fmla="*/ 5148968 w 5896576"/>
              <a:gd name="connsiteY521" fmla="*/ 2263228 h 6958335"/>
              <a:gd name="connsiteX522" fmla="*/ 5144120 w 5896576"/>
              <a:gd name="connsiteY522" fmla="*/ 2288197 h 6958335"/>
              <a:gd name="connsiteX523" fmla="*/ 5149184 w 5896576"/>
              <a:gd name="connsiteY523" fmla="*/ 2298782 h 6958335"/>
              <a:gd name="connsiteX524" fmla="*/ 5131514 w 5896576"/>
              <a:gd name="connsiteY524" fmla="*/ 2316451 h 6958335"/>
              <a:gd name="connsiteX525" fmla="*/ 5149184 w 5896576"/>
              <a:gd name="connsiteY525" fmla="*/ 2298782 h 6958335"/>
              <a:gd name="connsiteX526" fmla="*/ 5149184 w 5896576"/>
              <a:gd name="connsiteY526" fmla="*/ 2298782 h 6958335"/>
              <a:gd name="connsiteX527" fmla="*/ 5155810 w 5896576"/>
              <a:gd name="connsiteY527" fmla="*/ 2292156 h 6958335"/>
              <a:gd name="connsiteX528" fmla="*/ 5166853 w 5896576"/>
              <a:gd name="connsiteY528" fmla="*/ 2281113 h 6958335"/>
              <a:gd name="connsiteX529" fmla="*/ 5148968 w 5896576"/>
              <a:gd name="connsiteY529" fmla="*/ 2263228 h 6958335"/>
              <a:gd name="connsiteX530" fmla="*/ 4064192 w 5896576"/>
              <a:gd name="connsiteY530" fmla="*/ 2257290 h 6958335"/>
              <a:gd name="connsiteX531" fmla="*/ 4042060 w 5896576"/>
              <a:gd name="connsiteY531" fmla="*/ 2272044 h 6958335"/>
              <a:gd name="connsiteX532" fmla="*/ 4053196 w 5896576"/>
              <a:gd name="connsiteY532" fmla="*/ 2279468 h 6958335"/>
              <a:gd name="connsiteX533" fmla="*/ 4054888 w 5896576"/>
              <a:gd name="connsiteY533" fmla="*/ 2276060 h 6958335"/>
              <a:gd name="connsiteX534" fmla="*/ 4050867 w 5896576"/>
              <a:gd name="connsiteY534" fmla="*/ 2272039 h 6958335"/>
              <a:gd name="connsiteX535" fmla="*/ 4062781 w 5896576"/>
              <a:gd name="connsiteY535" fmla="*/ 2260125 h 6958335"/>
              <a:gd name="connsiteX536" fmla="*/ 4078969 w 5896576"/>
              <a:gd name="connsiteY536" fmla="*/ 2227458 h 6958335"/>
              <a:gd name="connsiteX537" fmla="*/ 4052831 w 5896576"/>
              <a:gd name="connsiteY537" fmla="*/ 2236181 h 6958335"/>
              <a:gd name="connsiteX538" fmla="*/ 4051659 w 5896576"/>
              <a:gd name="connsiteY538" fmla="*/ 2237184 h 6958335"/>
              <a:gd name="connsiteX539" fmla="*/ 4070017 w 5896576"/>
              <a:gd name="connsiteY539" fmla="*/ 2245521 h 6958335"/>
              <a:gd name="connsiteX540" fmla="*/ 4101649 w 5896576"/>
              <a:gd name="connsiteY540" fmla="*/ 2201592 h 6958335"/>
              <a:gd name="connsiteX541" fmla="*/ 4093151 w 5896576"/>
              <a:gd name="connsiteY541" fmla="*/ 2201597 h 6958335"/>
              <a:gd name="connsiteX542" fmla="*/ 4089355 w 5896576"/>
              <a:gd name="connsiteY542" fmla="*/ 2204849 h 6958335"/>
              <a:gd name="connsiteX543" fmla="*/ 4093873 w 5896576"/>
              <a:gd name="connsiteY543" fmla="*/ 2209367 h 6958335"/>
              <a:gd name="connsiteX544" fmla="*/ 4112274 w 5896576"/>
              <a:gd name="connsiteY544" fmla="*/ 2185202 h 6958335"/>
              <a:gd name="connsiteX545" fmla="*/ 4108327 w 5896576"/>
              <a:gd name="connsiteY545" fmla="*/ 2188586 h 6958335"/>
              <a:gd name="connsiteX546" fmla="*/ 4111491 w 5896576"/>
              <a:gd name="connsiteY546" fmla="*/ 2191750 h 6958335"/>
              <a:gd name="connsiteX547" fmla="*/ 4117317 w 5896576"/>
              <a:gd name="connsiteY547" fmla="*/ 2185924 h 6958335"/>
              <a:gd name="connsiteX548" fmla="*/ 3188142 w 5896576"/>
              <a:gd name="connsiteY548" fmla="*/ 2149118 h 6958335"/>
              <a:gd name="connsiteX549" fmla="*/ 3170525 w 5896576"/>
              <a:gd name="connsiteY549" fmla="*/ 2166736 h 6958335"/>
              <a:gd name="connsiteX550" fmla="*/ 3188142 w 5896576"/>
              <a:gd name="connsiteY550" fmla="*/ 2149118 h 6958335"/>
              <a:gd name="connsiteX551" fmla="*/ 3170557 w 5896576"/>
              <a:gd name="connsiteY551" fmla="*/ 2096307 h 6958335"/>
              <a:gd name="connsiteX552" fmla="*/ 3170543 w 5896576"/>
              <a:gd name="connsiteY552" fmla="*/ 2131519 h 6958335"/>
              <a:gd name="connsiteX553" fmla="*/ 3152944 w 5896576"/>
              <a:gd name="connsiteY553" fmla="*/ 2113920 h 6958335"/>
              <a:gd name="connsiteX554" fmla="*/ 3170557 w 5896576"/>
              <a:gd name="connsiteY554" fmla="*/ 2096307 h 6958335"/>
              <a:gd name="connsiteX555" fmla="*/ 4227026 w 5896576"/>
              <a:gd name="connsiteY555" fmla="*/ 2060683 h 6958335"/>
              <a:gd name="connsiteX556" fmla="*/ 4209408 w 5896576"/>
              <a:gd name="connsiteY556" fmla="*/ 2078300 h 6958335"/>
              <a:gd name="connsiteX557" fmla="*/ 4167817 w 5896576"/>
              <a:gd name="connsiteY557" fmla="*/ 2124259 h 6958335"/>
              <a:gd name="connsiteX558" fmla="*/ 4188106 w 5896576"/>
              <a:gd name="connsiteY558" fmla="*/ 2115134 h 6958335"/>
              <a:gd name="connsiteX559" fmla="*/ 4223440 w 5896576"/>
              <a:gd name="connsiteY559" fmla="*/ 2079800 h 6958335"/>
              <a:gd name="connsiteX560" fmla="*/ 4230901 w 5896576"/>
              <a:gd name="connsiteY560" fmla="*/ 2072339 h 6958335"/>
              <a:gd name="connsiteX561" fmla="*/ 5443115 w 5896576"/>
              <a:gd name="connsiteY561" fmla="*/ 2004851 h 6958335"/>
              <a:gd name="connsiteX562" fmla="*/ 5431888 w 5896576"/>
              <a:gd name="connsiteY562" fmla="*/ 2016079 h 6958335"/>
              <a:gd name="connsiteX563" fmla="*/ 5419740 w 5896576"/>
              <a:gd name="connsiteY563" fmla="*/ 2028226 h 6958335"/>
              <a:gd name="connsiteX564" fmla="*/ 5425261 w 5896576"/>
              <a:gd name="connsiteY564" fmla="*/ 2022705 h 6958335"/>
              <a:gd name="connsiteX565" fmla="*/ 5449557 w 5896576"/>
              <a:gd name="connsiteY565" fmla="*/ 1998409 h 6958335"/>
              <a:gd name="connsiteX566" fmla="*/ 5443115 w 5896576"/>
              <a:gd name="connsiteY566" fmla="*/ 2004851 h 6958335"/>
              <a:gd name="connsiteX567" fmla="*/ 5444035 w 5896576"/>
              <a:gd name="connsiteY567" fmla="*/ 2003931 h 6958335"/>
              <a:gd name="connsiteX568" fmla="*/ 5449557 w 5896576"/>
              <a:gd name="connsiteY568" fmla="*/ 1998409 h 6958335"/>
              <a:gd name="connsiteX569" fmla="*/ 5360559 w 5896576"/>
              <a:gd name="connsiteY569" fmla="*/ 1980088 h 6958335"/>
              <a:gd name="connsiteX570" fmla="*/ 5340767 w 5896576"/>
              <a:gd name="connsiteY570" fmla="*/ 2013295 h 6958335"/>
              <a:gd name="connsiteX571" fmla="*/ 5315242 w 5896576"/>
              <a:gd name="connsiteY571" fmla="*/ 2028508 h 6958335"/>
              <a:gd name="connsiteX572" fmla="*/ 5312172 w 5896576"/>
              <a:gd name="connsiteY572" fmla="*/ 2031578 h 6958335"/>
              <a:gd name="connsiteX573" fmla="*/ 5347473 w 5896576"/>
              <a:gd name="connsiteY573" fmla="*/ 2020001 h 6958335"/>
              <a:gd name="connsiteX574" fmla="*/ 5360559 w 5896576"/>
              <a:gd name="connsiteY574" fmla="*/ 1980088 h 6958335"/>
              <a:gd name="connsiteX575" fmla="*/ 5578093 w 5896576"/>
              <a:gd name="connsiteY575" fmla="*/ 1941418 h 6958335"/>
              <a:gd name="connsiteX576" fmla="*/ 5573673 w 5896576"/>
              <a:gd name="connsiteY576" fmla="*/ 1945833 h 6958335"/>
              <a:gd name="connsiteX577" fmla="*/ 5575992 w 5896576"/>
              <a:gd name="connsiteY577" fmla="*/ 1942053 h 6958335"/>
              <a:gd name="connsiteX578" fmla="*/ 3417125 w 5896576"/>
              <a:gd name="connsiteY578" fmla="*/ 1920135 h 6958335"/>
              <a:gd name="connsiteX579" fmla="*/ 3399513 w 5896576"/>
              <a:gd name="connsiteY579" fmla="*/ 1937748 h 6958335"/>
              <a:gd name="connsiteX580" fmla="*/ 3364300 w 5896576"/>
              <a:gd name="connsiteY580" fmla="*/ 1937762 h 6958335"/>
              <a:gd name="connsiteX581" fmla="*/ 3417125 w 5896576"/>
              <a:gd name="connsiteY581" fmla="*/ 1920135 h 6958335"/>
              <a:gd name="connsiteX582" fmla="*/ 5607690 w 5896576"/>
              <a:gd name="connsiteY582" fmla="*/ 1917328 h 6958335"/>
              <a:gd name="connsiteX583" fmla="*/ 5626901 w 5896576"/>
              <a:gd name="connsiteY583" fmla="*/ 1928384 h 6958335"/>
              <a:gd name="connsiteX584" fmla="*/ 5604700 w 5896576"/>
              <a:gd name="connsiteY584" fmla="*/ 1932691 h 6958335"/>
              <a:gd name="connsiteX585" fmla="*/ 5609011 w 5896576"/>
              <a:gd name="connsiteY585" fmla="*/ 1910494 h 6958335"/>
              <a:gd name="connsiteX586" fmla="*/ 5607690 w 5896576"/>
              <a:gd name="connsiteY586" fmla="*/ 1917328 h 6958335"/>
              <a:gd name="connsiteX587" fmla="*/ 5601611 w 5896576"/>
              <a:gd name="connsiteY587" fmla="*/ 1913826 h 6958335"/>
              <a:gd name="connsiteX588" fmla="*/ 5537903 w 5896576"/>
              <a:gd name="connsiteY588" fmla="*/ 1910063 h 6958335"/>
              <a:gd name="connsiteX589" fmla="*/ 5520234 w 5896576"/>
              <a:gd name="connsiteY589" fmla="*/ 1927732 h 6958335"/>
              <a:gd name="connsiteX590" fmla="*/ 5534299 w 5896576"/>
              <a:gd name="connsiteY590" fmla="*/ 1911727 h 6958335"/>
              <a:gd name="connsiteX591" fmla="*/ 4684576 w 5896576"/>
              <a:gd name="connsiteY591" fmla="*/ 1904851 h 6958335"/>
              <a:gd name="connsiteX592" fmla="*/ 4666906 w 5896576"/>
              <a:gd name="connsiteY592" fmla="*/ 1922521 h 6958335"/>
              <a:gd name="connsiteX593" fmla="*/ 4525557 w 5896576"/>
              <a:gd name="connsiteY593" fmla="*/ 2063870 h 6958335"/>
              <a:gd name="connsiteX594" fmla="*/ 4490219 w 5896576"/>
              <a:gd name="connsiteY594" fmla="*/ 2099208 h 6958335"/>
              <a:gd name="connsiteX595" fmla="*/ 4490218 w 5896576"/>
              <a:gd name="connsiteY595" fmla="*/ 2099208 h 6958335"/>
              <a:gd name="connsiteX596" fmla="*/ 4490218 w 5896576"/>
              <a:gd name="connsiteY596" fmla="*/ 2099209 h 6958335"/>
              <a:gd name="connsiteX597" fmla="*/ 4454880 w 5896576"/>
              <a:gd name="connsiteY597" fmla="*/ 2134547 h 6958335"/>
              <a:gd name="connsiteX598" fmla="*/ 4508103 w 5896576"/>
              <a:gd name="connsiteY598" fmla="*/ 2117093 h 6958335"/>
              <a:gd name="connsiteX599" fmla="*/ 4499161 w 5896576"/>
              <a:gd name="connsiteY599" fmla="*/ 2108151 h 6958335"/>
              <a:gd name="connsiteX600" fmla="*/ 4490218 w 5896576"/>
              <a:gd name="connsiteY600" fmla="*/ 2099209 h 6958335"/>
              <a:gd name="connsiteX601" fmla="*/ 4490219 w 5896576"/>
              <a:gd name="connsiteY601" fmla="*/ 2099208 h 6958335"/>
              <a:gd name="connsiteX602" fmla="*/ 4521221 w 5896576"/>
              <a:gd name="connsiteY602" fmla="*/ 2081619 h 6958335"/>
              <a:gd name="connsiteX603" fmla="*/ 4525557 w 5896576"/>
              <a:gd name="connsiteY603" fmla="*/ 2063870 h 6958335"/>
              <a:gd name="connsiteX604" fmla="*/ 4558875 w 5896576"/>
              <a:gd name="connsiteY604" fmla="*/ 2061850 h 6958335"/>
              <a:gd name="connsiteX605" fmla="*/ 4578780 w 5896576"/>
              <a:gd name="connsiteY605" fmla="*/ 2046416 h 6958335"/>
              <a:gd name="connsiteX606" fmla="*/ 4684576 w 5896576"/>
              <a:gd name="connsiteY606" fmla="*/ 1904851 h 6958335"/>
              <a:gd name="connsiteX607" fmla="*/ 5626686 w 5896576"/>
              <a:gd name="connsiteY607" fmla="*/ 1892829 h 6958335"/>
              <a:gd name="connsiteX608" fmla="*/ 5609011 w 5896576"/>
              <a:gd name="connsiteY608" fmla="*/ 1910494 h 6958335"/>
              <a:gd name="connsiteX609" fmla="*/ 4438377 w 5896576"/>
              <a:gd name="connsiteY609" fmla="*/ 1884529 h 6958335"/>
              <a:gd name="connsiteX610" fmla="*/ 4367883 w 5896576"/>
              <a:gd name="connsiteY610" fmla="*/ 1955023 h 6958335"/>
              <a:gd name="connsiteX611" fmla="*/ 4384887 w 5896576"/>
              <a:gd name="connsiteY611" fmla="*/ 1954123 h 6958335"/>
              <a:gd name="connsiteX612" fmla="*/ 4412117 w 5896576"/>
              <a:gd name="connsiteY612" fmla="*/ 1945987 h 6958335"/>
              <a:gd name="connsiteX613" fmla="*/ 4424031 w 5896576"/>
              <a:gd name="connsiteY613" fmla="*/ 1942435 h 6958335"/>
              <a:gd name="connsiteX614" fmla="*/ 4436156 w 5896576"/>
              <a:gd name="connsiteY614" fmla="*/ 1935147 h 6958335"/>
              <a:gd name="connsiteX615" fmla="*/ 4438949 w 5896576"/>
              <a:gd name="connsiteY615" fmla="*/ 1930498 h 6958335"/>
              <a:gd name="connsiteX616" fmla="*/ 4451041 w 5896576"/>
              <a:gd name="connsiteY616" fmla="*/ 1897193 h 6958335"/>
              <a:gd name="connsiteX617" fmla="*/ 5466575 w 5896576"/>
              <a:gd name="connsiteY617" fmla="*/ 1874073 h 6958335"/>
              <a:gd name="connsiteX618" fmla="*/ 5484460 w 5896576"/>
              <a:gd name="connsiteY618" fmla="*/ 1891957 h 6958335"/>
              <a:gd name="connsiteX619" fmla="*/ 5466790 w 5896576"/>
              <a:gd name="connsiteY619" fmla="*/ 1909627 h 6958335"/>
              <a:gd name="connsiteX620" fmla="*/ 5466575 w 5896576"/>
              <a:gd name="connsiteY620" fmla="*/ 1874073 h 6958335"/>
              <a:gd name="connsiteX621" fmla="*/ 4508834 w 5896576"/>
              <a:gd name="connsiteY621" fmla="*/ 1814072 h 6958335"/>
              <a:gd name="connsiteX622" fmla="*/ 4489013 w 5896576"/>
              <a:gd name="connsiteY622" fmla="*/ 1851497 h 6958335"/>
              <a:gd name="connsiteX623" fmla="*/ 4463681 w 5896576"/>
              <a:gd name="connsiteY623" fmla="*/ 1890327 h 6958335"/>
              <a:gd name="connsiteX624" fmla="*/ 4485845 w 5896576"/>
              <a:gd name="connsiteY624" fmla="*/ 1878895 h 6958335"/>
              <a:gd name="connsiteX625" fmla="*/ 4495608 w 5896576"/>
              <a:gd name="connsiteY625" fmla="*/ 1871298 h 6958335"/>
              <a:gd name="connsiteX626" fmla="*/ 4508834 w 5896576"/>
              <a:gd name="connsiteY626" fmla="*/ 1814072 h 6958335"/>
              <a:gd name="connsiteX627" fmla="*/ 3514011 w 5896576"/>
              <a:gd name="connsiteY627" fmla="*/ 1810051 h 6958335"/>
              <a:gd name="connsiteX628" fmla="*/ 3513036 w 5896576"/>
              <a:gd name="connsiteY628" fmla="*/ 1812498 h 6958335"/>
              <a:gd name="connsiteX629" fmla="*/ 3500809 w 5896576"/>
              <a:gd name="connsiteY629" fmla="*/ 1810055 h 6958335"/>
              <a:gd name="connsiteX630" fmla="*/ 3505196 w 5896576"/>
              <a:gd name="connsiteY630" fmla="*/ 1832065 h 6958335"/>
              <a:gd name="connsiteX631" fmla="*/ 3513036 w 5896576"/>
              <a:gd name="connsiteY631" fmla="*/ 1812498 h 6958335"/>
              <a:gd name="connsiteX632" fmla="*/ 3522813 w 5896576"/>
              <a:gd name="connsiteY632" fmla="*/ 1814447 h 6958335"/>
              <a:gd name="connsiteX633" fmla="*/ 3514011 w 5896576"/>
              <a:gd name="connsiteY633" fmla="*/ 1810051 h 6958335"/>
              <a:gd name="connsiteX634" fmla="*/ 3462565 w 5896576"/>
              <a:gd name="connsiteY634" fmla="*/ 1809799 h 6958335"/>
              <a:gd name="connsiteX635" fmla="*/ 3467789 w 5896576"/>
              <a:gd name="connsiteY635" fmla="*/ 1816675 h 6958335"/>
              <a:gd name="connsiteX636" fmla="*/ 3468127 w 5896576"/>
              <a:gd name="connsiteY636" fmla="*/ 1818468 h 6958335"/>
              <a:gd name="connsiteX637" fmla="*/ 3467788 w 5896576"/>
              <a:gd name="connsiteY637" fmla="*/ 1818875 h 6958335"/>
              <a:gd name="connsiteX638" fmla="*/ 3469983 w 5896576"/>
              <a:gd name="connsiteY638" fmla="*/ 1832079 h 6958335"/>
              <a:gd name="connsiteX639" fmla="*/ 3381927 w 5896576"/>
              <a:gd name="connsiteY639" fmla="*/ 1884937 h 6958335"/>
              <a:gd name="connsiteX640" fmla="*/ 3399546 w 5896576"/>
              <a:gd name="connsiteY640" fmla="*/ 1867319 h 6958335"/>
              <a:gd name="connsiteX641" fmla="*/ 3434772 w 5896576"/>
              <a:gd name="connsiteY641" fmla="*/ 1832093 h 6958335"/>
              <a:gd name="connsiteX642" fmla="*/ 3452384 w 5896576"/>
              <a:gd name="connsiteY642" fmla="*/ 1814480 h 6958335"/>
              <a:gd name="connsiteX643" fmla="*/ 3462565 w 5896576"/>
              <a:gd name="connsiteY643" fmla="*/ 1809799 h 6958335"/>
              <a:gd name="connsiteX644" fmla="*/ 4648248 w 5896576"/>
              <a:gd name="connsiteY644" fmla="*/ 1778406 h 6958335"/>
              <a:gd name="connsiteX645" fmla="*/ 4582304 w 5896576"/>
              <a:gd name="connsiteY645" fmla="*/ 1837919 h 6958335"/>
              <a:gd name="connsiteX646" fmla="*/ 4595357 w 5896576"/>
              <a:gd name="connsiteY646" fmla="*/ 1850972 h 6958335"/>
              <a:gd name="connsiteX647" fmla="*/ 4648365 w 5896576"/>
              <a:gd name="connsiteY647" fmla="*/ 1797964 h 6958335"/>
              <a:gd name="connsiteX648" fmla="*/ 4672254 w 5896576"/>
              <a:gd name="connsiteY648" fmla="*/ 1755394 h 6958335"/>
              <a:gd name="connsiteX649" fmla="*/ 4667323 w 5896576"/>
              <a:gd name="connsiteY649" fmla="*/ 1761186 h 6958335"/>
              <a:gd name="connsiteX650" fmla="*/ 4656600 w 5896576"/>
              <a:gd name="connsiteY650" fmla="*/ 1770860 h 6958335"/>
              <a:gd name="connsiteX651" fmla="*/ 4666039 w 5896576"/>
              <a:gd name="connsiteY651" fmla="*/ 1780299 h 6958335"/>
              <a:gd name="connsiteX652" fmla="*/ 4672554 w 5896576"/>
              <a:gd name="connsiteY652" fmla="*/ 1755890 h 6958335"/>
              <a:gd name="connsiteX653" fmla="*/ 3628487 w 5896576"/>
              <a:gd name="connsiteY653" fmla="*/ 1743981 h 6958335"/>
              <a:gd name="connsiteX654" fmla="*/ 3610874 w 5896576"/>
              <a:gd name="connsiteY654" fmla="*/ 1761594 h 6958335"/>
              <a:gd name="connsiteX655" fmla="*/ 3628487 w 5896576"/>
              <a:gd name="connsiteY655" fmla="*/ 1743981 h 6958335"/>
              <a:gd name="connsiteX656" fmla="*/ 4593422 w 5896576"/>
              <a:gd name="connsiteY656" fmla="*/ 1739421 h 6958335"/>
              <a:gd name="connsiteX657" fmla="*/ 4558463 w 5896576"/>
              <a:gd name="connsiteY657" fmla="*/ 1768493 h 6958335"/>
              <a:gd name="connsiteX658" fmla="*/ 4555069 w 5896576"/>
              <a:gd name="connsiteY658" fmla="*/ 1772233 h 6958335"/>
              <a:gd name="connsiteX659" fmla="*/ 4540568 w 5896576"/>
              <a:gd name="connsiteY659" fmla="*/ 1802332 h 6958335"/>
              <a:gd name="connsiteX660" fmla="*/ 4577036 w 5896576"/>
              <a:gd name="connsiteY660" fmla="*/ 1761974 h 6958335"/>
              <a:gd name="connsiteX661" fmla="*/ 4559484 w 5896576"/>
              <a:gd name="connsiteY661" fmla="*/ 1797420 h 6958335"/>
              <a:gd name="connsiteX662" fmla="*/ 4553973 w 5896576"/>
              <a:gd name="connsiteY662" fmla="*/ 1808537 h 6958335"/>
              <a:gd name="connsiteX663" fmla="*/ 4581475 w 5896576"/>
              <a:gd name="connsiteY663" fmla="*/ 1785431 h 6958335"/>
              <a:gd name="connsiteX664" fmla="*/ 5465487 w 5896576"/>
              <a:gd name="connsiteY664" fmla="*/ 1696293 h 6958335"/>
              <a:gd name="connsiteX665" fmla="*/ 5430149 w 5896576"/>
              <a:gd name="connsiteY665" fmla="*/ 1731631 h 6958335"/>
              <a:gd name="connsiteX666" fmla="*/ 5448038 w 5896576"/>
              <a:gd name="connsiteY666" fmla="*/ 1749521 h 6958335"/>
              <a:gd name="connsiteX667" fmla="*/ 5465487 w 5896576"/>
              <a:gd name="connsiteY667" fmla="*/ 1696293 h 6958335"/>
              <a:gd name="connsiteX668" fmla="*/ 3593298 w 5896576"/>
              <a:gd name="connsiteY668" fmla="*/ 1673566 h 6958335"/>
              <a:gd name="connsiteX669" fmla="*/ 3575685 w 5896576"/>
              <a:gd name="connsiteY669" fmla="*/ 1691179 h 6958335"/>
              <a:gd name="connsiteX670" fmla="*/ 3593298 w 5896576"/>
              <a:gd name="connsiteY670" fmla="*/ 1673566 h 6958335"/>
              <a:gd name="connsiteX671" fmla="*/ 4888964 w 5896576"/>
              <a:gd name="connsiteY671" fmla="*/ 1670272 h 6958335"/>
              <a:gd name="connsiteX672" fmla="*/ 4894287 w 5896576"/>
              <a:gd name="connsiteY672" fmla="*/ 1677246 h 6958335"/>
              <a:gd name="connsiteX673" fmla="*/ 4895716 w 5896576"/>
              <a:gd name="connsiteY673" fmla="*/ 1686868 h 6958335"/>
              <a:gd name="connsiteX674" fmla="*/ 4893303 w 5896576"/>
              <a:gd name="connsiteY674" fmla="*/ 1689515 h 6958335"/>
              <a:gd name="connsiteX675" fmla="*/ 4878717 w 5896576"/>
              <a:gd name="connsiteY675" fmla="*/ 1674930 h 6958335"/>
              <a:gd name="connsiteX676" fmla="*/ 4888964 w 5896576"/>
              <a:gd name="connsiteY676" fmla="*/ 1670272 h 6958335"/>
              <a:gd name="connsiteX677" fmla="*/ 4674513 w 5896576"/>
              <a:gd name="connsiteY677" fmla="*/ 1668745 h 6958335"/>
              <a:gd name="connsiteX678" fmla="*/ 4684964 w 5896576"/>
              <a:gd name="connsiteY678" fmla="*/ 1673140 h 6958335"/>
              <a:gd name="connsiteX679" fmla="*/ 4663827 w 5896576"/>
              <a:gd name="connsiteY679" fmla="*/ 1683713 h 6958335"/>
              <a:gd name="connsiteX680" fmla="*/ 4667356 w 5896576"/>
              <a:gd name="connsiteY680" fmla="*/ 1677550 h 6958335"/>
              <a:gd name="connsiteX681" fmla="*/ 4674513 w 5896576"/>
              <a:gd name="connsiteY681" fmla="*/ 1668745 h 6958335"/>
              <a:gd name="connsiteX682" fmla="*/ 4713952 w 5896576"/>
              <a:gd name="connsiteY682" fmla="*/ 1638809 h 6958335"/>
              <a:gd name="connsiteX683" fmla="*/ 4704785 w 5896576"/>
              <a:gd name="connsiteY683" fmla="*/ 1640121 h 6958335"/>
              <a:gd name="connsiteX684" fmla="*/ 4704091 w 5896576"/>
              <a:gd name="connsiteY684" fmla="*/ 1644968 h 6958335"/>
              <a:gd name="connsiteX685" fmla="*/ 4707124 w 5896576"/>
              <a:gd name="connsiteY685" fmla="*/ 1650980 h 6958335"/>
              <a:gd name="connsiteX686" fmla="*/ 4712218 w 5896576"/>
              <a:gd name="connsiteY686" fmla="*/ 1645886 h 6958335"/>
              <a:gd name="connsiteX687" fmla="*/ 5080498 w 5896576"/>
              <a:gd name="connsiteY687" fmla="*/ 1629623 h 6958335"/>
              <a:gd name="connsiteX688" fmla="*/ 5051468 w 5896576"/>
              <a:gd name="connsiteY688" fmla="*/ 1652129 h 6958335"/>
              <a:gd name="connsiteX689" fmla="*/ 5054730 w 5896576"/>
              <a:gd name="connsiteY689" fmla="*/ 1655391 h 6958335"/>
              <a:gd name="connsiteX690" fmla="*/ 4718386 w 5896576"/>
              <a:gd name="connsiteY690" fmla="*/ 1620624 h 6958335"/>
              <a:gd name="connsiteX691" fmla="*/ 4713184 w 5896576"/>
              <a:gd name="connsiteY691" fmla="*/ 1625826 h 6958335"/>
              <a:gd name="connsiteX692" fmla="*/ 4715799 w 5896576"/>
              <a:gd name="connsiteY692" fmla="*/ 1624711 h 6958335"/>
              <a:gd name="connsiteX693" fmla="*/ 4716718 w 5896576"/>
              <a:gd name="connsiteY693" fmla="*/ 1627476 h 6958335"/>
              <a:gd name="connsiteX694" fmla="*/ 4730886 w 5896576"/>
              <a:gd name="connsiteY694" fmla="*/ 1605866 h 6958335"/>
              <a:gd name="connsiteX695" fmla="*/ 4730844 w 5896576"/>
              <a:gd name="connsiteY695" fmla="*/ 1605917 h 6958335"/>
              <a:gd name="connsiteX696" fmla="*/ 4698833 w 5896576"/>
              <a:gd name="connsiteY696" fmla="*/ 1624074 h 6958335"/>
              <a:gd name="connsiteX697" fmla="*/ 4684978 w 5896576"/>
              <a:gd name="connsiteY697" fmla="*/ 1637928 h 6958335"/>
              <a:gd name="connsiteX698" fmla="*/ 4670590 w 5896576"/>
              <a:gd name="connsiteY698" fmla="*/ 1652316 h 6958335"/>
              <a:gd name="connsiteX699" fmla="*/ 4665383 w 5896576"/>
              <a:gd name="connsiteY699" fmla="*/ 1673627 h 6958335"/>
              <a:gd name="connsiteX700" fmla="*/ 4683052 w 5896576"/>
              <a:gd name="connsiteY700" fmla="*/ 1655958 h 6958335"/>
              <a:gd name="connsiteX701" fmla="*/ 4646762 w 5896576"/>
              <a:gd name="connsiteY701" fmla="*/ 1692257 h 6958335"/>
              <a:gd name="connsiteX702" fmla="*/ 4649743 w 5896576"/>
              <a:gd name="connsiteY702" fmla="*/ 1690767 h 6958335"/>
              <a:gd name="connsiteX703" fmla="*/ 4663827 w 5896576"/>
              <a:gd name="connsiteY703" fmla="*/ 1683713 h 6958335"/>
              <a:gd name="connsiteX704" fmla="*/ 4649733 w 5896576"/>
              <a:gd name="connsiteY704" fmla="*/ 1708371 h 6958335"/>
              <a:gd name="connsiteX705" fmla="*/ 4684964 w 5896576"/>
              <a:gd name="connsiteY705" fmla="*/ 1673140 h 6958335"/>
              <a:gd name="connsiteX706" fmla="*/ 4697305 w 5896576"/>
              <a:gd name="connsiteY706" fmla="*/ 1660799 h 6958335"/>
              <a:gd name="connsiteX707" fmla="*/ 4694127 w 5896576"/>
              <a:gd name="connsiteY707" fmla="*/ 1649364 h 6958335"/>
              <a:gd name="connsiteX708" fmla="*/ 4694980 w 5896576"/>
              <a:gd name="connsiteY708" fmla="*/ 1647929 h 6958335"/>
              <a:gd name="connsiteX709" fmla="*/ 4684978 w 5896576"/>
              <a:gd name="connsiteY709" fmla="*/ 1637928 h 6958335"/>
              <a:gd name="connsiteX710" fmla="*/ 4711736 w 5896576"/>
              <a:gd name="connsiteY710" fmla="*/ 1626450 h 6958335"/>
              <a:gd name="connsiteX711" fmla="*/ 4730844 w 5896576"/>
              <a:gd name="connsiteY711" fmla="*/ 1605917 h 6958335"/>
              <a:gd name="connsiteX712" fmla="*/ 4730876 w 5896576"/>
              <a:gd name="connsiteY712" fmla="*/ 1605894 h 6958335"/>
              <a:gd name="connsiteX713" fmla="*/ 4742261 w 5896576"/>
              <a:gd name="connsiteY713" fmla="*/ 1589522 h 6958335"/>
              <a:gd name="connsiteX714" fmla="*/ 4740227 w 5896576"/>
              <a:gd name="connsiteY714" fmla="*/ 1593928 h 6958335"/>
              <a:gd name="connsiteX715" fmla="*/ 4740630 w 5896576"/>
              <a:gd name="connsiteY715" fmla="*/ 1595390 h 6958335"/>
              <a:gd name="connsiteX716" fmla="*/ 4744243 w 5896576"/>
              <a:gd name="connsiteY716" fmla="*/ 1591505 h 6958335"/>
              <a:gd name="connsiteX717" fmla="*/ 3787013 w 5896576"/>
              <a:gd name="connsiteY717" fmla="*/ 1585454 h 6958335"/>
              <a:gd name="connsiteX718" fmla="*/ 3786999 w 5896576"/>
              <a:gd name="connsiteY718" fmla="*/ 1620666 h 6958335"/>
              <a:gd name="connsiteX719" fmla="*/ 3787013 w 5896576"/>
              <a:gd name="connsiteY719" fmla="*/ 1585454 h 6958335"/>
              <a:gd name="connsiteX720" fmla="*/ 5455809 w 5896576"/>
              <a:gd name="connsiteY720" fmla="*/ 1567354 h 6958335"/>
              <a:gd name="connsiteX721" fmla="*/ 5446946 w 5896576"/>
              <a:gd name="connsiteY721" fmla="*/ 1571746 h 6958335"/>
              <a:gd name="connsiteX722" fmla="*/ 5443328 w 5896576"/>
              <a:gd name="connsiteY722" fmla="*/ 1573376 h 6958335"/>
              <a:gd name="connsiteX723" fmla="*/ 5434976 w 5896576"/>
              <a:gd name="connsiteY723" fmla="*/ 1583716 h 6958335"/>
              <a:gd name="connsiteX724" fmla="*/ 5446946 w 5896576"/>
              <a:gd name="connsiteY724" fmla="*/ 1571746 h 6958335"/>
              <a:gd name="connsiteX725" fmla="*/ 5464836 w 5896576"/>
              <a:gd name="connsiteY725" fmla="*/ 1589635 h 6958335"/>
              <a:gd name="connsiteX726" fmla="*/ 5455809 w 5896576"/>
              <a:gd name="connsiteY726" fmla="*/ 1567354 h 6958335"/>
              <a:gd name="connsiteX727" fmla="*/ 5171291 w 5896576"/>
              <a:gd name="connsiteY727" fmla="*/ 1552281 h 6958335"/>
              <a:gd name="connsiteX728" fmla="*/ 5168315 w 5896576"/>
              <a:gd name="connsiteY728" fmla="*/ 1561200 h 6958335"/>
              <a:gd name="connsiteX729" fmla="*/ 5180178 w 5896576"/>
              <a:gd name="connsiteY729" fmla="*/ 1552337 h 6958335"/>
              <a:gd name="connsiteX730" fmla="*/ 5144619 w 5896576"/>
              <a:gd name="connsiteY730" fmla="*/ 1552117 h 6958335"/>
              <a:gd name="connsiteX731" fmla="*/ 5126954 w 5896576"/>
              <a:gd name="connsiteY731" fmla="*/ 1569791 h 6958335"/>
              <a:gd name="connsiteX732" fmla="*/ 5080775 w 5896576"/>
              <a:gd name="connsiteY732" fmla="*/ 1629346 h 6958335"/>
              <a:gd name="connsiteX733" fmla="*/ 5125187 w 5896576"/>
              <a:gd name="connsiteY733" fmla="*/ 1584934 h 6958335"/>
              <a:gd name="connsiteX734" fmla="*/ 5126607 w 5896576"/>
              <a:gd name="connsiteY734" fmla="*/ 1588482 h 6958335"/>
              <a:gd name="connsiteX735" fmla="*/ 5144619 w 5896576"/>
              <a:gd name="connsiteY735" fmla="*/ 1552117 h 6958335"/>
              <a:gd name="connsiteX736" fmla="*/ 5148152 w 5896576"/>
              <a:gd name="connsiteY736" fmla="*/ 1554779 h 6958335"/>
              <a:gd name="connsiteX737" fmla="*/ 5148959 w 5896576"/>
              <a:gd name="connsiteY737" fmla="*/ 1552145 h 6958335"/>
              <a:gd name="connsiteX738" fmla="*/ 3839857 w 5896576"/>
              <a:gd name="connsiteY738" fmla="*/ 1532610 h 6958335"/>
              <a:gd name="connsiteX739" fmla="*/ 3839843 w 5896576"/>
              <a:gd name="connsiteY739" fmla="*/ 1567822 h 6958335"/>
              <a:gd name="connsiteX740" fmla="*/ 3824438 w 5896576"/>
              <a:gd name="connsiteY740" fmla="*/ 1570030 h 6958335"/>
              <a:gd name="connsiteX741" fmla="*/ 3822230 w 5896576"/>
              <a:gd name="connsiteY741" fmla="*/ 1585436 h 6958335"/>
              <a:gd name="connsiteX742" fmla="*/ 3824438 w 5896576"/>
              <a:gd name="connsiteY742" fmla="*/ 1565634 h 6958335"/>
              <a:gd name="connsiteX743" fmla="*/ 3839857 w 5896576"/>
              <a:gd name="connsiteY743" fmla="*/ 1532610 h 6958335"/>
              <a:gd name="connsiteX744" fmla="*/ 5495581 w 5896576"/>
              <a:gd name="connsiteY744" fmla="*/ 1508637 h 6958335"/>
              <a:gd name="connsiteX745" fmla="*/ 5487492 w 5896576"/>
              <a:gd name="connsiteY745" fmla="*/ 1518658 h 6958335"/>
              <a:gd name="connsiteX746" fmla="*/ 5499959 w 5896576"/>
              <a:gd name="connsiteY746" fmla="*/ 1518733 h 6958335"/>
              <a:gd name="connsiteX747" fmla="*/ 5055405 w 5896576"/>
              <a:gd name="connsiteY747" fmla="*/ 1498242 h 6958335"/>
              <a:gd name="connsiteX748" fmla="*/ 4878717 w 5896576"/>
              <a:gd name="connsiteY748" fmla="*/ 1674930 h 6958335"/>
              <a:gd name="connsiteX749" fmla="*/ 4808040 w 5896576"/>
              <a:gd name="connsiteY749" fmla="*/ 1745607 h 6958335"/>
              <a:gd name="connsiteX750" fmla="*/ 4666686 w 5896576"/>
              <a:gd name="connsiteY750" fmla="*/ 1886962 h 6958335"/>
              <a:gd name="connsiteX751" fmla="*/ 4737583 w 5896576"/>
              <a:gd name="connsiteY751" fmla="*/ 1851843 h 6958335"/>
              <a:gd name="connsiteX752" fmla="*/ 4755253 w 5896576"/>
              <a:gd name="connsiteY752" fmla="*/ 1834174 h 6958335"/>
              <a:gd name="connsiteX753" fmla="*/ 4795062 w 5896576"/>
              <a:gd name="connsiteY753" fmla="*/ 1803307 h 6958335"/>
              <a:gd name="connsiteX754" fmla="*/ 4808040 w 5896576"/>
              <a:gd name="connsiteY754" fmla="*/ 1745607 h 6958335"/>
              <a:gd name="connsiteX755" fmla="*/ 4836948 w 5896576"/>
              <a:gd name="connsiteY755" fmla="*/ 1748007 h 6958335"/>
              <a:gd name="connsiteX756" fmla="*/ 4825930 w 5896576"/>
              <a:gd name="connsiteY756" fmla="*/ 1763497 h 6958335"/>
              <a:gd name="connsiteX757" fmla="*/ 4893303 w 5896576"/>
              <a:gd name="connsiteY757" fmla="*/ 1689515 h 6958335"/>
              <a:gd name="connsiteX758" fmla="*/ 4896602 w 5896576"/>
              <a:gd name="connsiteY758" fmla="*/ 1692815 h 6958335"/>
              <a:gd name="connsiteX759" fmla="*/ 4895716 w 5896576"/>
              <a:gd name="connsiteY759" fmla="*/ 1686868 h 6958335"/>
              <a:gd name="connsiteX760" fmla="*/ 4962780 w 5896576"/>
              <a:gd name="connsiteY760" fmla="*/ 1613224 h 6958335"/>
              <a:gd name="connsiteX761" fmla="*/ 5073295 w 5896576"/>
              <a:gd name="connsiteY761" fmla="*/ 1516132 h 6958335"/>
              <a:gd name="connsiteX762" fmla="*/ 5055405 w 5896576"/>
              <a:gd name="connsiteY762" fmla="*/ 1498242 h 6958335"/>
              <a:gd name="connsiteX763" fmla="*/ 3896216 w 5896576"/>
              <a:gd name="connsiteY763" fmla="*/ 1497370 h 6958335"/>
              <a:gd name="connsiteX764" fmla="*/ 3897097 w 5896576"/>
              <a:gd name="connsiteY764" fmla="*/ 1501776 h 6958335"/>
              <a:gd name="connsiteX765" fmla="*/ 3875088 w 5896576"/>
              <a:gd name="connsiteY765" fmla="*/ 1497380 h 6958335"/>
              <a:gd name="connsiteX766" fmla="*/ 5516044 w 5896576"/>
              <a:gd name="connsiteY766" fmla="*/ 1483282 h 6958335"/>
              <a:gd name="connsiteX767" fmla="*/ 5508808 w 5896576"/>
              <a:gd name="connsiteY767" fmla="*/ 1492252 h 6958335"/>
              <a:gd name="connsiteX768" fmla="*/ 5517624 w 5896576"/>
              <a:gd name="connsiteY768" fmla="*/ 1501068 h 6958335"/>
              <a:gd name="connsiteX769" fmla="*/ 5535297 w 5896576"/>
              <a:gd name="connsiteY769" fmla="*/ 1483394 h 6958335"/>
              <a:gd name="connsiteX770" fmla="*/ 5517520 w 5896576"/>
              <a:gd name="connsiteY770" fmla="*/ 1483287 h 6958335"/>
              <a:gd name="connsiteX771" fmla="*/ 3963144 w 5896576"/>
              <a:gd name="connsiteY771" fmla="*/ 1444522 h 6958335"/>
              <a:gd name="connsiteX772" fmla="*/ 3910300 w 5896576"/>
              <a:gd name="connsiteY772" fmla="*/ 1497365 h 6958335"/>
              <a:gd name="connsiteX773" fmla="*/ 3896216 w 5896576"/>
              <a:gd name="connsiteY773" fmla="*/ 1497370 h 6958335"/>
              <a:gd name="connsiteX774" fmla="*/ 3892701 w 5896576"/>
              <a:gd name="connsiteY774" fmla="*/ 1479766 h 6958335"/>
              <a:gd name="connsiteX775" fmla="*/ 3927932 w 5896576"/>
              <a:gd name="connsiteY775" fmla="*/ 1444536 h 6958335"/>
              <a:gd name="connsiteX776" fmla="*/ 3963144 w 5896576"/>
              <a:gd name="connsiteY776" fmla="*/ 1444522 h 6958335"/>
              <a:gd name="connsiteX777" fmla="*/ 3998361 w 5896576"/>
              <a:gd name="connsiteY777" fmla="*/ 1444512 h 6958335"/>
              <a:gd name="connsiteX778" fmla="*/ 3998885 w 5896576"/>
              <a:gd name="connsiteY778" fmla="*/ 1447662 h 6958335"/>
              <a:gd name="connsiteX779" fmla="*/ 3997264 w 5896576"/>
              <a:gd name="connsiteY779" fmla="*/ 1447812 h 6958335"/>
              <a:gd name="connsiteX780" fmla="*/ 4983861 w 5896576"/>
              <a:gd name="connsiteY780" fmla="*/ 1426698 h 6958335"/>
              <a:gd name="connsiteX781" fmla="*/ 4897867 w 5896576"/>
              <a:gd name="connsiteY781" fmla="*/ 1520856 h 6958335"/>
              <a:gd name="connsiteX782" fmla="*/ 4860176 w 5896576"/>
              <a:gd name="connsiteY782" fmla="*/ 1550383 h 6958335"/>
              <a:gd name="connsiteX783" fmla="*/ 4827659 w 5896576"/>
              <a:gd name="connsiteY783" fmla="*/ 1594898 h 6958335"/>
              <a:gd name="connsiteX784" fmla="*/ 4745785 w 5896576"/>
              <a:gd name="connsiteY784" fmla="*/ 1669011 h 6958335"/>
              <a:gd name="connsiteX785" fmla="*/ 4725937 w 5896576"/>
              <a:gd name="connsiteY785" fmla="*/ 1692328 h 6958335"/>
              <a:gd name="connsiteX786" fmla="*/ 4787460 w 5896576"/>
              <a:gd name="connsiteY786" fmla="*/ 1649935 h 6958335"/>
              <a:gd name="connsiteX787" fmla="*/ 4827659 w 5896576"/>
              <a:gd name="connsiteY787" fmla="*/ 1594898 h 6958335"/>
              <a:gd name="connsiteX788" fmla="*/ 4842591 w 5896576"/>
              <a:gd name="connsiteY788" fmla="*/ 1581381 h 6958335"/>
              <a:gd name="connsiteX789" fmla="*/ 4897867 w 5896576"/>
              <a:gd name="connsiteY789" fmla="*/ 1520856 h 6958335"/>
              <a:gd name="connsiteX790" fmla="*/ 4922098 w 5896576"/>
              <a:gd name="connsiteY790" fmla="*/ 1501874 h 6958335"/>
              <a:gd name="connsiteX791" fmla="*/ 4983861 w 5896576"/>
              <a:gd name="connsiteY791" fmla="*/ 1426698 h 6958335"/>
              <a:gd name="connsiteX792" fmla="*/ 5570416 w 5896576"/>
              <a:gd name="connsiteY792" fmla="*/ 1412506 h 6958335"/>
              <a:gd name="connsiteX793" fmla="*/ 5552746 w 5896576"/>
              <a:gd name="connsiteY793" fmla="*/ 1430176 h 6958335"/>
              <a:gd name="connsiteX794" fmla="*/ 5552962 w 5896576"/>
              <a:gd name="connsiteY794" fmla="*/ 1465730 h 6958335"/>
              <a:gd name="connsiteX795" fmla="*/ 5588301 w 5896576"/>
              <a:gd name="connsiteY795" fmla="*/ 1430391 h 6958335"/>
              <a:gd name="connsiteX796" fmla="*/ 5570416 w 5896576"/>
              <a:gd name="connsiteY796" fmla="*/ 1412506 h 6958335"/>
              <a:gd name="connsiteX797" fmla="*/ 3875130 w 5896576"/>
              <a:gd name="connsiteY797" fmla="*/ 1391734 h 6958335"/>
              <a:gd name="connsiteX798" fmla="*/ 3864947 w 5896576"/>
              <a:gd name="connsiteY798" fmla="*/ 1396416 h 6958335"/>
              <a:gd name="connsiteX799" fmla="*/ 3863333 w 5896576"/>
              <a:gd name="connsiteY799" fmla="*/ 1394291 h 6958335"/>
              <a:gd name="connsiteX800" fmla="*/ 3869627 w 5896576"/>
              <a:gd name="connsiteY800" fmla="*/ 1392287 h 6958335"/>
              <a:gd name="connsiteX801" fmla="*/ 3875130 w 5896576"/>
              <a:gd name="connsiteY801" fmla="*/ 1391734 h 6958335"/>
              <a:gd name="connsiteX802" fmla="*/ 5033832 w 5896576"/>
              <a:gd name="connsiteY802" fmla="*/ 1376727 h 6958335"/>
              <a:gd name="connsiteX803" fmla="*/ 5001531 w 5896576"/>
              <a:gd name="connsiteY803" fmla="*/ 1409029 h 6958335"/>
              <a:gd name="connsiteX804" fmla="*/ 5033832 w 5896576"/>
              <a:gd name="connsiteY804" fmla="*/ 1376727 h 6958335"/>
              <a:gd name="connsiteX805" fmla="*/ 5614509 w 5896576"/>
              <a:gd name="connsiteY805" fmla="*/ 1354999 h 6958335"/>
              <a:gd name="connsiteX806" fmla="*/ 5605754 w 5896576"/>
              <a:gd name="connsiteY806" fmla="*/ 1377168 h 6958335"/>
              <a:gd name="connsiteX807" fmla="*/ 5600664 w 5896576"/>
              <a:gd name="connsiteY807" fmla="*/ 1390056 h 6958335"/>
              <a:gd name="connsiteX808" fmla="*/ 5600664 w 5896576"/>
              <a:gd name="connsiteY808" fmla="*/ 1391069 h 6958335"/>
              <a:gd name="connsiteX809" fmla="*/ 5600167 w 5896576"/>
              <a:gd name="connsiteY809" fmla="*/ 1391322 h 6958335"/>
              <a:gd name="connsiteX810" fmla="*/ 5597004 w 5896576"/>
              <a:gd name="connsiteY810" fmla="*/ 1399332 h 6958335"/>
              <a:gd name="connsiteX811" fmla="*/ 5590602 w 5896576"/>
              <a:gd name="connsiteY811" fmla="*/ 1396107 h 6958335"/>
              <a:gd name="connsiteX812" fmla="*/ 5589768 w 5896576"/>
              <a:gd name="connsiteY812" fmla="*/ 1396520 h 6958335"/>
              <a:gd name="connsiteX813" fmla="*/ 5605970 w 5896576"/>
              <a:gd name="connsiteY813" fmla="*/ 1412722 h 6958335"/>
              <a:gd name="connsiteX814" fmla="*/ 5623639 w 5896576"/>
              <a:gd name="connsiteY814" fmla="*/ 1395053 h 6958335"/>
              <a:gd name="connsiteX815" fmla="*/ 5623423 w 5896576"/>
              <a:gd name="connsiteY815" fmla="*/ 1359499 h 6958335"/>
              <a:gd name="connsiteX816" fmla="*/ 5614509 w 5896576"/>
              <a:gd name="connsiteY816" fmla="*/ 1354999 h 6958335"/>
              <a:gd name="connsiteX817" fmla="*/ 4142574 w 5896576"/>
              <a:gd name="connsiteY817" fmla="*/ 1315700 h 6958335"/>
              <a:gd name="connsiteX818" fmla="*/ 4145869 w 5896576"/>
              <a:gd name="connsiteY818" fmla="*/ 1327806 h 6958335"/>
              <a:gd name="connsiteX819" fmla="*/ 4139260 w 5896576"/>
              <a:gd name="connsiteY819" fmla="*/ 1338811 h 6958335"/>
              <a:gd name="connsiteX820" fmla="*/ 4153237 w 5896576"/>
              <a:gd name="connsiteY820" fmla="*/ 1306630 h 6958335"/>
              <a:gd name="connsiteX821" fmla="*/ 4149454 w 5896576"/>
              <a:gd name="connsiteY821" fmla="*/ 1308822 h 6958335"/>
              <a:gd name="connsiteX822" fmla="*/ 4146940 w 5896576"/>
              <a:gd name="connsiteY822" fmla="*/ 1307532 h 6958335"/>
              <a:gd name="connsiteX823" fmla="*/ 4154684 w 5896576"/>
              <a:gd name="connsiteY823" fmla="*/ 1305792 h 6958335"/>
              <a:gd name="connsiteX824" fmla="*/ 4154769 w 5896576"/>
              <a:gd name="connsiteY824" fmla="*/ 1306411 h 6958335"/>
              <a:gd name="connsiteX825" fmla="*/ 4153237 w 5896576"/>
              <a:gd name="connsiteY825" fmla="*/ 1306630 h 6958335"/>
              <a:gd name="connsiteX826" fmla="*/ 4139274 w 5896576"/>
              <a:gd name="connsiteY826" fmla="*/ 1303598 h 6958335"/>
              <a:gd name="connsiteX827" fmla="*/ 4146940 w 5896576"/>
              <a:gd name="connsiteY827" fmla="*/ 1307532 h 6958335"/>
              <a:gd name="connsiteX828" fmla="*/ 4143675 w 5896576"/>
              <a:gd name="connsiteY828" fmla="*/ 1308000 h 6958335"/>
              <a:gd name="connsiteX829" fmla="*/ 4142574 w 5896576"/>
              <a:gd name="connsiteY829" fmla="*/ 1315700 h 6958335"/>
              <a:gd name="connsiteX830" fmla="*/ 5694100 w 5896576"/>
              <a:gd name="connsiteY830" fmla="*/ 1288822 h 6958335"/>
              <a:gd name="connsiteX831" fmla="*/ 5676431 w 5896576"/>
              <a:gd name="connsiteY831" fmla="*/ 1306491 h 6958335"/>
              <a:gd name="connsiteX832" fmla="*/ 5711985 w 5896576"/>
              <a:gd name="connsiteY832" fmla="*/ 1306706 h 6958335"/>
              <a:gd name="connsiteX833" fmla="*/ 5694100 w 5896576"/>
              <a:gd name="connsiteY833" fmla="*/ 1288822 h 6958335"/>
              <a:gd name="connsiteX834" fmla="*/ 5752173 w 5896576"/>
              <a:gd name="connsiteY834" fmla="*/ 1246398 h 6958335"/>
              <a:gd name="connsiteX835" fmla="*/ 5742745 w 5896576"/>
              <a:gd name="connsiteY835" fmla="*/ 1249119 h 6958335"/>
              <a:gd name="connsiteX836" fmla="*/ 5747324 w 5896576"/>
              <a:gd name="connsiteY836" fmla="*/ 1271368 h 6958335"/>
              <a:gd name="connsiteX837" fmla="*/ 5764993 w 5896576"/>
              <a:gd name="connsiteY837" fmla="*/ 1253698 h 6958335"/>
              <a:gd name="connsiteX838" fmla="*/ 5752173 w 5896576"/>
              <a:gd name="connsiteY838" fmla="*/ 1246398 h 6958335"/>
              <a:gd name="connsiteX839" fmla="*/ 5087791 w 5896576"/>
              <a:gd name="connsiteY839" fmla="*/ 1222189 h 6958335"/>
              <a:gd name="connsiteX840" fmla="*/ 5061489 w 5896576"/>
              <a:gd name="connsiteY840" fmla="*/ 1243814 h 6958335"/>
              <a:gd name="connsiteX841" fmla="*/ 5051998 w 5896576"/>
              <a:gd name="connsiteY841" fmla="*/ 1251824 h 6958335"/>
              <a:gd name="connsiteX842" fmla="*/ 5013412 w 5896576"/>
              <a:gd name="connsiteY842" fmla="*/ 1302146 h 6958335"/>
              <a:gd name="connsiteX843" fmla="*/ 5007609 w 5896576"/>
              <a:gd name="connsiteY843" fmla="*/ 1308389 h 6958335"/>
              <a:gd name="connsiteX844" fmla="*/ 4965540 w 5896576"/>
              <a:gd name="connsiteY844" fmla="*/ 1337700 h 6958335"/>
              <a:gd name="connsiteX845" fmla="*/ 4923682 w 5896576"/>
              <a:gd name="connsiteY845" fmla="*/ 1397443 h 6958335"/>
              <a:gd name="connsiteX846" fmla="*/ 4921578 w 5896576"/>
              <a:gd name="connsiteY846" fmla="*/ 1400869 h 6958335"/>
              <a:gd name="connsiteX847" fmla="*/ 4881595 w 5896576"/>
              <a:gd name="connsiteY847" fmla="*/ 1443852 h 6958335"/>
              <a:gd name="connsiteX848" fmla="*/ 4859525 w 5896576"/>
              <a:gd name="connsiteY848" fmla="*/ 1443716 h 6958335"/>
              <a:gd name="connsiteX849" fmla="*/ 4859670 w 5896576"/>
              <a:gd name="connsiteY849" fmla="*/ 1467417 h 6958335"/>
              <a:gd name="connsiteX850" fmla="*/ 4841762 w 5896576"/>
              <a:gd name="connsiteY850" fmla="*/ 1486675 h 6958335"/>
              <a:gd name="connsiteX851" fmla="*/ 4819017 w 5896576"/>
              <a:gd name="connsiteY851" fmla="*/ 1496035 h 6958335"/>
              <a:gd name="connsiteX852" fmla="*/ 4825892 w 5896576"/>
              <a:gd name="connsiteY852" fmla="*/ 1497014 h 6958335"/>
              <a:gd name="connsiteX853" fmla="*/ 4790666 w 5896576"/>
              <a:gd name="connsiteY853" fmla="*/ 1532240 h 6958335"/>
              <a:gd name="connsiteX854" fmla="*/ 4779755 w 5896576"/>
              <a:gd name="connsiteY854" fmla="*/ 1525698 h 6958335"/>
              <a:gd name="connsiteX855" fmla="*/ 4767387 w 5896576"/>
              <a:gd name="connsiteY855" fmla="*/ 1537025 h 6958335"/>
              <a:gd name="connsiteX856" fmla="*/ 4777454 w 5896576"/>
              <a:gd name="connsiteY856" fmla="*/ 1541047 h 6958335"/>
              <a:gd name="connsiteX857" fmla="*/ 4773048 w 5896576"/>
              <a:gd name="connsiteY857" fmla="*/ 1549858 h 6958335"/>
              <a:gd name="connsiteX858" fmla="*/ 4749886 w 5896576"/>
              <a:gd name="connsiteY858" fmla="*/ 1573020 h 6958335"/>
              <a:gd name="connsiteX859" fmla="*/ 4746643 w 5896576"/>
              <a:gd name="connsiteY859" fmla="*/ 1580041 h 6958335"/>
              <a:gd name="connsiteX860" fmla="*/ 4764298 w 5896576"/>
              <a:gd name="connsiteY860" fmla="*/ 1569950 h 6958335"/>
              <a:gd name="connsiteX861" fmla="*/ 4769393 w 5896576"/>
              <a:gd name="connsiteY861" fmla="*/ 1564471 h 6958335"/>
              <a:gd name="connsiteX862" fmla="*/ 4773048 w 5896576"/>
              <a:gd name="connsiteY862" fmla="*/ 1549858 h 6958335"/>
              <a:gd name="connsiteX863" fmla="*/ 4778199 w 5896576"/>
              <a:gd name="connsiteY863" fmla="*/ 1555009 h 6958335"/>
              <a:gd name="connsiteX864" fmla="*/ 4841762 w 5896576"/>
              <a:gd name="connsiteY864" fmla="*/ 1486675 h 6958335"/>
              <a:gd name="connsiteX865" fmla="*/ 4859745 w 5896576"/>
              <a:gd name="connsiteY865" fmla="*/ 1479265 h 6958335"/>
              <a:gd name="connsiteX866" fmla="*/ 4859670 w 5896576"/>
              <a:gd name="connsiteY866" fmla="*/ 1467417 h 6958335"/>
              <a:gd name="connsiteX867" fmla="*/ 4881595 w 5896576"/>
              <a:gd name="connsiteY867" fmla="*/ 1443852 h 6958335"/>
              <a:gd name="connsiteX868" fmla="*/ 4895084 w 5896576"/>
              <a:gd name="connsiteY868" fmla="*/ 1443927 h 6958335"/>
              <a:gd name="connsiteX869" fmla="*/ 4921578 w 5896576"/>
              <a:gd name="connsiteY869" fmla="*/ 1400869 h 6958335"/>
              <a:gd name="connsiteX870" fmla="*/ 5007609 w 5896576"/>
              <a:gd name="connsiteY870" fmla="*/ 1308389 h 6958335"/>
              <a:gd name="connsiteX871" fmla="*/ 5009793 w 5896576"/>
              <a:gd name="connsiteY871" fmla="*/ 1306861 h 6958335"/>
              <a:gd name="connsiteX872" fmla="*/ 5013412 w 5896576"/>
              <a:gd name="connsiteY872" fmla="*/ 1302146 h 6958335"/>
              <a:gd name="connsiteX873" fmla="*/ 5238510 w 5896576"/>
              <a:gd name="connsiteY873" fmla="*/ 1169828 h 6958335"/>
              <a:gd name="connsiteX874" fmla="*/ 5231226 w 5896576"/>
              <a:gd name="connsiteY874" fmla="*/ 1179333 h 6958335"/>
              <a:gd name="connsiteX875" fmla="*/ 5239620 w 5896576"/>
              <a:gd name="connsiteY875" fmla="*/ 1170939 h 6958335"/>
              <a:gd name="connsiteX876" fmla="*/ 5839680 w 5896576"/>
              <a:gd name="connsiteY876" fmla="*/ 1157774 h 6958335"/>
              <a:gd name="connsiteX877" fmla="*/ 5853335 w 5896576"/>
              <a:gd name="connsiteY877" fmla="*/ 1165357 h 6958335"/>
              <a:gd name="connsiteX878" fmla="*/ 5839977 w 5896576"/>
              <a:gd name="connsiteY878" fmla="*/ 1160830 h 6958335"/>
              <a:gd name="connsiteX879" fmla="*/ 5839478 w 5896576"/>
              <a:gd name="connsiteY879" fmla="*/ 1157784 h 6958335"/>
              <a:gd name="connsiteX880" fmla="*/ 5871004 w 5896576"/>
              <a:gd name="connsiteY880" fmla="*/ 1147687 h 6958335"/>
              <a:gd name="connsiteX881" fmla="*/ 5868034 w 5896576"/>
              <a:gd name="connsiteY881" fmla="*/ 1150442 h 6958335"/>
              <a:gd name="connsiteX882" fmla="*/ 5867494 w 5896576"/>
              <a:gd name="connsiteY882" fmla="*/ 1149074 h 6958335"/>
              <a:gd name="connsiteX883" fmla="*/ 5639790 w 5896576"/>
              <a:gd name="connsiteY883" fmla="*/ 1128495 h 6958335"/>
              <a:gd name="connsiteX884" fmla="*/ 5604451 w 5896576"/>
              <a:gd name="connsiteY884" fmla="*/ 1163833 h 6958335"/>
              <a:gd name="connsiteX885" fmla="*/ 5581566 w 5896576"/>
              <a:gd name="connsiteY885" fmla="*/ 1201033 h 6958335"/>
              <a:gd name="connsiteX886" fmla="*/ 5567013 w 5896576"/>
              <a:gd name="connsiteY886" fmla="*/ 1219157 h 6958335"/>
              <a:gd name="connsiteX887" fmla="*/ 5559541 w 5896576"/>
              <a:gd name="connsiteY887" fmla="*/ 1228183 h 6958335"/>
              <a:gd name="connsiteX888" fmla="*/ 5552393 w 5896576"/>
              <a:gd name="connsiteY888" fmla="*/ 1236012 h 6958335"/>
              <a:gd name="connsiteX889" fmla="*/ 5551140 w 5896576"/>
              <a:gd name="connsiteY889" fmla="*/ 1238332 h 6958335"/>
              <a:gd name="connsiteX890" fmla="*/ 5523121 w 5896576"/>
              <a:gd name="connsiteY890" fmla="*/ 1272179 h 6958335"/>
              <a:gd name="connsiteX891" fmla="*/ 5500699 w 5896576"/>
              <a:gd name="connsiteY891" fmla="*/ 1276528 h 6958335"/>
              <a:gd name="connsiteX892" fmla="*/ 5515889 w 5896576"/>
              <a:gd name="connsiteY892" fmla="*/ 1216626 h 6958335"/>
              <a:gd name="connsiteX893" fmla="*/ 5410089 w 5896576"/>
              <a:gd name="connsiteY893" fmla="*/ 1358195 h 6958335"/>
              <a:gd name="connsiteX894" fmla="*/ 5410605 w 5896576"/>
              <a:gd name="connsiteY894" fmla="*/ 1357867 h 6958335"/>
              <a:gd name="connsiteX895" fmla="*/ 5446332 w 5896576"/>
              <a:gd name="connsiteY895" fmla="*/ 1327239 h 6958335"/>
              <a:gd name="connsiteX896" fmla="*/ 5445428 w 5896576"/>
              <a:gd name="connsiteY896" fmla="*/ 1322857 h 6958335"/>
              <a:gd name="connsiteX897" fmla="*/ 5500699 w 5896576"/>
              <a:gd name="connsiteY897" fmla="*/ 1276528 h 6958335"/>
              <a:gd name="connsiteX898" fmla="*/ 5496917 w 5896576"/>
              <a:gd name="connsiteY898" fmla="*/ 1285465 h 6958335"/>
              <a:gd name="connsiteX899" fmla="*/ 5512126 w 5896576"/>
              <a:gd name="connsiteY899" fmla="*/ 1285461 h 6958335"/>
              <a:gd name="connsiteX900" fmla="*/ 5523121 w 5896576"/>
              <a:gd name="connsiteY900" fmla="*/ 1272179 h 6958335"/>
              <a:gd name="connsiteX901" fmla="*/ 5533990 w 5896576"/>
              <a:gd name="connsiteY901" fmla="*/ 1270065 h 6958335"/>
              <a:gd name="connsiteX902" fmla="*/ 5551140 w 5896576"/>
              <a:gd name="connsiteY902" fmla="*/ 1238332 h 6958335"/>
              <a:gd name="connsiteX903" fmla="*/ 5559541 w 5896576"/>
              <a:gd name="connsiteY903" fmla="*/ 1228183 h 6958335"/>
              <a:gd name="connsiteX904" fmla="*/ 5575847 w 5896576"/>
              <a:gd name="connsiteY904" fmla="*/ 1210322 h 6958335"/>
              <a:gd name="connsiteX905" fmla="*/ 5581566 w 5896576"/>
              <a:gd name="connsiteY905" fmla="*/ 1201033 h 6958335"/>
              <a:gd name="connsiteX906" fmla="*/ 5861163 w 5896576"/>
              <a:gd name="connsiteY906" fmla="*/ 1127907 h 6958335"/>
              <a:gd name="connsiteX907" fmla="*/ 5864298 w 5896576"/>
              <a:gd name="connsiteY907" fmla="*/ 1140981 h 6958335"/>
              <a:gd name="connsiteX908" fmla="*/ 5867494 w 5896576"/>
              <a:gd name="connsiteY908" fmla="*/ 1149074 h 6958335"/>
              <a:gd name="connsiteX909" fmla="*/ 5861832 w 5896576"/>
              <a:gd name="connsiteY909" fmla="*/ 1151310 h 6958335"/>
              <a:gd name="connsiteX910" fmla="*/ 5853120 w 5896576"/>
              <a:gd name="connsiteY910" fmla="*/ 1129802 h 6958335"/>
              <a:gd name="connsiteX911" fmla="*/ 5861163 w 5896576"/>
              <a:gd name="connsiteY911" fmla="*/ 1127907 h 6958335"/>
              <a:gd name="connsiteX912" fmla="*/ 5896576 w 5896576"/>
              <a:gd name="connsiteY912" fmla="*/ 1113817 h 6958335"/>
              <a:gd name="connsiteX913" fmla="*/ 5896576 w 5896576"/>
              <a:gd name="connsiteY913" fmla="*/ 1140517 h 6958335"/>
              <a:gd name="connsiteX914" fmla="*/ 5888674 w 5896576"/>
              <a:gd name="connsiteY914" fmla="*/ 1130018 h 6958335"/>
              <a:gd name="connsiteX915" fmla="*/ 5888583 w 5896576"/>
              <a:gd name="connsiteY915" fmla="*/ 1115019 h 6958335"/>
              <a:gd name="connsiteX916" fmla="*/ 5501895 w 5896576"/>
              <a:gd name="connsiteY916" fmla="*/ 1108211 h 6958335"/>
              <a:gd name="connsiteX917" fmla="*/ 5462230 w 5896576"/>
              <a:gd name="connsiteY917" fmla="*/ 1162966 h 6958335"/>
              <a:gd name="connsiteX918" fmla="*/ 5515238 w 5896576"/>
              <a:gd name="connsiteY918" fmla="*/ 1109959 h 6958335"/>
              <a:gd name="connsiteX919" fmla="*/ 5501895 w 5896576"/>
              <a:gd name="connsiteY919" fmla="*/ 1108211 h 6958335"/>
              <a:gd name="connsiteX920" fmla="*/ 5319573 w 5896576"/>
              <a:gd name="connsiteY920" fmla="*/ 1090986 h 6958335"/>
              <a:gd name="connsiteX921" fmla="*/ 5278910 w 5896576"/>
              <a:gd name="connsiteY921" fmla="*/ 1119323 h 6958335"/>
              <a:gd name="connsiteX922" fmla="*/ 5266570 w 5896576"/>
              <a:gd name="connsiteY922" fmla="*/ 1143989 h 6958335"/>
              <a:gd name="connsiteX923" fmla="*/ 5377783 w 5896576"/>
              <a:gd name="connsiteY923" fmla="*/ 1018491 h 6958335"/>
              <a:gd name="connsiteX924" fmla="*/ 5361585 w 5896576"/>
              <a:gd name="connsiteY924" fmla="*/ 1033526 h 6958335"/>
              <a:gd name="connsiteX925" fmla="*/ 5372581 w 5896576"/>
              <a:gd name="connsiteY925" fmla="*/ 1037978 h 6958335"/>
              <a:gd name="connsiteX926" fmla="*/ 5479032 w 5896576"/>
              <a:gd name="connsiteY926" fmla="*/ 1003076 h 6958335"/>
              <a:gd name="connsiteX927" fmla="*/ 5408355 w 5896576"/>
              <a:gd name="connsiteY927" fmla="*/ 1073753 h 6958335"/>
              <a:gd name="connsiteX928" fmla="*/ 5479032 w 5896576"/>
              <a:gd name="connsiteY928" fmla="*/ 1003076 h 6958335"/>
              <a:gd name="connsiteX929" fmla="*/ 5816046 w 5896576"/>
              <a:gd name="connsiteY929" fmla="*/ 880698 h 6958335"/>
              <a:gd name="connsiteX930" fmla="*/ 5798382 w 5896576"/>
              <a:gd name="connsiteY930" fmla="*/ 898363 h 6958335"/>
              <a:gd name="connsiteX931" fmla="*/ 5798373 w 5896576"/>
              <a:gd name="connsiteY931" fmla="*/ 898363 h 6958335"/>
              <a:gd name="connsiteX932" fmla="*/ 5816046 w 5896576"/>
              <a:gd name="connsiteY932" fmla="*/ 880698 h 6958335"/>
              <a:gd name="connsiteX933" fmla="*/ 5566938 w 5896576"/>
              <a:gd name="connsiteY933" fmla="*/ 843621 h 6958335"/>
              <a:gd name="connsiteX934" fmla="*/ 5549264 w 5896576"/>
              <a:gd name="connsiteY934" fmla="*/ 861295 h 6958335"/>
              <a:gd name="connsiteX935" fmla="*/ 5533783 w 5896576"/>
              <a:gd name="connsiteY935" fmla="*/ 872304 h 6958335"/>
              <a:gd name="connsiteX936" fmla="*/ 5533732 w 5896576"/>
              <a:gd name="connsiteY936" fmla="*/ 871662 h 6958335"/>
              <a:gd name="connsiteX937" fmla="*/ 5531398 w 5896576"/>
              <a:gd name="connsiteY937" fmla="*/ 874184 h 6958335"/>
              <a:gd name="connsiteX938" fmla="*/ 5549264 w 5896576"/>
              <a:gd name="connsiteY938" fmla="*/ 861295 h 6958335"/>
              <a:gd name="connsiteX939" fmla="*/ 5531604 w 5896576"/>
              <a:gd name="connsiteY939" fmla="*/ 878955 h 6958335"/>
              <a:gd name="connsiteX940" fmla="*/ 5566938 w 5896576"/>
              <a:gd name="connsiteY940" fmla="*/ 843621 h 6958335"/>
              <a:gd name="connsiteX941" fmla="*/ 5531389 w 5896576"/>
              <a:gd name="connsiteY941" fmla="*/ 843401 h 6958335"/>
              <a:gd name="connsiteX942" fmla="*/ 5438623 w 5896576"/>
              <a:gd name="connsiteY942" fmla="*/ 936167 h 6958335"/>
              <a:gd name="connsiteX943" fmla="*/ 5407704 w 5896576"/>
              <a:gd name="connsiteY943" fmla="*/ 967086 h 6958335"/>
              <a:gd name="connsiteX944" fmla="*/ 5464578 w 5896576"/>
              <a:gd name="connsiteY944" fmla="*/ 923353 h 6958335"/>
              <a:gd name="connsiteX945" fmla="*/ 5531913 w 5896576"/>
              <a:gd name="connsiteY945" fmla="*/ 849709 h 6958335"/>
              <a:gd name="connsiteX946" fmla="*/ 5805025 w 5896576"/>
              <a:gd name="connsiteY946" fmla="*/ 804522 h 6958335"/>
              <a:gd name="connsiteX947" fmla="*/ 5780057 w 5896576"/>
              <a:gd name="connsiteY947" fmla="*/ 809370 h 6958335"/>
              <a:gd name="connsiteX948" fmla="*/ 5762387 w 5896576"/>
              <a:gd name="connsiteY948" fmla="*/ 827039 h 6958335"/>
              <a:gd name="connsiteX949" fmla="*/ 5780272 w 5896576"/>
              <a:gd name="connsiteY949" fmla="*/ 844924 h 6958335"/>
              <a:gd name="connsiteX950" fmla="*/ 5709379 w 5896576"/>
              <a:gd name="connsiteY950" fmla="*/ 880047 h 6958335"/>
              <a:gd name="connsiteX951" fmla="*/ 5656376 w 5896576"/>
              <a:gd name="connsiteY951" fmla="*/ 933050 h 6958335"/>
              <a:gd name="connsiteX952" fmla="*/ 5780272 w 5896576"/>
              <a:gd name="connsiteY952" fmla="*/ 844924 h 6958335"/>
              <a:gd name="connsiteX953" fmla="*/ 5815611 w 5896576"/>
              <a:gd name="connsiteY953" fmla="*/ 809585 h 6958335"/>
              <a:gd name="connsiteX954" fmla="*/ 5805025 w 5896576"/>
              <a:gd name="connsiteY954" fmla="*/ 804522 h 6958335"/>
              <a:gd name="connsiteX955" fmla="*/ 5833064 w 5896576"/>
              <a:gd name="connsiteY955" fmla="*/ 756362 h 6958335"/>
              <a:gd name="connsiteX956" fmla="*/ 5797726 w 5896576"/>
              <a:gd name="connsiteY956" fmla="*/ 791700 h 6958335"/>
              <a:gd name="connsiteX957" fmla="*/ 5833064 w 5896576"/>
              <a:gd name="connsiteY957" fmla="*/ 756362 h 6958335"/>
              <a:gd name="connsiteX958" fmla="*/ 5520797 w 5896576"/>
              <a:gd name="connsiteY958" fmla="*/ 747233 h 6958335"/>
              <a:gd name="connsiteX959" fmla="*/ 5513063 w 5896576"/>
              <a:gd name="connsiteY959" fmla="*/ 754408 h 6958335"/>
              <a:gd name="connsiteX960" fmla="*/ 5460060 w 5896576"/>
              <a:gd name="connsiteY960" fmla="*/ 807411 h 6958335"/>
              <a:gd name="connsiteX961" fmla="*/ 5495394 w 5896576"/>
              <a:gd name="connsiteY961" fmla="*/ 772077 h 6958335"/>
              <a:gd name="connsiteX962" fmla="*/ 5442175 w 5896576"/>
              <a:gd name="connsiteY962" fmla="*/ 789526 h 6958335"/>
              <a:gd name="connsiteX963" fmla="*/ 5457866 w 5896576"/>
              <a:gd name="connsiteY963" fmla="*/ 773835 h 6958335"/>
              <a:gd name="connsiteX964" fmla="*/ 5457857 w 5896576"/>
              <a:gd name="connsiteY964" fmla="*/ 773834 h 6958335"/>
              <a:gd name="connsiteX965" fmla="*/ 5420822 w 5896576"/>
              <a:gd name="connsiteY965" fmla="*/ 810869 h 6958335"/>
              <a:gd name="connsiteX966" fmla="*/ 5416009 w 5896576"/>
              <a:gd name="connsiteY966" fmla="*/ 818898 h 6958335"/>
              <a:gd name="connsiteX967" fmla="*/ 5389575 w 5896576"/>
              <a:gd name="connsiteY967" fmla="*/ 862926 h 6958335"/>
              <a:gd name="connsiteX968" fmla="*/ 5371962 w 5896576"/>
              <a:gd name="connsiteY968" fmla="*/ 880539 h 6958335"/>
              <a:gd name="connsiteX969" fmla="*/ 5336722 w 5896576"/>
              <a:gd name="connsiteY969" fmla="*/ 950987 h 6958335"/>
              <a:gd name="connsiteX970" fmla="*/ 5359439 w 5896576"/>
              <a:gd name="connsiteY970" fmla="*/ 939621 h 6958335"/>
              <a:gd name="connsiteX971" fmla="*/ 5366492 w 5896576"/>
              <a:gd name="connsiteY971" fmla="*/ 932736 h 6958335"/>
              <a:gd name="connsiteX972" fmla="*/ 5389566 w 5896576"/>
              <a:gd name="connsiteY972" fmla="*/ 898143 h 6958335"/>
              <a:gd name="connsiteX973" fmla="*/ 5370654 w 5896576"/>
              <a:gd name="connsiteY973" fmla="*/ 928677 h 6958335"/>
              <a:gd name="connsiteX974" fmla="*/ 5530948 w 5896576"/>
              <a:gd name="connsiteY974" fmla="*/ 772292 h 6958335"/>
              <a:gd name="connsiteX975" fmla="*/ 5521926 w 5896576"/>
              <a:gd name="connsiteY975" fmla="*/ 750016 h 6958335"/>
              <a:gd name="connsiteX976" fmla="*/ 5520797 w 5896576"/>
              <a:gd name="connsiteY976" fmla="*/ 747233 h 6958335"/>
              <a:gd name="connsiteX977" fmla="*/ 5886288 w 5896576"/>
              <a:gd name="connsiteY977" fmla="*/ 738908 h 6958335"/>
              <a:gd name="connsiteX978" fmla="*/ 5868619 w 5896576"/>
              <a:gd name="connsiteY978" fmla="*/ 756578 h 6958335"/>
              <a:gd name="connsiteX979" fmla="*/ 5886288 w 5896576"/>
              <a:gd name="connsiteY979" fmla="*/ 738908 h 6958335"/>
              <a:gd name="connsiteX980" fmla="*/ 5725746 w 5896576"/>
              <a:gd name="connsiteY980" fmla="*/ 649044 h 6958335"/>
              <a:gd name="connsiteX981" fmla="*/ 5619730 w 5896576"/>
              <a:gd name="connsiteY981" fmla="*/ 755059 h 6958335"/>
              <a:gd name="connsiteX982" fmla="*/ 5601841 w 5896576"/>
              <a:gd name="connsiteY982" fmla="*/ 737169 h 6958335"/>
              <a:gd name="connsiteX983" fmla="*/ 5601981 w 5896576"/>
              <a:gd name="connsiteY983" fmla="*/ 759797 h 6958335"/>
              <a:gd name="connsiteX984" fmla="*/ 5595326 w 5896576"/>
              <a:gd name="connsiteY984" fmla="*/ 761579 h 6958335"/>
              <a:gd name="connsiteX985" fmla="*/ 5591160 w 5896576"/>
              <a:gd name="connsiteY985" fmla="*/ 761818 h 6958335"/>
              <a:gd name="connsiteX986" fmla="*/ 5586412 w 5896576"/>
              <a:gd name="connsiteY986" fmla="*/ 757070 h 6958335"/>
              <a:gd name="connsiteX987" fmla="*/ 5584176 w 5896576"/>
              <a:gd name="connsiteY987" fmla="*/ 754834 h 6958335"/>
              <a:gd name="connsiteX988" fmla="*/ 5582276 w 5896576"/>
              <a:gd name="connsiteY988" fmla="*/ 762328 h 6958335"/>
              <a:gd name="connsiteX989" fmla="*/ 5591160 w 5896576"/>
              <a:gd name="connsiteY989" fmla="*/ 761818 h 6958335"/>
              <a:gd name="connsiteX990" fmla="*/ 5602066 w 5896576"/>
              <a:gd name="connsiteY990" fmla="*/ 772724 h 6958335"/>
              <a:gd name="connsiteX991" fmla="*/ 5601981 w 5896576"/>
              <a:gd name="connsiteY991" fmla="*/ 759797 h 6958335"/>
              <a:gd name="connsiteX992" fmla="*/ 5619730 w 5896576"/>
              <a:gd name="connsiteY992" fmla="*/ 755059 h 6958335"/>
              <a:gd name="connsiteX993" fmla="*/ 5708077 w 5896576"/>
              <a:gd name="connsiteY993" fmla="*/ 666713 h 6958335"/>
              <a:gd name="connsiteX994" fmla="*/ 5725746 w 5896576"/>
              <a:gd name="connsiteY994" fmla="*/ 649044 h 6958335"/>
              <a:gd name="connsiteX995" fmla="*/ 5761084 w 5896576"/>
              <a:gd name="connsiteY995" fmla="*/ 613705 h 6958335"/>
              <a:gd name="connsiteX996" fmla="*/ 5761300 w 5896576"/>
              <a:gd name="connsiteY996" fmla="*/ 649259 h 6958335"/>
              <a:gd name="connsiteX997" fmla="*/ 5725961 w 5896576"/>
              <a:gd name="connsiteY997" fmla="*/ 684598 h 6958335"/>
              <a:gd name="connsiteX998" fmla="*/ 5602276 w 5896576"/>
              <a:gd name="connsiteY998" fmla="*/ 808283 h 6958335"/>
              <a:gd name="connsiteX999" fmla="*/ 5637835 w 5896576"/>
              <a:gd name="connsiteY999" fmla="*/ 808503 h 6958335"/>
              <a:gd name="connsiteX1000" fmla="*/ 5761300 w 5896576"/>
              <a:gd name="connsiteY1000" fmla="*/ 649259 h 6958335"/>
              <a:gd name="connsiteX1001" fmla="*/ 5778969 w 5896576"/>
              <a:gd name="connsiteY1001" fmla="*/ 631590 h 6958335"/>
              <a:gd name="connsiteX1002" fmla="*/ 5761084 w 5896576"/>
              <a:gd name="connsiteY1002" fmla="*/ 613705 h 6958335"/>
              <a:gd name="connsiteX1003" fmla="*/ 4984719 w 5896576"/>
              <a:gd name="connsiteY1003" fmla="*/ 563758 h 6958335"/>
              <a:gd name="connsiteX1004" fmla="*/ 4949493 w 5896576"/>
              <a:gd name="connsiteY1004" fmla="*/ 598984 h 6958335"/>
              <a:gd name="connsiteX1005" fmla="*/ 5002318 w 5896576"/>
              <a:gd name="connsiteY1005" fmla="*/ 581356 h 6958335"/>
              <a:gd name="connsiteX1006" fmla="*/ 4984719 w 5896576"/>
              <a:gd name="connsiteY1006" fmla="*/ 563758 h 6958335"/>
              <a:gd name="connsiteX1007" fmla="*/ 5636312 w 5896576"/>
              <a:gd name="connsiteY1007" fmla="*/ 559610 h 6958335"/>
              <a:gd name="connsiteX1008" fmla="*/ 5603209 w 5896576"/>
              <a:gd name="connsiteY1008" fmla="*/ 597184 h 6958335"/>
              <a:gd name="connsiteX1009" fmla="*/ 5602047 w 5896576"/>
              <a:gd name="connsiteY1009" fmla="*/ 600202 h 6958335"/>
              <a:gd name="connsiteX1010" fmla="*/ 5600964 w 5896576"/>
              <a:gd name="connsiteY1010" fmla="*/ 616339 h 6958335"/>
              <a:gd name="connsiteX1011" fmla="*/ 5592579 w 5896576"/>
              <a:gd name="connsiteY1011" fmla="*/ 624723 h 6958335"/>
              <a:gd name="connsiteX1012" fmla="*/ 5583524 w 5896576"/>
              <a:gd name="connsiteY1012" fmla="*/ 648176 h 6958335"/>
              <a:gd name="connsiteX1013" fmla="*/ 5548186 w 5896576"/>
              <a:gd name="connsiteY1013" fmla="*/ 683515 h 6958335"/>
              <a:gd name="connsiteX1014" fmla="*/ 5583524 w 5896576"/>
              <a:gd name="connsiteY1014" fmla="*/ 648176 h 6958335"/>
              <a:gd name="connsiteX1015" fmla="*/ 5654417 w 5896576"/>
              <a:gd name="connsiteY1015" fmla="*/ 613053 h 6958335"/>
              <a:gd name="connsiteX1016" fmla="*/ 5636312 w 5896576"/>
              <a:gd name="connsiteY1016" fmla="*/ 559610 h 6958335"/>
              <a:gd name="connsiteX1017" fmla="*/ 5796203 w 5896576"/>
              <a:gd name="connsiteY1017" fmla="*/ 542807 h 6958335"/>
              <a:gd name="connsiteX1018" fmla="*/ 5811777 w 5896576"/>
              <a:gd name="connsiteY1018" fmla="*/ 545127 h 6958335"/>
              <a:gd name="connsiteX1019" fmla="*/ 5813507 w 5896576"/>
              <a:gd name="connsiteY1019" fmla="*/ 556783 h 6958335"/>
              <a:gd name="connsiteX1020" fmla="*/ 5811111 w 5896576"/>
              <a:gd name="connsiteY1020" fmla="*/ 559488 h 6958335"/>
              <a:gd name="connsiteX1021" fmla="*/ 5791811 w 5896576"/>
              <a:gd name="connsiteY1021" fmla="*/ 551670 h 6958335"/>
              <a:gd name="connsiteX1022" fmla="*/ 5796203 w 5896576"/>
              <a:gd name="connsiteY1022" fmla="*/ 542807 h 6958335"/>
              <a:gd name="connsiteX1023" fmla="*/ 5072774 w 5896576"/>
              <a:gd name="connsiteY1023" fmla="*/ 510900 h 6958335"/>
              <a:gd name="connsiteX1024" fmla="*/ 5074185 w 5896576"/>
              <a:gd name="connsiteY1024" fmla="*/ 513716 h 6958335"/>
              <a:gd name="connsiteX1025" fmla="*/ 5055161 w 5896576"/>
              <a:gd name="connsiteY1025" fmla="*/ 528512 h 6958335"/>
              <a:gd name="connsiteX1026" fmla="*/ 5072774 w 5896576"/>
              <a:gd name="connsiteY1026" fmla="*/ 510900 h 6958335"/>
              <a:gd name="connsiteX1027" fmla="*/ 5583552 w 5896576"/>
              <a:gd name="connsiteY1027" fmla="*/ 105725 h 6958335"/>
              <a:gd name="connsiteX1028" fmla="*/ 5530709 w 5896576"/>
              <a:gd name="connsiteY1028" fmla="*/ 158569 h 6958335"/>
              <a:gd name="connsiteX1029" fmla="*/ 5583552 w 5896576"/>
              <a:gd name="connsiteY1029" fmla="*/ 105725 h 6958335"/>
              <a:gd name="connsiteX1030" fmla="*/ 5794871 w 5896576"/>
              <a:gd name="connsiteY1030" fmla="*/ 35216 h 6958335"/>
              <a:gd name="connsiteX1031" fmla="*/ 5793030 w 5896576"/>
              <a:gd name="connsiteY1031" fmla="*/ 37058 h 6958335"/>
              <a:gd name="connsiteX1032" fmla="*/ 5790068 w 5896576"/>
              <a:gd name="connsiteY1032" fmla="*/ 40020 h 6958335"/>
              <a:gd name="connsiteX1033" fmla="*/ 5787716 w 5896576"/>
              <a:gd name="connsiteY1033" fmla="*/ 42372 h 6958335"/>
              <a:gd name="connsiteX1034" fmla="*/ 5794871 w 5896576"/>
              <a:gd name="connsiteY1034" fmla="*/ 35216 h 6958335"/>
              <a:gd name="connsiteX1035" fmla="*/ 5794881 w 5896576"/>
              <a:gd name="connsiteY1035" fmla="*/ 0 h 6958335"/>
              <a:gd name="connsiteX1036" fmla="*/ 5812485 w 5896576"/>
              <a:gd name="connsiteY1036" fmla="*/ 17603 h 6958335"/>
              <a:gd name="connsiteX1037" fmla="*/ 5777254 w 5896576"/>
              <a:gd name="connsiteY1037" fmla="*/ 52834 h 6958335"/>
              <a:gd name="connsiteX1038" fmla="*/ 5759641 w 5896576"/>
              <a:gd name="connsiteY1038" fmla="*/ 70447 h 6958335"/>
              <a:gd name="connsiteX1039" fmla="*/ 5777254 w 5896576"/>
              <a:gd name="connsiteY1039" fmla="*/ 52834 h 6958335"/>
              <a:gd name="connsiteX1040" fmla="*/ 5790068 w 5896576"/>
              <a:gd name="connsiteY1040" fmla="*/ 40020 h 6958335"/>
              <a:gd name="connsiteX1041" fmla="*/ 5790466 w 5896576"/>
              <a:gd name="connsiteY1041" fmla="*/ 39622 h 6958335"/>
              <a:gd name="connsiteX1042" fmla="*/ 5793030 w 5896576"/>
              <a:gd name="connsiteY1042" fmla="*/ 37058 h 6958335"/>
              <a:gd name="connsiteX1043" fmla="*/ 5812485 w 5896576"/>
              <a:gd name="connsiteY1043" fmla="*/ 17603 h 6958335"/>
              <a:gd name="connsiteX1044" fmla="*/ 5812470 w 5896576"/>
              <a:gd name="connsiteY1044" fmla="*/ 52816 h 6958335"/>
              <a:gd name="connsiteX1045" fmla="*/ 5724396 w 5896576"/>
              <a:gd name="connsiteY1045" fmla="*/ 140890 h 6958335"/>
              <a:gd name="connsiteX1046" fmla="*/ 5759627 w 5896576"/>
              <a:gd name="connsiteY1046" fmla="*/ 105659 h 6958335"/>
              <a:gd name="connsiteX1047" fmla="*/ 5794844 w 5896576"/>
              <a:gd name="connsiteY1047" fmla="*/ 105650 h 6958335"/>
              <a:gd name="connsiteX1048" fmla="*/ 5777230 w 5896576"/>
              <a:gd name="connsiteY1048" fmla="*/ 123263 h 6958335"/>
              <a:gd name="connsiteX1049" fmla="*/ 5812456 w 5896576"/>
              <a:gd name="connsiteY1049" fmla="*/ 88037 h 6958335"/>
              <a:gd name="connsiteX1050" fmla="*/ 5812443 w 5896576"/>
              <a:gd name="connsiteY1050" fmla="*/ 123249 h 6958335"/>
              <a:gd name="connsiteX1051" fmla="*/ 5830055 w 5896576"/>
              <a:gd name="connsiteY1051" fmla="*/ 105636 h 6958335"/>
              <a:gd name="connsiteX1052" fmla="*/ 5812428 w 5896576"/>
              <a:gd name="connsiteY1052" fmla="*/ 158461 h 6958335"/>
              <a:gd name="connsiteX1053" fmla="*/ 5777198 w 5896576"/>
              <a:gd name="connsiteY1053" fmla="*/ 193691 h 6958335"/>
              <a:gd name="connsiteX1054" fmla="*/ 5741971 w 5896576"/>
              <a:gd name="connsiteY1054" fmla="*/ 228918 h 6958335"/>
              <a:gd name="connsiteX1055" fmla="*/ 5759585 w 5896576"/>
              <a:gd name="connsiteY1055" fmla="*/ 211304 h 6958335"/>
              <a:gd name="connsiteX1056" fmla="*/ 5741957 w 5896576"/>
              <a:gd name="connsiteY1056" fmla="*/ 264139 h 6958335"/>
              <a:gd name="connsiteX1057" fmla="*/ 5724354 w 5896576"/>
              <a:gd name="connsiteY1057" fmla="*/ 246535 h 6958335"/>
              <a:gd name="connsiteX1058" fmla="*/ 5724344 w 5896576"/>
              <a:gd name="connsiteY1058" fmla="*/ 281752 h 6958335"/>
              <a:gd name="connsiteX1059" fmla="*/ 5741957 w 5896576"/>
              <a:gd name="connsiteY1059" fmla="*/ 264139 h 6958335"/>
              <a:gd name="connsiteX1060" fmla="*/ 5759575 w 5896576"/>
              <a:gd name="connsiteY1060" fmla="*/ 246521 h 6958335"/>
              <a:gd name="connsiteX1061" fmla="*/ 5759561 w 5896576"/>
              <a:gd name="connsiteY1061" fmla="*/ 281733 h 6958335"/>
              <a:gd name="connsiteX1062" fmla="*/ 5724316 w 5896576"/>
              <a:gd name="connsiteY1062" fmla="*/ 352176 h 6958335"/>
              <a:gd name="connsiteX1063" fmla="*/ 5671473 w 5896576"/>
              <a:gd name="connsiteY1063" fmla="*/ 405020 h 6958335"/>
              <a:gd name="connsiteX1064" fmla="*/ 5636232 w 5896576"/>
              <a:gd name="connsiteY1064" fmla="*/ 475467 h 6958335"/>
              <a:gd name="connsiteX1065" fmla="*/ 5671463 w 5896576"/>
              <a:gd name="connsiteY1065" fmla="*/ 440237 h 6958335"/>
              <a:gd name="connsiteX1066" fmla="*/ 5672246 w 5896576"/>
              <a:gd name="connsiteY1066" fmla="*/ 443119 h 6958335"/>
              <a:gd name="connsiteX1067" fmla="*/ 5807370 w 5896576"/>
              <a:gd name="connsiteY1067" fmla="*/ 287382 h 6958335"/>
              <a:gd name="connsiteX1068" fmla="*/ 5815448 w 5896576"/>
              <a:gd name="connsiteY1068" fmla="*/ 283219 h 6958335"/>
              <a:gd name="connsiteX1069" fmla="*/ 5823231 w 5896576"/>
              <a:gd name="connsiteY1069" fmla="*/ 269102 h 6958335"/>
              <a:gd name="connsiteX1070" fmla="*/ 5847687 w 5896576"/>
              <a:gd name="connsiteY1070" fmla="*/ 240916 h 6958335"/>
              <a:gd name="connsiteX1071" fmla="*/ 5827811 w 5896576"/>
              <a:gd name="connsiteY1071" fmla="*/ 260796 h 6958335"/>
              <a:gd name="connsiteX1072" fmla="*/ 5823231 w 5896576"/>
              <a:gd name="connsiteY1072" fmla="*/ 269102 h 6958335"/>
              <a:gd name="connsiteX1073" fmla="*/ 5807370 w 5896576"/>
              <a:gd name="connsiteY1073" fmla="*/ 287382 h 6958335"/>
              <a:gd name="connsiteX1074" fmla="*/ 5794679 w 5896576"/>
              <a:gd name="connsiteY1074" fmla="*/ 293924 h 6958335"/>
              <a:gd name="connsiteX1075" fmla="*/ 5865356 w 5896576"/>
              <a:gd name="connsiteY1075" fmla="*/ 223247 h 6958335"/>
              <a:gd name="connsiteX1076" fmla="*/ 5896576 w 5896576"/>
              <a:gd name="connsiteY1076" fmla="*/ 192028 h 6958335"/>
              <a:gd name="connsiteX1077" fmla="*/ 5896576 w 5896576"/>
              <a:gd name="connsiteY1077" fmla="*/ 294708 h 6958335"/>
              <a:gd name="connsiteX1078" fmla="*/ 5859329 w 5896576"/>
              <a:gd name="connsiteY1078" fmla="*/ 327650 h 6958335"/>
              <a:gd name="connsiteX1079" fmla="*/ 5795551 w 5896576"/>
              <a:gd name="connsiteY1079" fmla="*/ 436140 h 6958335"/>
              <a:gd name="connsiteX1080" fmla="*/ 5777887 w 5896576"/>
              <a:gd name="connsiteY1080" fmla="*/ 453814 h 6958335"/>
              <a:gd name="connsiteX1081" fmla="*/ 5689320 w 5896576"/>
              <a:gd name="connsiteY1081" fmla="*/ 506602 h 6958335"/>
              <a:gd name="connsiteX1082" fmla="*/ 5689540 w 5896576"/>
              <a:gd name="connsiteY1082" fmla="*/ 542161 h 6958335"/>
              <a:gd name="connsiteX1083" fmla="*/ 5653981 w 5896576"/>
              <a:gd name="connsiteY1083" fmla="*/ 541940 h 6958335"/>
              <a:gd name="connsiteX1084" fmla="*/ 5672086 w 5896576"/>
              <a:gd name="connsiteY1084" fmla="*/ 595384 h 6958335"/>
              <a:gd name="connsiteX1085" fmla="*/ 5781807 w 5896576"/>
              <a:gd name="connsiteY1085" fmla="*/ 470783 h 6958335"/>
              <a:gd name="connsiteX1086" fmla="*/ 5896576 w 5896576"/>
              <a:gd name="connsiteY1086" fmla="*/ 339204 h 6958335"/>
              <a:gd name="connsiteX1087" fmla="*/ 5896576 w 5896576"/>
              <a:gd name="connsiteY1087" fmla="*/ 428159 h 6958335"/>
              <a:gd name="connsiteX1088" fmla="*/ 5880867 w 5896576"/>
              <a:gd name="connsiteY1088" fmla="*/ 443053 h 6958335"/>
              <a:gd name="connsiteX1089" fmla="*/ 5866880 w 5896576"/>
              <a:gd name="connsiteY1089" fmla="*/ 472130 h 6958335"/>
              <a:gd name="connsiteX1090" fmla="*/ 5796203 w 5896576"/>
              <a:gd name="connsiteY1090" fmla="*/ 542807 h 6958335"/>
              <a:gd name="connsiteX1091" fmla="*/ 5760864 w 5896576"/>
              <a:gd name="connsiteY1091" fmla="*/ 578146 h 6958335"/>
              <a:gd name="connsiteX1092" fmla="*/ 5743415 w 5896576"/>
              <a:gd name="connsiteY1092" fmla="*/ 631374 h 6958335"/>
              <a:gd name="connsiteX1093" fmla="*/ 5760864 w 5896576"/>
              <a:gd name="connsiteY1093" fmla="*/ 578146 h 6958335"/>
              <a:gd name="connsiteX1094" fmla="*/ 5778754 w 5896576"/>
              <a:gd name="connsiteY1094" fmla="*/ 596036 h 6958335"/>
              <a:gd name="connsiteX1095" fmla="*/ 5811111 w 5896576"/>
              <a:gd name="connsiteY1095" fmla="*/ 559488 h 6958335"/>
              <a:gd name="connsiteX1096" fmla="*/ 5814092 w 5896576"/>
              <a:gd name="connsiteY1096" fmla="*/ 560697 h 6958335"/>
              <a:gd name="connsiteX1097" fmla="*/ 5813507 w 5896576"/>
              <a:gd name="connsiteY1097" fmla="*/ 556783 h 6958335"/>
              <a:gd name="connsiteX1098" fmla="*/ 5882477 w 5896576"/>
              <a:gd name="connsiteY1098" fmla="*/ 478898 h 6958335"/>
              <a:gd name="connsiteX1099" fmla="*/ 5896576 w 5896576"/>
              <a:gd name="connsiteY1099" fmla="*/ 464304 h 6958335"/>
              <a:gd name="connsiteX1100" fmla="*/ 5896576 w 5896576"/>
              <a:gd name="connsiteY1100" fmla="*/ 513983 h 6958335"/>
              <a:gd name="connsiteX1101" fmla="*/ 5872935 w 5896576"/>
              <a:gd name="connsiteY1101" fmla="*/ 537624 h 6958335"/>
              <a:gd name="connsiteX1102" fmla="*/ 5858481 w 5896576"/>
              <a:gd name="connsiteY1102" fmla="*/ 552078 h 6958335"/>
              <a:gd name="connsiteX1103" fmla="*/ 5855449 w 5896576"/>
              <a:gd name="connsiteY1103" fmla="*/ 555110 h 6958335"/>
              <a:gd name="connsiteX1104" fmla="*/ 5814308 w 5896576"/>
              <a:gd name="connsiteY1104" fmla="*/ 596251 h 6958335"/>
              <a:gd name="connsiteX1105" fmla="*/ 5838600 w 5896576"/>
              <a:gd name="connsiteY1105" fmla="*/ 571959 h 6958335"/>
              <a:gd name="connsiteX1106" fmla="*/ 5855449 w 5896576"/>
              <a:gd name="connsiteY1106" fmla="*/ 555110 h 6958335"/>
              <a:gd name="connsiteX1107" fmla="*/ 5872935 w 5896576"/>
              <a:gd name="connsiteY1107" fmla="*/ 537624 h 6958335"/>
              <a:gd name="connsiteX1108" fmla="*/ 5883877 w 5896576"/>
              <a:gd name="connsiteY1108" fmla="*/ 526682 h 6958335"/>
              <a:gd name="connsiteX1109" fmla="*/ 5896576 w 5896576"/>
              <a:gd name="connsiteY1109" fmla="*/ 513983 h 6958335"/>
              <a:gd name="connsiteX1110" fmla="*/ 5896576 w 5896576"/>
              <a:gd name="connsiteY1110" fmla="*/ 593478 h 6958335"/>
              <a:gd name="connsiteX1111" fmla="*/ 5879201 w 5896576"/>
              <a:gd name="connsiteY1111" fmla="*/ 606065 h 6958335"/>
              <a:gd name="connsiteX1112" fmla="*/ 5885421 w 5896576"/>
              <a:gd name="connsiteY1112" fmla="*/ 596687 h 6958335"/>
              <a:gd name="connsiteX1113" fmla="*/ 5867752 w 5896576"/>
              <a:gd name="connsiteY1113" fmla="*/ 614356 h 6958335"/>
              <a:gd name="connsiteX1114" fmla="*/ 5879201 w 5896576"/>
              <a:gd name="connsiteY1114" fmla="*/ 606065 h 6958335"/>
              <a:gd name="connsiteX1115" fmla="*/ 5858996 w 5896576"/>
              <a:gd name="connsiteY1115" fmla="*/ 636525 h 6958335"/>
              <a:gd name="connsiteX1116" fmla="*/ 5832413 w 5896576"/>
              <a:gd name="connsiteY1116" fmla="*/ 649695 h 6958335"/>
              <a:gd name="connsiteX1117" fmla="*/ 5797290 w 5896576"/>
              <a:gd name="connsiteY1117" fmla="*/ 720588 h 6958335"/>
              <a:gd name="connsiteX1118" fmla="*/ 5691274 w 5896576"/>
              <a:gd name="connsiteY1118" fmla="*/ 826603 h 6958335"/>
              <a:gd name="connsiteX1119" fmla="*/ 5673605 w 5896576"/>
              <a:gd name="connsiteY1119" fmla="*/ 844273 h 6958335"/>
              <a:gd name="connsiteX1120" fmla="*/ 5655936 w 5896576"/>
              <a:gd name="connsiteY1120" fmla="*/ 861942 h 6958335"/>
              <a:gd name="connsiteX1121" fmla="*/ 5638267 w 5896576"/>
              <a:gd name="connsiteY1121" fmla="*/ 879611 h 6958335"/>
              <a:gd name="connsiteX1122" fmla="*/ 5585263 w 5896576"/>
              <a:gd name="connsiteY1122" fmla="*/ 932614 h 6958335"/>
              <a:gd name="connsiteX1123" fmla="*/ 5585479 w 5896576"/>
              <a:gd name="connsiteY1123" fmla="*/ 968168 h 6958335"/>
              <a:gd name="connsiteX1124" fmla="*/ 5479463 w 5896576"/>
              <a:gd name="connsiteY1124" fmla="*/ 1074184 h 6958335"/>
              <a:gd name="connsiteX1125" fmla="*/ 5443909 w 5896576"/>
              <a:gd name="connsiteY1125" fmla="*/ 1073969 h 6958335"/>
              <a:gd name="connsiteX1126" fmla="*/ 5073075 w 5896576"/>
              <a:gd name="connsiteY1126" fmla="*/ 1480573 h 6958335"/>
              <a:gd name="connsiteX1127" fmla="*/ 5726829 w 5896576"/>
              <a:gd name="connsiteY1127" fmla="*/ 826819 h 6958335"/>
              <a:gd name="connsiteX1128" fmla="*/ 5744498 w 5896576"/>
              <a:gd name="connsiteY1128" fmla="*/ 809150 h 6958335"/>
              <a:gd name="connsiteX1129" fmla="*/ 5815175 w 5896576"/>
              <a:gd name="connsiteY1129" fmla="*/ 738472 h 6958335"/>
              <a:gd name="connsiteX1130" fmla="*/ 5852873 w 5896576"/>
              <a:gd name="connsiteY1130" fmla="*/ 680095 h 6958335"/>
              <a:gd name="connsiteX1131" fmla="*/ 5896576 w 5896576"/>
              <a:gd name="connsiteY1131" fmla="*/ 627580 h 6958335"/>
              <a:gd name="connsiteX1132" fmla="*/ 5896576 w 5896576"/>
              <a:gd name="connsiteY1132" fmla="*/ 692850 h 6958335"/>
              <a:gd name="connsiteX1133" fmla="*/ 5889109 w 5896576"/>
              <a:gd name="connsiteY1133" fmla="*/ 700317 h 6958335"/>
              <a:gd name="connsiteX1134" fmla="*/ 5868403 w 5896576"/>
              <a:gd name="connsiteY1134" fmla="*/ 721023 h 6958335"/>
              <a:gd name="connsiteX1135" fmla="*/ 5882025 w 5896576"/>
              <a:gd name="connsiteY1135" fmla="*/ 723050 h 6958335"/>
              <a:gd name="connsiteX1136" fmla="*/ 5896576 w 5896576"/>
              <a:gd name="connsiteY1136" fmla="*/ 710640 h 6958335"/>
              <a:gd name="connsiteX1137" fmla="*/ 5896576 w 5896576"/>
              <a:gd name="connsiteY1137" fmla="*/ 759524 h 6958335"/>
              <a:gd name="connsiteX1138" fmla="*/ 5880615 w 5896576"/>
              <a:gd name="connsiteY1138" fmla="*/ 765261 h 6958335"/>
              <a:gd name="connsiteX1139" fmla="*/ 5833496 w 5896576"/>
              <a:gd name="connsiteY1139" fmla="*/ 827470 h 6958335"/>
              <a:gd name="connsiteX1140" fmla="*/ 5568681 w 5896576"/>
              <a:gd name="connsiteY1140" fmla="*/ 1128063 h 6958335"/>
              <a:gd name="connsiteX1141" fmla="*/ 5480115 w 5896576"/>
              <a:gd name="connsiteY1141" fmla="*/ 1180851 h 6958335"/>
              <a:gd name="connsiteX1142" fmla="*/ 5498004 w 5896576"/>
              <a:gd name="connsiteY1142" fmla="*/ 1198741 h 6958335"/>
              <a:gd name="connsiteX1143" fmla="*/ 5409653 w 5896576"/>
              <a:gd name="connsiteY1143" fmla="*/ 1287083 h 6958335"/>
              <a:gd name="connsiteX1144" fmla="*/ 5286193 w 5896576"/>
              <a:gd name="connsiteY1144" fmla="*/ 1446322 h 6958335"/>
              <a:gd name="connsiteX1145" fmla="*/ 5568681 w 5896576"/>
              <a:gd name="connsiteY1145" fmla="*/ 1128063 h 6958335"/>
              <a:gd name="connsiteX1146" fmla="*/ 5685739 w 5896576"/>
              <a:gd name="connsiteY1146" fmla="*/ 1011006 h 6958335"/>
              <a:gd name="connsiteX1147" fmla="*/ 5798382 w 5896576"/>
              <a:gd name="connsiteY1147" fmla="*/ 898363 h 6958335"/>
              <a:gd name="connsiteX1148" fmla="*/ 5829381 w 5896576"/>
              <a:gd name="connsiteY1148" fmla="*/ 880778 h 6958335"/>
              <a:gd name="connsiteX1149" fmla="*/ 5833711 w 5896576"/>
              <a:gd name="connsiteY1149" fmla="*/ 863025 h 6958335"/>
              <a:gd name="connsiteX1150" fmla="*/ 5886504 w 5896576"/>
              <a:gd name="connsiteY1150" fmla="*/ 774462 h 6958335"/>
              <a:gd name="connsiteX1151" fmla="*/ 5896576 w 5896576"/>
              <a:gd name="connsiteY1151" fmla="*/ 768286 h 6958335"/>
              <a:gd name="connsiteX1152" fmla="*/ 5896576 w 5896576"/>
              <a:gd name="connsiteY1152" fmla="*/ 832671 h 6958335"/>
              <a:gd name="connsiteX1153" fmla="*/ 5867523 w 5896576"/>
              <a:gd name="connsiteY1153" fmla="*/ 849902 h 6958335"/>
              <a:gd name="connsiteX1154" fmla="*/ 5763254 w 5896576"/>
              <a:gd name="connsiteY1154" fmla="*/ 969260 h 6958335"/>
              <a:gd name="connsiteX1155" fmla="*/ 5816478 w 5896576"/>
              <a:gd name="connsiteY1155" fmla="*/ 951807 h 6958335"/>
              <a:gd name="connsiteX1156" fmla="*/ 5798808 w 5896576"/>
              <a:gd name="connsiteY1156" fmla="*/ 969476 h 6958335"/>
              <a:gd name="connsiteX1157" fmla="*/ 5860731 w 5896576"/>
              <a:gd name="connsiteY1157" fmla="*/ 920967 h 6958335"/>
              <a:gd name="connsiteX1158" fmla="*/ 5896576 w 5896576"/>
              <a:gd name="connsiteY1158" fmla="*/ 877333 h 6958335"/>
              <a:gd name="connsiteX1159" fmla="*/ 5896576 w 5896576"/>
              <a:gd name="connsiteY1159" fmla="*/ 935696 h 6958335"/>
              <a:gd name="connsiteX1160" fmla="*/ 5891953 w 5896576"/>
              <a:gd name="connsiteY1160" fmla="*/ 938935 h 6958335"/>
              <a:gd name="connsiteX1161" fmla="*/ 5852252 w 5896576"/>
              <a:gd name="connsiteY1161" fmla="*/ 987581 h 6958335"/>
              <a:gd name="connsiteX1162" fmla="*/ 5887806 w 5896576"/>
              <a:gd name="connsiteY1162" fmla="*/ 987797 h 6958335"/>
              <a:gd name="connsiteX1163" fmla="*/ 5895782 w 5896576"/>
              <a:gd name="connsiteY1163" fmla="*/ 974791 h 6958335"/>
              <a:gd name="connsiteX1164" fmla="*/ 5896576 w 5896576"/>
              <a:gd name="connsiteY1164" fmla="*/ 971770 h 6958335"/>
              <a:gd name="connsiteX1165" fmla="*/ 5896576 w 5896576"/>
              <a:gd name="connsiteY1165" fmla="*/ 981989 h 6958335"/>
              <a:gd name="connsiteX1166" fmla="*/ 5885877 w 5896576"/>
              <a:gd name="connsiteY1166" fmla="*/ 990285 h 6958335"/>
              <a:gd name="connsiteX1167" fmla="*/ 5870137 w 5896576"/>
              <a:gd name="connsiteY1167" fmla="*/ 1005466 h 6958335"/>
              <a:gd name="connsiteX1168" fmla="*/ 5890692 w 5896576"/>
              <a:gd name="connsiteY1168" fmla="*/ 1005591 h 6958335"/>
              <a:gd name="connsiteX1169" fmla="*/ 5896576 w 5896576"/>
              <a:gd name="connsiteY1169" fmla="*/ 1005626 h 6958335"/>
              <a:gd name="connsiteX1170" fmla="*/ 5896576 w 5896576"/>
              <a:gd name="connsiteY1170" fmla="*/ 1076909 h 6958335"/>
              <a:gd name="connsiteX1171" fmla="*/ 5890849 w 5896576"/>
              <a:gd name="connsiteY1171" fmla="*/ 1076978 h 6958335"/>
              <a:gd name="connsiteX1172" fmla="*/ 5888458 w 5896576"/>
              <a:gd name="connsiteY1172" fmla="*/ 1094464 h 6958335"/>
              <a:gd name="connsiteX1173" fmla="*/ 5896576 w 5896576"/>
              <a:gd name="connsiteY1173" fmla="*/ 1089486 h 6958335"/>
              <a:gd name="connsiteX1174" fmla="*/ 5896576 w 5896576"/>
              <a:gd name="connsiteY1174" fmla="*/ 1105417 h 6958335"/>
              <a:gd name="connsiteX1175" fmla="*/ 5885422 w 5896576"/>
              <a:gd name="connsiteY1175" fmla="*/ 1097500 h 6958335"/>
              <a:gd name="connsiteX1176" fmla="*/ 5872944 w 5896576"/>
              <a:gd name="connsiteY1176" fmla="*/ 1101035 h 6958335"/>
              <a:gd name="connsiteX1177" fmla="*/ 5853120 w 5896576"/>
              <a:gd name="connsiteY1177" fmla="*/ 1129802 h 6958335"/>
              <a:gd name="connsiteX1178" fmla="*/ 5838247 w 5896576"/>
              <a:gd name="connsiteY1178" fmla="*/ 1150264 h 6958335"/>
              <a:gd name="connsiteX1179" fmla="*/ 5839478 w 5896576"/>
              <a:gd name="connsiteY1179" fmla="*/ 1157784 h 6958335"/>
              <a:gd name="connsiteX1180" fmla="*/ 5824409 w 5896576"/>
              <a:gd name="connsiteY1180" fmla="*/ 1158513 h 6958335"/>
              <a:gd name="connsiteX1181" fmla="*/ 5782231 w 5896576"/>
              <a:gd name="connsiteY1181" fmla="*/ 1164921 h 6958335"/>
              <a:gd name="connsiteX1182" fmla="*/ 5782447 w 5896576"/>
              <a:gd name="connsiteY1182" fmla="*/ 1200475 h 6958335"/>
              <a:gd name="connsiteX1183" fmla="*/ 5818001 w 5896576"/>
              <a:gd name="connsiteY1183" fmla="*/ 1200691 h 6958335"/>
              <a:gd name="connsiteX1184" fmla="*/ 5800116 w 5896576"/>
              <a:gd name="connsiteY1184" fmla="*/ 1182806 h 6958335"/>
              <a:gd name="connsiteX1185" fmla="*/ 5853335 w 5896576"/>
              <a:gd name="connsiteY1185" fmla="*/ 1165357 h 6958335"/>
              <a:gd name="connsiteX1186" fmla="*/ 5848845 w 5896576"/>
              <a:gd name="connsiteY1186" fmla="*/ 1156443 h 6958335"/>
              <a:gd name="connsiteX1187" fmla="*/ 5861832 w 5896576"/>
              <a:gd name="connsiteY1187" fmla="*/ 1151310 h 6958335"/>
              <a:gd name="connsiteX1188" fmla="*/ 5862146 w 5896576"/>
              <a:gd name="connsiteY1188" fmla="*/ 1152074 h 6958335"/>
              <a:gd name="connsiteX1189" fmla="*/ 5863274 w 5896576"/>
              <a:gd name="connsiteY1189" fmla="*/ 1154858 h 6958335"/>
              <a:gd name="connsiteX1190" fmla="*/ 5868034 w 5896576"/>
              <a:gd name="connsiteY1190" fmla="*/ 1150442 h 6958335"/>
              <a:gd name="connsiteX1191" fmla="*/ 5870785 w 5896576"/>
              <a:gd name="connsiteY1191" fmla="*/ 1157408 h 6958335"/>
              <a:gd name="connsiteX1192" fmla="*/ 5888889 w 5896576"/>
              <a:gd name="connsiteY1192" fmla="*/ 1165572 h 6958335"/>
              <a:gd name="connsiteX1193" fmla="*/ 5896576 w 5896576"/>
              <a:gd name="connsiteY1193" fmla="*/ 1155291 h 6958335"/>
              <a:gd name="connsiteX1194" fmla="*/ 5896576 w 5896576"/>
              <a:gd name="connsiteY1194" fmla="*/ 1449658 h 6958335"/>
              <a:gd name="connsiteX1195" fmla="*/ 5892868 w 5896576"/>
              <a:gd name="connsiteY1195" fmla="*/ 1452250 h 6958335"/>
              <a:gd name="connsiteX1196" fmla="*/ 5863159 w 5896576"/>
              <a:gd name="connsiteY1196" fmla="*/ 1480498 h 6958335"/>
              <a:gd name="connsiteX1197" fmla="*/ 5855294 w 5896576"/>
              <a:gd name="connsiteY1197" fmla="*/ 1485353 h 6958335"/>
              <a:gd name="connsiteX1198" fmla="*/ 5854357 w 5896576"/>
              <a:gd name="connsiteY1198" fmla="*/ 1488859 h 6958335"/>
              <a:gd name="connsiteX1199" fmla="*/ 5802286 w 5896576"/>
              <a:gd name="connsiteY1199" fmla="*/ 1538361 h 6958335"/>
              <a:gd name="connsiteX1200" fmla="*/ 5835524 w 5896576"/>
              <a:gd name="connsiteY1200" fmla="*/ 1523008 h 6958335"/>
              <a:gd name="connsiteX1201" fmla="*/ 5849617 w 5896576"/>
              <a:gd name="connsiteY1201" fmla="*/ 1511151 h 6958335"/>
              <a:gd name="connsiteX1202" fmla="*/ 5855510 w 5896576"/>
              <a:gd name="connsiteY1202" fmla="*/ 1520908 h 6958335"/>
              <a:gd name="connsiteX1203" fmla="*/ 5849618 w 5896576"/>
              <a:gd name="connsiteY1203" fmla="*/ 1511150 h 6958335"/>
              <a:gd name="connsiteX1204" fmla="*/ 5849617 w 5896576"/>
              <a:gd name="connsiteY1204" fmla="*/ 1511151 h 6958335"/>
              <a:gd name="connsiteX1205" fmla="*/ 5848775 w 5896576"/>
              <a:gd name="connsiteY1205" fmla="*/ 1509758 h 6958335"/>
              <a:gd name="connsiteX1206" fmla="*/ 5854357 w 5896576"/>
              <a:gd name="connsiteY1206" fmla="*/ 1488859 h 6958335"/>
              <a:gd name="connsiteX1207" fmla="*/ 5863159 w 5896576"/>
              <a:gd name="connsiteY1207" fmla="*/ 1480498 h 6958335"/>
              <a:gd name="connsiteX1208" fmla="*/ 5896576 w 5896576"/>
              <a:gd name="connsiteY1208" fmla="*/ 1459848 h 6958335"/>
              <a:gd name="connsiteX1209" fmla="*/ 5896576 w 5896576"/>
              <a:gd name="connsiteY1209" fmla="*/ 1546754 h 6958335"/>
              <a:gd name="connsiteX1210" fmla="*/ 5867170 w 5896576"/>
              <a:gd name="connsiteY1210" fmla="*/ 1565146 h 6958335"/>
              <a:gd name="connsiteX1211" fmla="*/ 5785053 w 5896576"/>
              <a:gd name="connsiteY1211" fmla="*/ 1627143 h 6958335"/>
              <a:gd name="connsiteX1212" fmla="*/ 5785268 w 5896576"/>
              <a:gd name="connsiteY1212" fmla="*/ 1662698 h 6958335"/>
              <a:gd name="connsiteX1213" fmla="*/ 5714591 w 5896576"/>
              <a:gd name="connsiteY1213" fmla="*/ 1733375 h 6958335"/>
              <a:gd name="connsiteX1214" fmla="*/ 5617331 w 5896576"/>
              <a:gd name="connsiteY1214" fmla="*/ 1817222 h 6958335"/>
              <a:gd name="connsiteX1215" fmla="*/ 5534299 w 5896576"/>
              <a:gd name="connsiteY1215" fmla="*/ 1911727 h 6958335"/>
              <a:gd name="connsiteX1216" fmla="*/ 5504664 w 5896576"/>
              <a:gd name="connsiteY1216" fmla="*/ 1925417 h 6958335"/>
              <a:gd name="connsiteX1217" fmla="*/ 5484680 w 5896576"/>
              <a:gd name="connsiteY1217" fmla="*/ 1927517 h 6958335"/>
              <a:gd name="connsiteX1218" fmla="*/ 5519798 w 5896576"/>
              <a:gd name="connsiteY1218" fmla="*/ 1856619 h 6958335"/>
              <a:gd name="connsiteX1219" fmla="*/ 5608144 w 5896576"/>
              <a:gd name="connsiteY1219" fmla="*/ 1768273 h 6958335"/>
              <a:gd name="connsiteX1220" fmla="*/ 5625814 w 5896576"/>
              <a:gd name="connsiteY1220" fmla="*/ 1750603 h 6958335"/>
              <a:gd name="connsiteX1221" fmla="*/ 5643478 w 5896576"/>
              <a:gd name="connsiteY1221" fmla="*/ 1732939 h 6958335"/>
              <a:gd name="connsiteX1222" fmla="*/ 5696706 w 5896576"/>
              <a:gd name="connsiteY1222" fmla="*/ 1715490 h 6958335"/>
              <a:gd name="connsiteX1223" fmla="*/ 5661368 w 5896576"/>
              <a:gd name="connsiteY1223" fmla="*/ 1750828 h 6958335"/>
              <a:gd name="connsiteX1224" fmla="*/ 5696706 w 5896576"/>
              <a:gd name="connsiteY1224" fmla="*/ 1715490 h 6958335"/>
              <a:gd name="connsiteX1225" fmla="*/ 5661152 w 5896576"/>
              <a:gd name="connsiteY1225" fmla="*/ 1715265 h 6958335"/>
              <a:gd name="connsiteX1226" fmla="*/ 5696491 w 5896576"/>
              <a:gd name="connsiteY1226" fmla="*/ 1679926 h 6958335"/>
              <a:gd name="connsiteX1227" fmla="*/ 5714380 w 5896576"/>
              <a:gd name="connsiteY1227" fmla="*/ 1697816 h 6958335"/>
              <a:gd name="connsiteX1228" fmla="*/ 5731825 w 5896576"/>
              <a:gd name="connsiteY1228" fmla="*/ 1644592 h 6958335"/>
              <a:gd name="connsiteX1229" fmla="*/ 5732045 w 5896576"/>
              <a:gd name="connsiteY1229" fmla="*/ 1680151 h 6958335"/>
              <a:gd name="connsiteX1230" fmla="*/ 5749714 w 5896576"/>
              <a:gd name="connsiteY1230" fmla="*/ 1662482 h 6958335"/>
              <a:gd name="connsiteX1231" fmla="*/ 5731825 w 5896576"/>
              <a:gd name="connsiteY1231" fmla="*/ 1644592 h 6958335"/>
              <a:gd name="connsiteX1232" fmla="*/ 5802722 w 5896576"/>
              <a:gd name="connsiteY1232" fmla="*/ 1609474 h 6958335"/>
              <a:gd name="connsiteX1233" fmla="*/ 5837840 w 5896576"/>
              <a:gd name="connsiteY1233" fmla="*/ 1538577 h 6958335"/>
              <a:gd name="connsiteX1234" fmla="*/ 5766948 w 5896576"/>
              <a:gd name="connsiteY1234" fmla="*/ 1573700 h 6958335"/>
              <a:gd name="connsiteX1235" fmla="*/ 5731609 w 5896576"/>
              <a:gd name="connsiteY1235" fmla="*/ 1609038 h 6958335"/>
              <a:gd name="connsiteX1236" fmla="*/ 5713724 w 5896576"/>
              <a:gd name="connsiteY1236" fmla="*/ 1591154 h 6958335"/>
              <a:gd name="connsiteX1237" fmla="*/ 5713940 w 5896576"/>
              <a:gd name="connsiteY1237" fmla="*/ 1626708 h 6958335"/>
              <a:gd name="connsiteX1238" fmla="*/ 5466575 w 5896576"/>
              <a:gd name="connsiteY1238" fmla="*/ 1874073 h 6958335"/>
              <a:gd name="connsiteX1239" fmla="*/ 5360775 w 5896576"/>
              <a:gd name="connsiteY1239" fmla="*/ 2015643 h 6958335"/>
              <a:gd name="connsiteX1240" fmla="*/ 5307771 w 5896576"/>
              <a:gd name="connsiteY1240" fmla="*/ 2068646 h 6958335"/>
              <a:gd name="connsiteX1241" fmla="*/ 5289886 w 5896576"/>
              <a:gd name="connsiteY1241" fmla="*/ 2050761 h 6958335"/>
              <a:gd name="connsiteX1242" fmla="*/ 5290102 w 5896576"/>
              <a:gd name="connsiteY1242" fmla="*/ 2086315 h 6958335"/>
              <a:gd name="connsiteX1243" fmla="*/ 5184086 w 5896576"/>
              <a:gd name="connsiteY1243" fmla="*/ 2192331 h 6958335"/>
              <a:gd name="connsiteX1244" fmla="*/ 5148532 w 5896576"/>
              <a:gd name="connsiteY1244" fmla="*/ 2192115 h 6958335"/>
              <a:gd name="connsiteX1245" fmla="*/ 5113409 w 5896576"/>
              <a:gd name="connsiteY1245" fmla="*/ 2263008 h 6958335"/>
              <a:gd name="connsiteX1246" fmla="*/ 5148748 w 5896576"/>
              <a:gd name="connsiteY1246" fmla="*/ 2227669 h 6958335"/>
              <a:gd name="connsiteX1247" fmla="*/ 5123106 w 5896576"/>
              <a:gd name="connsiteY1247" fmla="*/ 2263069 h 6958335"/>
              <a:gd name="connsiteX1248" fmla="*/ 5090397 w 5896576"/>
              <a:gd name="connsiteY1248" fmla="*/ 2290688 h 6958335"/>
              <a:gd name="connsiteX1249" fmla="*/ 5078071 w 5896576"/>
              <a:gd name="connsiteY1249" fmla="*/ 2298346 h 6958335"/>
              <a:gd name="connsiteX1250" fmla="*/ 5077649 w 5896576"/>
              <a:gd name="connsiteY1250" fmla="*/ 2301459 h 6958335"/>
              <a:gd name="connsiteX1251" fmla="*/ 5060401 w 5896576"/>
              <a:gd name="connsiteY1251" fmla="*/ 2316016 h 6958335"/>
              <a:gd name="connsiteX1252" fmla="*/ 5075943 w 5896576"/>
              <a:gd name="connsiteY1252" fmla="*/ 2313888 h 6958335"/>
              <a:gd name="connsiteX1253" fmla="*/ 5077649 w 5896576"/>
              <a:gd name="connsiteY1253" fmla="*/ 2301459 h 6958335"/>
              <a:gd name="connsiteX1254" fmla="*/ 5090397 w 5896576"/>
              <a:gd name="connsiteY1254" fmla="*/ 2290688 h 6958335"/>
              <a:gd name="connsiteX1255" fmla="*/ 5113489 w 5896576"/>
              <a:gd name="connsiteY1255" fmla="*/ 2276342 h 6958335"/>
              <a:gd name="connsiteX1256" fmla="*/ 5123106 w 5896576"/>
              <a:gd name="connsiteY1256" fmla="*/ 2263069 h 6958335"/>
              <a:gd name="connsiteX1257" fmla="*/ 5175360 w 5896576"/>
              <a:gd name="connsiteY1257" fmla="*/ 2218943 h 6958335"/>
              <a:gd name="connsiteX1258" fmla="*/ 5290322 w 5896576"/>
              <a:gd name="connsiteY1258" fmla="*/ 2121874 h 6958335"/>
              <a:gd name="connsiteX1259" fmla="*/ 5290102 w 5896576"/>
              <a:gd name="connsiteY1259" fmla="*/ 2086315 h 6958335"/>
              <a:gd name="connsiteX1260" fmla="*/ 5484680 w 5896576"/>
              <a:gd name="connsiteY1260" fmla="*/ 1927517 h 6958335"/>
              <a:gd name="connsiteX1261" fmla="*/ 5484895 w 5896576"/>
              <a:gd name="connsiteY1261" fmla="*/ 1963071 h 6958335"/>
              <a:gd name="connsiteX1262" fmla="*/ 5467010 w 5896576"/>
              <a:gd name="connsiteY1262" fmla="*/ 1945186 h 6958335"/>
              <a:gd name="connsiteX1263" fmla="*/ 5449557 w 5896576"/>
              <a:gd name="connsiteY1263" fmla="*/ 1998409 h 6958335"/>
              <a:gd name="connsiteX1264" fmla="*/ 5414218 w 5896576"/>
              <a:gd name="connsiteY1264" fmla="*/ 2033748 h 6958335"/>
              <a:gd name="connsiteX1265" fmla="*/ 5400781 w 5896576"/>
              <a:gd name="connsiteY1265" fmla="*/ 2015886 h 6958335"/>
              <a:gd name="connsiteX1266" fmla="*/ 5396357 w 5896576"/>
              <a:gd name="connsiteY1266" fmla="*/ 2019814 h 6958335"/>
              <a:gd name="connsiteX1267" fmla="*/ 5396333 w 5896576"/>
              <a:gd name="connsiteY1267" fmla="*/ 2015863 h 6958335"/>
              <a:gd name="connsiteX1268" fmla="*/ 5391796 w 5896576"/>
              <a:gd name="connsiteY1268" fmla="*/ 2023859 h 6958335"/>
              <a:gd name="connsiteX1269" fmla="*/ 5360995 w 5896576"/>
              <a:gd name="connsiteY1269" fmla="*/ 2051202 h 6958335"/>
              <a:gd name="connsiteX1270" fmla="*/ 5325661 w 5896576"/>
              <a:gd name="connsiteY1270" fmla="*/ 2086536 h 6958335"/>
              <a:gd name="connsiteX1271" fmla="*/ 5361431 w 5896576"/>
              <a:gd name="connsiteY1271" fmla="*/ 2122305 h 6958335"/>
              <a:gd name="connsiteX1272" fmla="*/ 5379100 w 5896576"/>
              <a:gd name="connsiteY1272" fmla="*/ 2104636 h 6958335"/>
              <a:gd name="connsiteX1273" fmla="*/ 5360995 w 5896576"/>
              <a:gd name="connsiteY1273" fmla="*/ 2051202 h 6958335"/>
              <a:gd name="connsiteX1274" fmla="*/ 5378749 w 5896576"/>
              <a:gd name="connsiteY1274" fmla="*/ 2046861 h 6958335"/>
              <a:gd name="connsiteX1275" fmla="*/ 5391796 w 5896576"/>
              <a:gd name="connsiteY1275" fmla="*/ 2023859 h 6958335"/>
              <a:gd name="connsiteX1276" fmla="*/ 5396357 w 5896576"/>
              <a:gd name="connsiteY1276" fmla="*/ 2019814 h 6958335"/>
              <a:gd name="connsiteX1277" fmla="*/ 5396549 w 5896576"/>
              <a:gd name="connsiteY1277" fmla="*/ 2051417 h 6958335"/>
              <a:gd name="connsiteX1278" fmla="*/ 5520234 w 5896576"/>
              <a:gd name="connsiteY1278" fmla="*/ 1927732 h 6958335"/>
              <a:gd name="connsiteX1279" fmla="*/ 5626465 w 5896576"/>
              <a:gd name="connsiteY1279" fmla="*/ 1857271 h 6958335"/>
              <a:gd name="connsiteX1280" fmla="*/ 5644355 w 5896576"/>
              <a:gd name="connsiteY1280" fmla="*/ 1875160 h 6958335"/>
              <a:gd name="connsiteX1281" fmla="*/ 5626686 w 5896576"/>
              <a:gd name="connsiteY1281" fmla="*/ 1892829 h 6958335"/>
              <a:gd name="connsiteX1282" fmla="*/ 5591126 w 5896576"/>
              <a:gd name="connsiteY1282" fmla="*/ 1892609 h 6958335"/>
              <a:gd name="connsiteX1283" fmla="*/ 5595678 w 5896576"/>
              <a:gd name="connsiteY1283" fmla="*/ 1910414 h 6958335"/>
              <a:gd name="connsiteX1284" fmla="*/ 5601611 w 5896576"/>
              <a:gd name="connsiteY1284" fmla="*/ 1913826 h 6958335"/>
              <a:gd name="connsiteX1285" fmla="*/ 5584635 w 5896576"/>
              <a:gd name="connsiteY1285" fmla="*/ 1921457 h 6958335"/>
              <a:gd name="connsiteX1286" fmla="*/ 5581651 w 5896576"/>
              <a:gd name="connsiteY1286" fmla="*/ 1932827 h 6958335"/>
              <a:gd name="connsiteX1287" fmla="*/ 5575992 w 5896576"/>
              <a:gd name="connsiteY1287" fmla="*/ 1942053 h 6958335"/>
              <a:gd name="connsiteX1288" fmla="*/ 5563676 w 5896576"/>
              <a:gd name="connsiteY1288" fmla="*/ 1945774 h 6958335"/>
              <a:gd name="connsiteX1289" fmla="*/ 5556008 w 5896576"/>
              <a:gd name="connsiteY1289" fmla="*/ 1963506 h 6958335"/>
              <a:gd name="connsiteX1290" fmla="*/ 5538119 w 5896576"/>
              <a:gd name="connsiteY1290" fmla="*/ 1945617 h 6958335"/>
              <a:gd name="connsiteX1291" fmla="*/ 5502780 w 5896576"/>
              <a:gd name="connsiteY1291" fmla="*/ 1980955 h 6958335"/>
              <a:gd name="connsiteX1292" fmla="*/ 5520670 w 5896576"/>
              <a:gd name="connsiteY1292" fmla="*/ 1998845 h 6958335"/>
              <a:gd name="connsiteX1293" fmla="*/ 5502996 w 5896576"/>
              <a:gd name="connsiteY1293" fmla="*/ 2016510 h 6958335"/>
              <a:gd name="connsiteX1294" fmla="*/ 5520670 w 5896576"/>
              <a:gd name="connsiteY1294" fmla="*/ 1998845 h 6958335"/>
              <a:gd name="connsiteX1295" fmla="*/ 5503216 w 5896576"/>
              <a:gd name="connsiteY1295" fmla="*/ 2052068 h 6958335"/>
              <a:gd name="connsiteX1296" fmla="*/ 5467442 w 5896576"/>
              <a:gd name="connsiteY1296" fmla="*/ 2016294 h 6958335"/>
              <a:gd name="connsiteX1297" fmla="*/ 5485552 w 5896576"/>
              <a:gd name="connsiteY1297" fmla="*/ 2069733 h 6958335"/>
              <a:gd name="connsiteX1298" fmla="*/ 5467657 w 5896576"/>
              <a:gd name="connsiteY1298" fmla="*/ 2051848 h 6958335"/>
              <a:gd name="connsiteX1299" fmla="*/ 5485552 w 5896576"/>
              <a:gd name="connsiteY1299" fmla="*/ 2069733 h 6958335"/>
              <a:gd name="connsiteX1300" fmla="*/ 5450208 w 5896576"/>
              <a:gd name="connsiteY1300" fmla="*/ 2105076 h 6958335"/>
              <a:gd name="connsiteX1301" fmla="*/ 5432319 w 5896576"/>
              <a:gd name="connsiteY1301" fmla="*/ 2087187 h 6958335"/>
              <a:gd name="connsiteX1302" fmla="*/ 5396985 w 5896576"/>
              <a:gd name="connsiteY1302" fmla="*/ 2122521 h 6958335"/>
              <a:gd name="connsiteX1303" fmla="*/ 5432539 w 5896576"/>
              <a:gd name="connsiteY1303" fmla="*/ 2122746 h 6958335"/>
              <a:gd name="connsiteX1304" fmla="*/ 5291190 w 5896576"/>
              <a:gd name="connsiteY1304" fmla="*/ 2264095 h 6958335"/>
              <a:gd name="connsiteX1305" fmla="*/ 5432539 w 5896576"/>
              <a:gd name="connsiteY1305" fmla="*/ 2122746 h 6958335"/>
              <a:gd name="connsiteX1306" fmla="*/ 5450424 w 5896576"/>
              <a:gd name="connsiteY1306" fmla="*/ 2140631 h 6958335"/>
              <a:gd name="connsiteX1307" fmla="*/ 5503216 w 5896576"/>
              <a:gd name="connsiteY1307" fmla="*/ 2052068 h 6958335"/>
              <a:gd name="connsiteX1308" fmla="*/ 5679909 w 5896576"/>
              <a:gd name="connsiteY1308" fmla="*/ 1875376 h 6958335"/>
              <a:gd name="connsiteX1309" fmla="*/ 5856597 w 5896576"/>
              <a:gd name="connsiteY1309" fmla="*/ 1698688 h 6958335"/>
              <a:gd name="connsiteX1310" fmla="*/ 5896576 w 5896576"/>
              <a:gd name="connsiteY1310" fmla="*/ 1685576 h 6958335"/>
              <a:gd name="connsiteX1311" fmla="*/ 5896576 w 5896576"/>
              <a:gd name="connsiteY1311" fmla="*/ 1687241 h 6958335"/>
              <a:gd name="connsiteX1312" fmla="*/ 5892151 w 5896576"/>
              <a:gd name="connsiteY1312" fmla="*/ 1698903 h 6958335"/>
              <a:gd name="connsiteX1313" fmla="*/ 5896576 w 5896576"/>
              <a:gd name="connsiteY1313" fmla="*/ 1694478 h 6958335"/>
              <a:gd name="connsiteX1314" fmla="*/ 5896576 w 5896576"/>
              <a:gd name="connsiteY1314" fmla="*/ 2907274 h 6958335"/>
              <a:gd name="connsiteX1315" fmla="*/ 5886194 w 5896576"/>
              <a:gd name="connsiteY1315" fmla="*/ 2905482 h 6958335"/>
              <a:gd name="connsiteX1316" fmla="*/ 5859663 w 5896576"/>
              <a:gd name="connsiteY1316" fmla="*/ 2927540 h 6958335"/>
              <a:gd name="connsiteX1317" fmla="*/ 5846314 w 5896576"/>
              <a:gd name="connsiteY1317" fmla="*/ 2925236 h 6958335"/>
              <a:gd name="connsiteX1318" fmla="*/ 5881653 w 5896576"/>
              <a:gd name="connsiteY1318" fmla="*/ 2889897 h 6958335"/>
              <a:gd name="connsiteX1319" fmla="*/ 5862603 w 5896576"/>
              <a:gd name="connsiteY1319" fmla="*/ 2908947 h 6958335"/>
              <a:gd name="connsiteX1320" fmla="*/ 5846314 w 5896576"/>
              <a:gd name="connsiteY1320" fmla="*/ 2925235 h 6958335"/>
              <a:gd name="connsiteX1321" fmla="*/ 5846314 w 5896576"/>
              <a:gd name="connsiteY1321" fmla="*/ 2925235 h 6958335"/>
              <a:gd name="connsiteX1322" fmla="*/ 5846314 w 5896576"/>
              <a:gd name="connsiteY1322" fmla="*/ 2925236 h 6958335"/>
              <a:gd name="connsiteX1323" fmla="*/ 5835271 w 5896576"/>
              <a:gd name="connsiteY1323" fmla="*/ 2936279 h 6958335"/>
              <a:gd name="connsiteX1324" fmla="*/ 5775637 w 5896576"/>
              <a:gd name="connsiteY1324" fmla="*/ 2995913 h 6958335"/>
              <a:gd name="connsiteX1325" fmla="*/ 5846314 w 5896576"/>
              <a:gd name="connsiteY1325" fmla="*/ 2925236 h 6958335"/>
              <a:gd name="connsiteX1326" fmla="*/ 5853895 w 5896576"/>
              <a:gd name="connsiteY1326" fmla="*/ 2938338 h 6958335"/>
              <a:gd name="connsiteX1327" fmla="*/ 5846530 w 5896576"/>
              <a:gd name="connsiteY1327" fmla="*/ 2960789 h 6958335"/>
              <a:gd name="connsiteX1328" fmla="*/ 5828865 w 5896576"/>
              <a:gd name="connsiteY1328" fmla="*/ 2978464 h 6958335"/>
              <a:gd name="connsiteX1329" fmla="*/ 5775857 w 5896576"/>
              <a:gd name="connsiteY1329" fmla="*/ 3031472 h 6958335"/>
              <a:gd name="connsiteX1330" fmla="*/ 5757968 w 5896576"/>
              <a:gd name="connsiteY1330" fmla="*/ 3013582 h 6958335"/>
              <a:gd name="connsiteX1331" fmla="*/ 5740298 w 5896576"/>
              <a:gd name="connsiteY1331" fmla="*/ 3031251 h 6958335"/>
              <a:gd name="connsiteX1332" fmla="*/ 5757968 w 5896576"/>
              <a:gd name="connsiteY1332" fmla="*/ 3013582 h 6958335"/>
              <a:gd name="connsiteX1333" fmla="*/ 5687295 w 5896576"/>
              <a:gd name="connsiteY1333" fmla="*/ 3084254 h 6958335"/>
              <a:gd name="connsiteX1334" fmla="*/ 5716939 w 5896576"/>
              <a:gd name="connsiteY1334" fmla="*/ 3086415 h 6958335"/>
              <a:gd name="connsiteX1335" fmla="*/ 5669621 w 5896576"/>
              <a:gd name="connsiteY1335" fmla="*/ 3101928 h 6958335"/>
              <a:gd name="connsiteX1336" fmla="*/ 5687727 w 5896576"/>
              <a:gd name="connsiteY1336" fmla="*/ 3155372 h 6958335"/>
              <a:gd name="connsiteX1337" fmla="*/ 5705400 w 5896576"/>
              <a:gd name="connsiteY1337" fmla="*/ 3137698 h 6958335"/>
              <a:gd name="connsiteX1338" fmla="*/ 5727880 w 5896576"/>
              <a:gd name="connsiteY1338" fmla="*/ 3135339 h 6958335"/>
              <a:gd name="connsiteX1339" fmla="*/ 5740950 w 5896576"/>
              <a:gd name="connsiteY1339" fmla="*/ 3137919 h 6958335"/>
              <a:gd name="connsiteX1340" fmla="*/ 5738745 w 5896576"/>
              <a:gd name="connsiteY1340" fmla="*/ 3140123 h 6958335"/>
              <a:gd name="connsiteX1341" fmla="*/ 5723285 w 5896576"/>
              <a:gd name="connsiteY1341" fmla="*/ 3155583 h 6958335"/>
              <a:gd name="connsiteX1342" fmla="*/ 5694410 w 5896576"/>
              <a:gd name="connsiteY1342" fmla="*/ 3157631 h 6958335"/>
              <a:gd name="connsiteX1343" fmla="*/ 5700339 w 5896576"/>
              <a:gd name="connsiteY1343" fmla="*/ 3165903 h 6958335"/>
              <a:gd name="connsiteX1344" fmla="*/ 5698905 w 5896576"/>
              <a:gd name="connsiteY1344" fmla="*/ 3166550 h 6958335"/>
              <a:gd name="connsiteX1345" fmla="*/ 5695914 w 5896576"/>
              <a:gd name="connsiteY1345" fmla="*/ 3173196 h 6958335"/>
              <a:gd name="connsiteX1346" fmla="*/ 5687839 w 5896576"/>
              <a:gd name="connsiteY1346" fmla="*/ 3173144 h 6958335"/>
              <a:gd name="connsiteX1347" fmla="*/ 5670062 w 5896576"/>
              <a:gd name="connsiteY1347" fmla="*/ 3173037 h 6958335"/>
              <a:gd name="connsiteX1348" fmla="*/ 5669842 w 5896576"/>
              <a:gd name="connsiteY1348" fmla="*/ 3137478 h 6958335"/>
              <a:gd name="connsiteX1349" fmla="*/ 5634503 w 5896576"/>
              <a:gd name="connsiteY1349" fmla="*/ 3172816 h 6958335"/>
              <a:gd name="connsiteX1350" fmla="*/ 5581280 w 5896576"/>
              <a:gd name="connsiteY1350" fmla="*/ 3190270 h 6958335"/>
              <a:gd name="connsiteX1351" fmla="*/ 5563610 w 5896576"/>
              <a:gd name="connsiteY1351" fmla="*/ 3207939 h 6958335"/>
              <a:gd name="connsiteX1352" fmla="*/ 5563395 w 5896576"/>
              <a:gd name="connsiteY1352" fmla="*/ 3172385 h 6958335"/>
              <a:gd name="connsiteX1353" fmla="*/ 5545726 w 5896576"/>
              <a:gd name="connsiteY1353" fmla="*/ 3190054 h 6958335"/>
              <a:gd name="connsiteX1354" fmla="*/ 5581500 w 5896576"/>
              <a:gd name="connsiteY1354" fmla="*/ 3225829 h 6958335"/>
              <a:gd name="connsiteX1355" fmla="*/ 5563831 w 5896576"/>
              <a:gd name="connsiteY1355" fmla="*/ 3243498 h 6958335"/>
              <a:gd name="connsiteX1356" fmla="*/ 5528056 w 5896576"/>
              <a:gd name="connsiteY1356" fmla="*/ 3207724 h 6958335"/>
              <a:gd name="connsiteX1357" fmla="*/ 5525928 w 5896576"/>
              <a:gd name="connsiteY1357" fmla="*/ 3223265 h 6958335"/>
              <a:gd name="connsiteX1358" fmla="*/ 5517802 w 5896576"/>
              <a:gd name="connsiteY1358" fmla="*/ 3224755 h 6958335"/>
              <a:gd name="connsiteX1359" fmla="*/ 5517875 w 5896576"/>
              <a:gd name="connsiteY1359" fmla="*/ 3223494 h 6958335"/>
              <a:gd name="connsiteX1360" fmla="*/ 5510387 w 5896576"/>
              <a:gd name="connsiteY1360" fmla="*/ 3225393 h 6958335"/>
              <a:gd name="connsiteX1361" fmla="*/ 5515663 w 5896576"/>
              <a:gd name="connsiteY1361" fmla="*/ 3225147 h 6958335"/>
              <a:gd name="connsiteX1362" fmla="*/ 5517802 w 5896576"/>
              <a:gd name="connsiteY1362" fmla="*/ 3224755 h 6958335"/>
              <a:gd name="connsiteX1363" fmla="*/ 5517121 w 5896576"/>
              <a:gd name="connsiteY1363" fmla="*/ 3236544 h 6958335"/>
              <a:gd name="connsiteX1364" fmla="*/ 5510603 w 5896576"/>
              <a:gd name="connsiteY1364" fmla="*/ 3260947 h 6958335"/>
              <a:gd name="connsiteX1365" fmla="*/ 5492933 w 5896576"/>
              <a:gd name="connsiteY1365" fmla="*/ 3278616 h 6958335"/>
              <a:gd name="connsiteX1366" fmla="*/ 5492718 w 5896576"/>
              <a:gd name="connsiteY1366" fmla="*/ 3243062 h 6958335"/>
              <a:gd name="connsiteX1367" fmla="*/ 5457379 w 5896576"/>
              <a:gd name="connsiteY1367" fmla="*/ 3278401 h 6958335"/>
              <a:gd name="connsiteX1368" fmla="*/ 5422045 w 5896576"/>
              <a:gd name="connsiteY1368" fmla="*/ 3313735 h 6958335"/>
              <a:gd name="connsiteX1369" fmla="*/ 5459751 w 5896576"/>
              <a:gd name="connsiteY1369" fmla="*/ 3302856 h 6958335"/>
              <a:gd name="connsiteX1370" fmla="*/ 5457379 w 5896576"/>
              <a:gd name="connsiteY1370" fmla="*/ 3278401 h 6958335"/>
              <a:gd name="connsiteX1371" fmla="*/ 5493153 w 5896576"/>
              <a:gd name="connsiteY1371" fmla="*/ 3314175 h 6958335"/>
              <a:gd name="connsiteX1372" fmla="*/ 5439925 w 5896576"/>
              <a:gd name="connsiteY1372" fmla="*/ 3331624 h 6958335"/>
              <a:gd name="connsiteX1373" fmla="*/ 5422041 w 5896576"/>
              <a:gd name="connsiteY1373" fmla="*/ 3313739 h 6958335"/>
              <a:gd name="connsiteX1374" fmla="*/ 5386702 w 5896576"/>
              <a:gd name="connsiteY1374" fmla="*/ 3349078 h 6958335"/>
              <a:gd name="connsiteX1375" fmla="*/ 5388938 w 5896576"/>
              <a:gd name="connsiteY1375" fmla="*/ 3351314 h 6958335"/>
              <a:gd name="connsiteX1376" fmla="*/ 5400163 w 5896576"/>
              <a:gd name="connsiteY1376" fmla="*/ 3362539 h 6958335"/>
              <a:gd name="connsiteX1377" fmla="*/ 5394285 w 5896576"/>
              <a:gd name="connsiteY1377" fmla="*/ 3368602 h 6958335"/>
              <a:gd name="connsiteX1378" fmla="*/ 5386918 w 5896576"/>
              <a:gd name="connsiteY1378" fmla="*/ 3384632 h 6958335"/>
              <a:gd name="connsiteX1379" fmla="*/ 5404802 w 5896576"/>
              <a:gd name="connsiteY1379" fmla="*/ 3402517 h 6958335"/>
              <a:gd name="connsiteX1380" fmla="*/ 5422476 w 5896576"/>
              <a:gd name="connsiteY1380" fmla="*/ 3384852 h 6958335"/>
              <a:gd name="connsiteX1381" fmla="*/ 5440141 w 5896576"/>
              <a:gd name="connsiteY1381" fmla="*/ 3367178 h 6958335"/>
              <a:gd name="connsiteX1382" fmla="*/ 5458026 w 5896576"/>
              <a:gd name="connsiteY1382" fmla="*/ 3385063 h 6958335"/>
              <a:gd name="connsiteX1383" fmla="*/ 5422687 w 5896576"/>
              <a:gd name="connsiteY1383" fmla="*/ 3420402 h 6958335"/>
              <a:gd name="connsiteX1384" fmla="*/ 5475920 w 5896576"/>
              <a:gd name="connsiteY1384" fmla="*/ 3402948 h 6958335"/>
              <a:gd name="connsiteX1385" fmla="*/ 5458026 w 5896576"/>
              <a:gd name="connsiteY1385" fmla="*/ 3385063 h 6958335"/>
              <a:gd name="connsiteX1386" fmla="*/ 5475700 w 5896576"/>
              <a:gd name="connsiteY1386" fmla="*/ 3367399 h 6958335"/>
              <a:gd name="connsiteX1387" fmla="*/ 5424520 w 5896576"/>
              <a:gd name="connsiteY1387" fmla="*/ 3355972 h 6958335"/>
              <a:gd name="connsiteX1388" fmla="*/ 5403153 w 5896576"/>
              <a:gd name="connsiteY1388" fmla="*/ 3359455 h 6958335"/>
              <a:gd name="connsiteX1389" fmla="*/ 5401484 w 5896576"/>
              <a:gd name="connsiteY1389" fmla="*/ 3361176 h 6958335"/>
              <a:gd name="connsiteX1390" fmla="*/ 5397564 w 5896576"/>
              <a:gd name="connsiteY1390" fmla="*/ 3353866 h 6958335"/>
              <a:gd name="connsiteX1391" fmla="*/ 5439925 w 5896576"/>
              <a:gd name="connsiteY1391" fmla="*/ 3331624 h 6958335"/>
              <a:gd name="connsiteX1392" fmla="*/ 5475480 w 5896576"/>
              <a:gd name="connsiteY1392" fmla="*/ 3331840 h 6958335"/>
              <a:gd name="connsiteX1393" fmla="*/ 5493364 w 5896576"/>
              <a:gd name="connsiteY1393" fmla="*/ 3349725 h 6958335"/>
              <a:gd name="connsiteX1394" fmla="*/ 5511437 w 5896576"/>
              <a:gd name="connsiteY1394" fmla="*/ 3352337 h 6958335"/>
              <a:gd name="connsiteX1395" fmla="*/ 5524263 w 5896576"/>
              <a:gd name="connsiteY1395" fmla="*/ 3346438 h 6958335"/>
              <a:gd name="connsiteX1396" fmla="*/ 5528923 w 5896576"/>
              <a:gd name="connsiteY1396" fmla="*/ 3349945 h 6958335"/>
              <a:gd name="connsiteX1397" fmla="*/ 5531104 w 5896576"/>
              <a:gd name="connsiteY1397" fmla="*/ 3343291 h 6958335"/>
              <a:gd name="connsiteX1398" fmla="*/ 5524263 w 5896576"/>
              <a:gd name="connsiteY1398" fmla="*/ 3346438 h 6958335"/>
              <a:gd name="connsiteX1399" fmla="*/ 5511064 w 5896576"/>
              <a:gd name="connsiteY1399" fmla="*/ 3336504 h 6958335"/>
              <a:gd name="connsiteX1400" fmla="*/ 5493364 w 5896576"/>
              <a:gd name="connsiteY1400" fmla="*/ 3349725 h 6958335"/>
              <a:gd name="connsiteX1401" fmla="*/ 5493153 w 5896576"/>
              <a:gd name="connsiteY1401" fmla="*/ 3314175 h 6958335"/>
              <a:gd name="connsiteX1402" fmla="*/ 5528492 w 5896576"/>
              <a:gd name="connsiteY1402" fmla="*/ 3278837 h 6958335"/>
              <a:gd name="connsiteX1403" fmla="*/ 5528703 w 5896576"/>
              <a:gd name="connsiteY1403" fmla="*/ 3314386 h 6958335"/>
              <a:gd name="connsiteX1404" fmla="*/ 5564262 w 5896576"/>
              <a:gd name="connsiteY1404" fmla="*/ 3314606 h 6958335"/>
              <a:gd name="connsiteX1405" fmla="*/ 5581931 w 5896576"/>
              <a:gd name="connsiteY1405" fmla="*/ 3296937 h 6958335"/>
              <a:gd name="connsiteX1406" fmla="*/ 5599601 w 5896576"/>
              <a:gd name="connsiteY1406" fmla="*/ 3279268 h 6958335"/>
              <a:gd name="connsiteX1407" fmla="*/ 5634939 w 5896576"/>
              <a:gd name="connsiteY1407" fmla="*/ 3243929 h 6958335"/>
              <a:gd name="connsiteX1408" fmla="*/ 5670493 w 5896576"/>
              <a:gd name="connsiteY1408" fmla="*/ 3244145 h 6958335"/>
              <a:gd name="connsiteX1409" fmla="*/ 5670278 w 5896576"/>
              <a:gd name="connsiteY1409" fmla="*/ 3208591 h 6958335"/>
              <a:gd name="connsiteX1410" fmla="*/ 5692731 w 5896576"/>
              <a:gd name="connsiteY1410" fmla="*/ 3201227 h 6958335"/>
              <a:gd name="connsiteX1411" fmla="*/ 5690731 w 5896576"/>
              <a:gd name="connsiteY1411" fmla="*/ 3196919 h 6958335"/>
              <a:gd name="connsiteX1412" fmla="*/ 5696860 w 5896576"/>
              <a:gd name="connsiteY1412" fmla="*/ 3195422 h 6958335"/>
              <a:gd name="connsiteX1413" fmla="*/ 5705612 w 5896576"/>
              <a:gd name="connsiteY1413" fmla="*/ 3173257 h 6958335"/>
              <a:gd name="connsiteX1414" fmla="*/ 5700339 w 5896576"/>
              <a:gd name="connsiteY1414" fmla="*/ 3165903 h 6958335"/>
              <a:gd name="connsiteX1415" fmla="*/ 5723285 w 5896576"/>
              <a:gd name="connsiteY1415" fmla="*/ 3155583 h 6958335"/>
              <a:gd name="connsiteX1416" fmla="*/ 5740950 w 5896576"/>
              <a:gd name="connsiteY1416" fmla="*/ 3137919 h 6958335"/>
              <a:gd name="connsiteX1417" fmla="*/ 5758624 w 5896576"/>
              <a:gd name="connsiteY1417" fmla="*/ 3120244 h 6958335"/>
              <a:gd name="connsiteX1418" fmla="*/ 5794173 w 5896576"/>
              <a:gd name="connsiteY1418" fmla="*/ 3120465 h 6958335"/>
              <a:gd name="connsiteX1419" fmla="*/ 5793958 w 5896576"/>
              <a:gd name="connsiteY1419" fmla="*/ 3084911 h 6958335"/>
              <a:gd name="connsiteX1420" fmla="*/ 5811843 w 5896576"/>
              <a:gd name="connsiteY1420" fmla="*/ 3102795 h 6958335"/>
              <a:gd name="connsiteX1421" fmla="*/ 5829296 w 5896576"/>
              <a:gd name="connsiteY1421" fmla="*/ 3049572 h 6958335"/>
              <a:gd name="connsiteX1422" fmla="*/ 5864851 w 5896576"/>
              <a:gd name="connsiteY1422" fmla="*/ 3049788 h 6958335"/>
              <a:gd name="connsiteX1423" fmla="*/ 5891465 w 5896576"/>
              <a:gd name="connsiteY1423" fmla="*/ 3041063 h 6958335"/>
              <a:gd name="connsiteX1424" fmla="*/ 5896576 w 5896576"/>
              <a:gd name="connsiteY1424" fmla="*/ 3039388 h 6958335"/>
              <a:gd name="connsiteX1425" fmla="*/ 5896576 w 5896576"/>
              <a:gd name="connsiteY1425" fmla="*/ 3095922 h 6958335"/>
              <a:gd name="connsiteX1426" fmla="*/ 5882956 w 5896576"/>
              <a:gd name="connsiteY1426" fmla="*/ 3103231 h 6958335"/>
              <a:gd name="connsiteX1427" fmla="*/ 5865286 w 5896576"/>
              <a:gd name="connsiteY1427" fmla="*/ 3120901 h 6958335"/>
              <a:gd name="connsiteX1428" fmla="*/ 5829948 w 5896576"/>
              <a:gd name="connsiteY1428" fmla="*/ 3156239 h 6958335"/>
              <a:gd name="connsiteX1429" fmla="*/ 5776945 w 5896576"/>
              <a:gd name="connsiteY1429" fmla="*/ 3209242 h 6958335"/>
              <a:gd name="connsiteX1430" fmla="*/ 5759060 w 5896576"/>
              <a:gd name="connsiteY1430" fmla="*/ 3191357 h 6958335"/>
              <a:gd name="connsiteX1431" fmla="*/ 5776945 w 5896576"/>
              <a:gd name="connsiteY1431" fmla="*/ 3209242 h 6958335"/>
              <a:gd name="connsiteX1432" fmla="*/ 5706268 w 5896576"/>
              <a:gd name="connsiteY1432" fmla="*/ 3279920 h 6958335"/>
              <a:gd name="connsiteX1433" fmla="*/ 5670713 w 5896576"/>
              <a:gd name="connsiteY1433" fmla="*/ 3279704 h 6958335"/>
              <a:gd name="connsiteX1434" fmla="*/ 5652824 w 5896576"/>
              <a:gd name="connsiteY1434" fmla="*/ 3261814 h 6958335"/>
              <a:gd name="connsiteX1435" fmla="*/ 5635155 w 5896576"/>
              <a:gd name="connsiteY1435" fmla="*/ 3279483 h 6958335"/>
              <a:gd name="connsiteX1436" fmla="*/ 5617705 w 5896576"/>
              <a:gd name="connsiteY1436" fmla="*/ 3332712 h 6958335"/>
              <a:gd name="connsiteX1437" fmla="*/ 5670713 w 5896576"/>
              <a:gd name="connsiteY1437" fmla="*/ 3279704 h 6958335"/>
              <a:gd name="connsiteX1438" fmla="*/ 5633271 w 5896576"/>
              <a:gd name="connsiteY1438" fmla="*/ 3335022 h 6958335"/>
              <a:gd name="connsiteX1439" fmla="*/ 5590967 w 5896576"/>
              <a:gd name="connsiteY1439" fmla="*/ 3392258 h 6958335"/>
              <a:gd name="connsiteX1440" fmla="*/ 5558207 w 5896576"/>
              <a:gd name="connsiteY1440" fmla="*/ 3414567 h 6958335"/>
              <a:gd name="connsiteX1441" fmla="*/ 5529575 w 5896576"/>
              <a:gd name="connsiteY1441" fmla="*/ 3456612 h 6958335"/>
              <a:gd name="connsiteX1442" fmla="*/ 5476356 w 5896576"/>
              <a:gd name="connsiteY1442" fmla="*/ 3474061 h 6958335"/>
              <a:gd name="connsiteX1443" fmla="*/ 5494236 w 5896576"/>
              <a:gd name="connsiteY1443" fmla="*/ 3491951 h 6958335"/>
              <a:gd name="connsiteX1444" fmla="*/ 5441018 w 5896576"/>
              <a:gd name="connsiteY1444" fmla="*/ 3509400 h 6958335"/>
              <a:gd name="connsiteX1445" fmla="*/ 5458682 w 5896576"/>
              <a:gd name="connsiteY1445" fmla="*/ 3491735 h 6958335"/>
              <a:gd name="connsiteX1446" fmla="*/ 5440793 w 5896576"/>
              <a:gd name="connsiteY1446" fmla="*/ 3473845 h 6958335"/>
              <a:gd name="connsiteX1447" fmla="*/ 5441018 w 5896576"/>
              <a:gd name="connsiteY1447" fmla="*/ 3509400 h 6958335"/>
              <a:gd name="connsiteX1448" fmla="*/ 5388225 w 5896576"/>
              <a:gd name="connsiteY1448" fmla="*/ 3597962 h 6958335"/>
              <a:gd name="connsiteX1449" fmla="*/ 5388010 w 5896576"/>
              <a:gd name="connsiteY1449" fmla="*/ 3562408 h 6958335"/>
              <a:gd name="connsiteX1450" fmla="*/ 5352887 w 5896576"/>
              <a:gd name="connsiteY1450" fmla="*/ 3633300 h 6958335"/>
              <a:gd name="connsiteX1451" fmla="*/ 5317333 w 5896576"/>
              <a:gd name="connsiteY1451" fmla="*/ 3633085 h 6958335"/>
              <a:gd name="connsiteX1452" fmla="*/ 5335002 w 5896576"/>
              <a:gd name="connsiteY1452" fmla="*/ 3615415 h 6958335"/>
              <a:gd name="connsiteX1453" fmla="*/ 5299443 w 5896576"/>
              <a:gd name="connsiteY1453" fmla="*/ 3615195 h 6958335"/>
              <a:gd name="connsiteX1454" fmla="*/ 5317333 w 5896576"/>
              <a:gd name="connsiteY1454" fmla="*/ 3633085 h 6958335"/>
              <a:gd name="connsiteX1455" fmla="*/ 5292576 w 5896576"/>
              <a:gd name="connsiteY1455" fmla="*/ 3672931 h 6958335"/>
              <a:gd name="connsiteX1456" fmla="*/ 5285473 w 5896576"/>
              <a:gd name="connsiteY1456" fmla="*/ 3669905 h 6958335"/>
              <a:gd name="connsiteX1457" fmla="*/ 5286438 w 5896576"/>
              <a:gd name="connsiteY1457" fmla="*/ 3668450 h 6958335"/>
              <a:gd name="connsiteX1458" fmla="*/ 5281994 w 5896576"/>
              <a:gd name="connsiteY1458" fmla="*/ 3668423 h 6958335"/>
              <a:gd name="connsiteX1459" fmla="*/ 5285473 w 5896576"/>
              <a:gd name="connsiteY1459" fmla="*/ 3669905 h 6958335"/>
              <a:gd name="connsiteX1460" fmla="*/ 5277630 w 5896576"/>
              <a:gd name="connsiteY1460" fmla="*/ 3681729 h 6958335"/>
              <a:gd name="connsiteX1461" fmla="*/ 5246435 w 5896576"/>
              <a:gd name="connsiteY1461" fmla="*/ 3668203 h 6958335"/>
              <a:gd name="connsiteX1462" fmla="*/ 5211317 w 5896576"/>
              <a:gd name="connsiteY1462" fmla="*/ 3739100 h 6958335"/>
              <a:gd name="connsiteX1463" fmla="*/ 5122971 w 5896576"/>
              <a:gd name="connsiteY1463" fmla="*/ 3827446 h 6958335"/>
              <a:gd name="connsiteX1464" fmla="*/ 4981621 w 5896576"/>
              <a:gd name="connsiteY1464" fmla="*/ 3968796 h 6958335"/>
              <a:gd name="connsiteX1465" fmla="*/ 4946282 w 5896576"/>
              <a:gd name="connsiteY1465" fmla="*/ 4004135 h 6958335"/>
              <a:gd name="connsiteX1466" fmla="*/ 4928393 w 5896576"/>
              <a:gd name="connsiteY1466" fmla="*/ 3986245 h 6958335"/>
              <a:gd name="connsiteX1467" fmla="*/ 4918640 w 5896576"/>
              <a:gd name="connsiteY1467" fmla="*/ 4026187 h 6958335"/>
              <a:gd name="connsiteX1468" fmla="*/ 4910944 w 5896576"/>
              <a:gd name="connsiteY1468" fmla="*/ 4039472 h 6958335"/>
              <a:gd name="connsiteX1469" fmla="*/ 4910944 w 5896576"/>
              <a:gd name="connsiteY1469" fmla="*/ 4039473 h 6958335"/>
              <a:gd name="connsiteX1470" fmla="*/ 4908708 w 5896576"/>
              <a:gd name="connsiteY1470" fmla="*/ 4037237 h 6958335"/>
              <a:gd name="connsiteX1471" fmla="*/ 4893055 w 5896576"/>
              <a:gd name="connsiteY1471" fmla="*/ 4021583 h 6958335"/>
              <a:gd name="connsiteX1472" fmla="*/ 4893274 w 5896576"/>
              <a:gd name="connsiteY1472" fmla="*/ 4057143 h 6958335"/>
              <a:gd name="connsiteX1473" fmla="*/ 4910944 w 5896576"/>
              <a:gd name="connsiteY1473" fmla="*/ 4039473 h 6958335"/>
              <a:gd name="connsiteX1474" fmla="*/ 4910944 w 5896576"/>
              <a:gd name="connsiteY1474" fmla="*/ 4039473 h 6958335"/>
              <a:gd name="connsiteX1475" fmla="*/ 4910944 w 5896576"/>
              <a:gd name="connsiteY1475" fmla="*/ 4039472 h 6958335"/>
              <a:gd name="connsiteX1476" fmla="*/ 4937448 w 5896576"/>
              <a:gd name="connsiteY1476" fmla="*/ 4012969 h 6958335"/>
              <a:gd name="connsiteX1477" fmla="*/ 4981621 w 5896576"/>
              <a:gd name="connsiteY1477" fmla="*/ 3968796 h 6958335"/>
              <a:gd name="connsiteX1478" fmla="*/ 5016959 w 5896576"/>
              <a:gd name="connsiteY1478" fmla="*/ 3933458 h 6958335"/>
              <a:gd name="connsiteX1479" fmla="*/ 5052514 w 5896576"/>
              <a:gd name="connsiteY1479" fmla="*/ 3933673 h 6958335"/>
              <a:gd name="connsiteX1480" fmla="*/ 5069967 w 5896576"/>
              <a:gd name="connsiteY1480" fmla="*/ 3880450 h 6958335"/>
              <a:gd name="connsiteX1481" fmla="*/ 5140856 w 5896576"/>
              <a:gd name="connsiteY1481" fmla="*/ 3845331 h 6958335"/>
              <a:gd name="connsiteX1482" fmla="*/ 5158525 w 5896576"/>
              <a:gd name="connsiteY1482" fmla="*/ 3827662 h 6958335"/>
              <a:gd name="connsiteX1483" fmla="*/ 5211532 w 5896576"/>
              <a:gd name="connsiteY1483" fmla="*/ 3774655 h 6958335"/>
              <a:gd name="connsiteX1484" fmla="*/ 5247087 w 5896576"/>
              <a:gd name="connsiteY1484" fmla="*/ 3774870 h 6958335"/>
              <a:gd name="connsiteX1485" fmla="*/ 5246871 w 5896576"/>
              <a:gd name="connsiteY1485" fmla="*/ 3739316 h 6958335"/>
              <a:gd name="connsiteX1486" fmla="*/ 5262332 w 5896576"/>
              <a:gd name="connsiteY1486" fmla="*/ 3723855 h 6958335"/>
              <a:gd name="connsiteX1487" fmla="*/ 5264541 w 5896576"/>
              <a:gd name="connsiteY1487" fmla="*/ 3721647 h 6958335"/>
              <a:gd name="connsiteX1488" fmla="*/ 5319784 w 5896576"/>
              <a:gd name="connsiteY1488" fmla="*/ 3670874 h 6958335"/>
              <a:gd name="connsiteX1489" fmla="*/ 5388441 w 5896576"/>
              <a:gd name="connsiteY1489" fmla="*/ 3633516 h 6958335"/>
              <a:gd name="connsiteX1490" fmla="*/ 5370556 w 5896576"/>
              <a:gd name="connsiteY1490" fmla="*/ 3615631 h 6958335"/>
              <a:gd name="connsiteX1491" fmla="*/ 5635806 w 5896576"/>
              <a:gd name="connsiteY1491" fmla="*/ 3386151 h 6958335"/>
              <a:gd name="connsiteX1492" fmla="*/ 5653475 w 5896576"/>
              <a:gd name="connsiteY1492" fmla="*/ 3368481 h 6958335"/>
              <a:gd name="connsiteX1493" fmla="*/ 5689030 w 5896576"/>
              <a:gd name="connsiteY1493" fmla="*/ 3368697 h 6958335"/>
              <a:gd name="connsiteX1494" fmla="*/ 5671145 w 5896576"/>
              <a:gd name="connsiteY1494" fmla="*/ 3350812 h 6958335"/>
              <a:gd name="connsiteX1495" fmla="*/ 5688814 w 5896576"/>
              <a:gd name="connsiteY1495" fmla="*/ 3333143 h 6958335"/>
              <a:gd name="connsiteX1496" fmla="*/ 5777376 w 5896576"/>
              <a:gd name="connsiteY1496" fmla="*/ 3280360 h 6958335"/>
              <a:gd name="connsiteX1497" fmla="*/ 5759486 w 5896576"/>
              <a:gd name="connsiteY1497" fmla="*/ 3262470 h 6958335"/>
              <a:gd name="connsiteX1498" fmla="*/ 5777160 w 5896576"/>
              <a:gd name="connsiteY1498" fmla="*/ 3244796 h 6958335"/>
              <a:gd name="connsiteX1499" fmla="*/ 5880965 w 5896576"/>
              <a:gd name="connsiteY1499" fmla="*/ 3140992 h 6958335"/>
              <a:gd name="connsiteX1500" fmla="*/ 5896576 w 5896576"/>
              <a:gd name="connsiteY1500" fmla="*/ 3128100 h 6958335"/>
              <a:gd name="connsiteX1501" fmla="*/ 5896576 w 5896576"/>
              <a:gd name="connsiteY1501" fmla="*/ 3232700 h 6958335"/>
              <a:gd name="connsiteX1502" fmla="*/ 5886032 w 5896576"/>
              <a:gd name="connsiteY1502" fmla="*/ 3243243 h 6958335"/>
              <a:gd name="connsiteX1503" fmla="*/ 5883823 w 5896576"/>
              <a:gd name="connsiteY1503" fmla="*/ 3245452 h 6958335"/>
              <a:gd name="connsiteX1504" fmla="*/ 5896576 w 5896576"/>
              <a:gd name="connsiteY1504" fmla="*/ 3234587 h 6958335"/>
              <a:gd name="connsiteX1505" fmla="*/ 5896576 w 5896576"/>
              <a:gd name="connsiteY1505" fmla="*/ 4484994 h 6958335"/>
              <a:gd name="connsiteX1506" fmla="*/ 5891430 w 5896576"/>
              <a:gd name="connsiteY1506" fmla="*/ 4489890 h 6958335"/>
              <a:gd name="connsiteX1507" fmla="*/ 5896576 w 5896576"/>
              <a:gd name="connsiteY1507" fmla="*/ 4486053 h 6958335"/>
              <a:gd name="connsiteX1508" fmla="*/ 5896576 w 5896576"/>
              <a:gd name="connsiteY1508" fmla="*/ 4521906 h 6958335"/>
              <a:gd name="connsiteX1509" fmla="*/ 5888336 w 5896576"/>
              <a:gd name="connsiteY1509" fmla="*/ 4529313 h 6958335"/>
              <a:gd name="connsiteX1510" fmla="*/ 5856307 w 5896576"/>
              <a:gd name="connsiteY1510" fmla="*/ 4560783 h 6958335"/>
              <a:gd name="connsiteX1511" fmla="*/ 5775150 w 5896576"/>
              <a:gd name="connsiteY1511" fmla="*/ 4653151 h 6958335"/>
              <a:gd name="connsiteX1512" fmla="*/ 5767965 w 5896576"/>
              <a:gd name="connsiteY1512" fmla="*/ 4649124 h 6958335"/>
              <a:gd name="connsiteX1513" fmla="*/ 5750033 w 5896576"/>
              <a:gd name="connsiteY1513" fmla="*/ 4679205 h 6958335"/>
              <a:gd name="connsiteX1514" fmla="*/ 5661949 w 5896576"/>
              <a:gd name="connsiteY1514" fmla="*/ 4755140 h 6958335"/>
              <a:gd name="connsiteX1515" fmla="*/ 5728375 w 5896576"/>
              <a:gd name="connsiteY1515" fmla="*/ 4715551 h 6958335"/>
              <a:gd name="connsiteX1516" fmla="*/ 5750033 w 5896576"/>
              <a:gd name="connsiteY1516" fmla="*/ 4679205 h 6958335"/>
              <a:gd name="connsiteX1517" fmla="*/ 5759210 w 5896576"/>
              <a:gd name="connsiteY1517" fmla="*/ 4671293 h 6958335"/>
              <a:gd name="connsiteX1518" fmla="*/ 5775150 w 5896576"/>
              <a:gd name="connsiteY1518" fmla="*/ 4653151 h 6958335"/>
              <a:gd name="connsiteX1519" fmla="*/ 5788034 w 5896576"/>
              <a:gd name="connsiteY1519" fmla="*/ 4660364 h 6958335"/>
              <a:gd name="connsiteX1520" fmla="*/ 5821188 w 5896576"/>
              <a:gd name="connsiteY1520" fmla="*/ 4631671 h 6958335"/>
              <a:gd name="connsiteX1521" fmla="*/ 5786070 w 5896576"/>
              <a:gd name="connsiteY1521" fmla="*/ 4702569 h 6958335"/>
              <a:gd name="connsiteX1522" fmla="*/ 5768180 w 5896576"/>
              <a:gd name="connsiteY1522" fmla="*/ 4684679 h 6958335"/>
              <a:gd name="connsiteX1523" fmla="*/ 5732842 w 5896576"/>
              <a:gd name="connsiteY1523" fmla="*/ 4720017 h 6958335"/>
              <a:gd name="connsiteX1524" fmla="*/ 5786070 w 5896576"/>
              <a:gd name="connsiteY1524" fmla="*/ 4702569 h 6958335"/>
              <a:gd name="connsiteX1525" fmla="*/ 5777315 w 5896576"/>
              <a:gd name="connsiteY1525" fmla="*/ 4724737 h 6958335"/>
              <a:gd name="connsiteX1526" fmla="*/ 5768401 w 5896576"/>
              <a:gd name="connsiteY1526" fmla="*/ 4720238 h 6958335"/>
              <a:gd name="connsiteX1527" fmla="*/ 5786285 w 5896576"/>
              <a:gd name="connsiteY1527" fmla="*/ 4738123 h 6958335"/>
              <a:gd name="connsiteX1528" fmla="*/ 5803955 w 5896576"/>
              <a:gd name="connsiteY1528" fmla="*/ 4720453 h 6958335"/>
              <a:gd name="connsiteX1529" fmla="*/ 5786070 w 5896576"/>
              <a:gd name="connsiteY1529" fmla="*/ 4702569 h 6958335"/>
              <a:gd name="connsiteX1530" fmla="*/ 5821404 w 5896576"/>
              <a:gd name="connsiteY1530" fmla="*/ 4667234 h 6958335"/>
              <a:gd name="connsiteX1531" fmla="*/ 5843572 w 5896576"/>
              <a:gd name="connsiteY1531" fmla="*/ 4658480 h 6958335"/>
              <a:gd name="connsiteX1532" fmla="*/ 5841674 w 5896576"/>
              <a:gd name="connsiteY1532" fmla="*/ 4654707 h 6958335"/>
              <a:gd name="connsiteX1533" fmla="*/ 5896576 w 5896576"/>
              <a:gd name="connsiteY1533" fmla="*/ 4620785 h 6958335"/>
              <a:gd name="connsiteX1534" fmla="*/ 5896576 w 5896576"/>
              <a:gd name="connsiteY1534" fmla="*/ 4628372 h 6958335"/>
              <a:gd name="connsiteX1535" fmla="*/ 5892301 w 5896576"/>
              <a:gd name="connsiteY1535" fmla="*/ 4632107 h 6958335"/>
              <a:gd name="connsiteX1536" fmla="*/ 5733278 w 5896576"/>
              <a:gd name="connsiteY1536" fmla="*/ 4791130 h 6958335"/>
              <a:gd name="connsiteX1537" fmla="*/ 5892522 w 5896576"/>
              <a:gd name="connsiteY1537" fmla="*/ 4667666 h 6958335"/>
              <a:gd name="connsiteX1538" fmla="*/ 5896576 w 5896576"/>
              <a:gd name="connsiteY1538" fmla="*/ 4662238 h 6958335"/>
              <a:gd name="connsiteX1539" fmla="*/ 5896576 w 5896576"/>
              <a:gd name="connsiteY1539" fmla="*/ 4675165 h 6958335"/>
              <a:gd name="connsiteX1540" fmla="*/ 5888156 w 5896576"/>
              <a:gd name="connsiteY1540" fmla="*/ 4680969 h 6958335"/>
              <a:gd name="connsiteX1541" fmla="*/ 5875068 w 5896576"/>
              <a:gd name="connsiteY1541" fmla="*/ 4720889 h 6958335"/>
              <a:gd name="connsiteX1542" fmla="*/ 5896576 w 5896576"/>
              <a:gd name="connsiteY1542" fmla="*/ 4699381 h 6958335"/>
              <a:gd name="connsiteX1543" fmla="*/ 5896576 w 5896576"/>
              <a:gd name="connsiteY1543" fmla="*/ 5183563 h 6958335"/>
              <a:gd name="connsiteX1544" fmla="*/ 5714448 w 5896576"/>
              <a:gd name="connsiteY1544" fmla="*/ 5346545 h 6958335"/>
              <a:gd name="connsiteX1545" fmla="*/ 5347600 w 5896576"/>
              <a:gd name="connsiteY1545" fmla="*/ 5677622 h 6958335"/>
              <a:gd name="connsiteX1546" fmla="*/ 5100015 w 5896576"/>
              <a:gd name="connsiteY1546" fmla="*/ 5889437 h 6958335"/>
              <a:gd name="connsiteX1547" fmla="*/ 4551409 w 5896576"/>
              <a:gd name="connsiteY1547" fmla="*/ 6294955 h 6958335"/>
              <a:gd name="connsiteX1548" fmla="*/ 4445174 w 5896576"/>
              <a:gd name="connsiteY1548" fmla="*/ 6365411 h 6958335"/>
              <a:gd name="connsiteX1549" fmla="*/ 4409835 w 5896576"/>
              <a:gd name="connsiteY1549" fmla="*/ 6400750 h 6958335"/>
              <a:gd name="connsiteX1550" fmla="*/ 4374281 w 5896576"/>
              <a:gd name="connsiteY1550" fmla="*/ 6400535 h 6958335"/>
              <a:gd name="connsiteX1551" fmla="*/ 4391950 w 5896576"/>
              <a:gd name="connsiteY1551" fmla="*/ 6382865 h 6958335"/>
              <a:gd name="connsiteX1552" fmla="*/ 4374281 w 5896576"/>
              <a:gd name="connsiteY1552" fmla="*/ 6400535 h 6958335"/>
              <a:gd name="connsiteX1553" fmla="*/ 4358819 w 5896576"/>
              <a:gd name="connsiteY1553" fmla="*/ 6415996 h 6958335"/>
              <a:gd name="connsiteX1554" fmla="*/ 4338942 w 5896576"/>
              <a:gd name="connsiteY1554" fmla="*/ 6435873 h 6958335"/>
              <a:gd name="connsiteX1555" fmla="*/ 4338726 w 5896576"/>
              <a:gd name="connsiteY1555" fmla="*/ 6400319 h 6958335"/>
              <a:gd name="connsiteX1556" fmla="*/ 4214831 w 5896576"/>
              <a:gd name="connsiteY1556" fmla="*/ 6488445 h 6958335"/>
              <a:gd name="connsiteX1557" fmla="*/ 4232500 w 5896576"/>
              <a:gd name="connsiteY1557" fmla="*/ 6470776 h 6958335"/>
              <a:gd name="connsiteX1558" fmla="*/ 4126264 w 5896576"/>
              <a:gd name="connsiteY1558" fmla="*/ 6541233 h 6958335"/>
              <a:gd name="connsiteX1559" fmla="*/ 4135633 w 5896576"/>
              <a:gd name="connsiteY1559" fmla="*/ 6520400 h 6958335"/>
              <a:gd name="connsiteX1560" fmla="*/ 4146191 w 5896576"/>
              <a:gd name="connsiteY1560" fmla="*/ 6514502 h 6958335"/>
              <a:gd name="connsiteX1561" fmla="*/ 4148596 w 5896576"/>
              <a:gd name="connsiteY1561" fmla="*/ 6513871 h 6958335"/>
              <a:gd name="connsiteX1562" fmla="*/ 4161603 w 5896576"/>
              <a:gd name="connsiteY1562" fmla="*/ 6505894 h 6958335"/>
              <a:gd name="connsiteX1563" fmla="*/ 4146191 w 5896576"/>
              <a:gd name="connsiteY1563" fmla="*/ 6514502 h 6958335"/>
              <a:gd name="connsiteX1564" fmla="*/ 4137226 w 5896576"/>
              <a:gd name="connsiteY1564" fmla="*/ 6516857 h 6958335"/>
              <a:gd name="connsiteX1565" fmla="*/ 4135633 w 5896576"/>
              <a:gd name="connsiteY1565" fmla="*/ 6520400 h 6958335"/>
              <a:gd name="connsiteX1566" fmla="*/ 4090738 w 5896576"/>
              <a:gd name="connsiteY1566" fmla="*/ 6545460 h 6958335"/>
              <a:gd name="connsiteX1567" fmla="*/ 4020033 w 5896576"/>
              <a:gd name="connsiteY1567" fmla="*/ 6611694 h 6958335"/>
              <a:gd name="connsiteX1568" fmla="*/ 4019817 w 5896576"/>
              <a:gd name="connsiteY1568" fmla="*/ 6576140 h 6958335"/>
              <a:gd name="connsiteX1569" fmla="*/ 3966804 w 5896576"/>
              <a:gd name="connsiteY1569" fmla="*/ 6629143 h 6958335"/>
              <a:gd name="connsiteX1570" fmla="*/ 3913365 w 5896576"/>
              <a:gd name="connsiteY1570" fmla="*/ 6611043 h 6958335"/>
              <a:gd name="connsiteX1571" fmla="*/ 3877811 w 5896576"/>
              <a:gd name="connsiteY1571" fmla="*/ 6610827 h 6958335"/>
              <a:gd name="connsiteX1572" fmla="*/ 3895260 w 5896576"/>
              <a:gd name="connsiteY1572" fmla="*/ 6557599 h 6958335"/>
              <a:gd name="connsiteX1573" fmla="*/ 3877591 w 5896576"/>
              <a:gd name="connsiteY1573" fmla="*/ 6575268 h 6958335"/>
              <a:gd name="connsiteX1574" fmla="*/ 4001060 w 5896576"/>
              <a:gd name="connsiteY1574" fmla="*/ 6416029 h 6958335"/>
              <a:gd name="connsiteX1575" fmla="*/ 4054069 w 5896576"/>
              <a:gd name="connsiteY1575" fmla="*/ 6363021 h 6958335"/>
              <a:gd name="connsiteX1576" fmla="*/ 4001060 w 5896576"/>
              <a:gd name="connsiteY1576" fmla="*/ 6416029 h 6958335"/>
              <a:gd name="connsiteX1577" fmla="*/ 3806699 w 5896576"/>
              <a:gd name="connsiteY1577" fmla="*/ 6610391 h 6958335"/>
              <a:gd name="connsiteX1578" fmla="*/ 3735805 w 5896576"/>
              <a:gd name="connsiteY1578" fmla="*/ 6645514 h 6958335"/>
              <a:gd name="connsiteX1579" fmla="*/ 3770929 w 5896576"/>
              <a:gd name="connsiteY1579" fmla="*/ 6574621 h 6958335"/>
              <a:gd name="connsiteX1580" fmla="*/ 3894393 w 5896576"/>
              <a:gd name="connsiteY1580" fmla="*/ 6415378 h 6958335"/>
              <a:gd name="connsiteX1581" fmla="*/ 3876724 w 5896576"/>
              <a:gd name="connsiteY1581" fmla="*/ 6433047 h 6958335"/>
              <a:gd name="connsiteX1582" fmla="*/ 3797212 w 5896576"/>
              <a:gd name="connsiteY1582" fmla="*/ 6512559 h 6958335"/>
              <a:gd name="connsiteX1583" fmla="*/ 3753044 w 5896576"/>
              <a:gd name="connsiteY1583" fmla="*/ 6556727 h 6958335"/>
              <a:gd name="connsiteX1584" fmla="*/ 3752936 w 5896576"/>
              <a:gd name="connsiteY1584" fmla="*/ 6538950 h 6958335"/>
              <a:gd name="connsiteX1585" fmla="*/ 3752824 w 5896576"/>
              <a:gd name="connsiteY1585" fmla="*/ 6521178 h 6958335"/>
              <a:gd name="connsiteX1586" fmla="*/ 3770493 w 5896576"/>
              <a:gd name="connsiteY1586" fmla="*/ 6503508 h 6958335"/>
              <a:gd name="connsiteX1587" fmla="*/ 3752824 w 5896576"/>
              <a:gd name="connsiteY1587" fmla="*/ 6521178 h 6958335"/>
              <a:gd name="connsiteX1588" fmla="*/ 3739574 w 5896576"/>
              <a:gd name="connsiteY1588" fmla="*/ 6534427 h 6958335"/>
              <a:gd name="connsiteX1589" fmla="*/ 3682151 w 5896576"/>
              <a:gd name="connsiteY1589" fmla="*/ 6591850 h 6958335"/>
              <a:gd name="connsiteX1590" fmla="*/ 3788162 w 5896576"/>
              <a:gd name="connsiteY1590" fmla="*/ 6485839 h 6958335"/>
              <a:gd name="connsiteX1591" fmla="*/ 3664266 w 5896576"/>
              <a:gd name="connsiteY1591" fmla="*/ 6573965 h 6958335"/>
              <a:gd name="connsiteX1592" fmla="*/ 3575700 w 5896576"/>
              <a:gd name="connsiteY1592" fmla="*/ 6626752 h 6958335"/>
              <a:gd name="connsiteX1593" fmla="*/ 3575479 w 5896576"/>
              <a:gd name="connsiteY1593" fmla="*/ 6591203 h 6958335"/>
              <a:gd name="connsiteX1594" fmla="*/ 3592933 w 5896576"/>
              <a:gd name="connsiteY1594" fmla="*/ 6537980 h 6958335"/>
              <a:gd name="connsiteX1595" fmla="*/ 3522260 w 5896576"/>
              <a:gd name="connsiteY1595" fmla="*/ 6608653 h 6958335"/>
              <a:gd name="connsiteX1596" fmla="*/ 3433263 w 5896576"/>
              <a:gd name="connsiteY1596" fmla="*/ 6590332 h 6958335"/>
              <a:gd name="connsiteX1597" fmla="*/ 3291688 w 5896576"/>
              <a:gd name="connsiteY1597" fmla="*/ 6696127 h 6958335"/>
              <a:gd name="connsiteX1598" fmla="*/ 3132233 w 5896576"/>
              <a:gd name="connsiteY1598" fmla="*/ 6784042 h 6958335"/>
              <a:gd name="connsiteX1599" fmla="*/ 3114780 w 5896576"/>
              <a:gd name="connsiteY1599" fmla="*/ 6837266 h 6958335"/>
              <a:gd name="connsiteX1600" fmla="*/ 3043892 w 5896576"/>
              <a:gd name="connsiteY1600" fmla="*/ 6872384 h 6958335"/>
              <a:gd name="connsiteX1601" fmla="*/ 3026007 w 5896576"/>
              <a:gd name="connsiteY1601" fmla="*/ 6854499 h 6958335"/>
              <a:gd name="connsiteX1602" fmla="*/ 2990668 w 5896576"/>
              <a:gd name="connsiteY1602" fmla="*/ 6889837 h 6958335"/>
              <a:gd name="connsiteX1603" fmla="*/ 2990448 w 5896576"/>
              <a:gd name="connsiteY1603" fmla="*/ 6854279 h 6958335"/>
              <a:gd name="connsiteX1604" fmla="*/ 3007901 w 5896576"/>
              <a:gd name="connsiteY1604" fmla="*/ 6801055 h 6958335"/>
              <a:gd name="connsiteX1605" fmla="*/ 2990448 w 5896576"/>
              <a:gd name="connsiteY1605" fmla="*/ 6854279 h 6958335"/>
              <a:gd name="connsiteX1606" fmla="*/ 2972779 w 5896576"/>
              <a:gd name="connsiteY1606" fmla="*/ 6871948 h 6958335"/>
              <a:gd name="connsiteX1607" fmla="*/ 2990232 w 5896576"/>
              <a:gd name="connsiteY1607" fmla="*/ 6818725 h 6958335"/>
              <a:gd name="connsiteX1608" fmla="*/ 2972347 w 5896576"/>
              <a:gd name="connsiteY1608" fmla="*/ 6800840 h 6958335"/>
              <a:gd name="connsiteX1609" fmla="*/ 2901450 w 5896576"/>
              <a:gd name="connsiteY1609" fmla="*/ 6835958 h 6958335"/>
              <a:gd name="connsiteX1610" fmla="*/ 2901235 w 5896576"/>
              <a:gd name="connsiteY1610" fmla="*/ 6800404 h 6958335"/>
              <a:gd name="connsiteX1611" fmla="*/ 2870775 w 5896576"/>
              <a:gd name="connsiteY1611" fmla="*/ 6819531 h 6958335"/>
              <a:gd name="connsiteX1612" fmla="*/ 2828055 w 5896576"/>
              <a:gd name="connsiteY1612" fmla="*/ 6824400 h 6958335"/>
              <a:gd name="connsiteX1613" fmla="*/ 2759449 w 5896576"/>
              <a:gd name="connsiteY1613" fmla="*/ 6870650 h 6958335"/>
              <a:gd name="connsiteX1614" fmla="*/ 2706446 w 5896576"/>
              <a:gd name="connsiteY1614" fmla="*/ 6923653 h 6958335"/>
              <a:gd name="connsiteX1615" fmla="*/ 2564436 w 5896576"/>
              <a:gd name="connsiteY1615" fmla="*/ 6958335 h 6958335"/>
              <a:gd name="connsiteX1616" fmla="*/ 2493112 w 5896576"/>
              <a:gd name="connsiteY1616" fmla="*/ 6922350 h 6958335"/>
              <a:gd name="connsiteX1617" fmla="*/ 2475007 w 5896576"/>
              <a:gd name="connsiteY1617" fmla="*/ 6868906 h 6958335"/>
              <a:gd name="connsiteX1618" fmla="*/ 2457338 w 5896576"/>
              <a:gd name="connsiteY1618" fmla="*/ 6886575 h 6958335"/>
              <a:gd name="connsiteX1619" fmla="*/ 2439227 w 5896576"/>
              <a:gd name="connsiteY1619" fmla="*/ 6833137 h 6958335"/>
              <a:gd name="connsiteX1620" fmla="*/ 2527799 w 5896576"/>
              <a:gd name="connsiteY1620" fmla="*/ 6780344 h 6958335"/>
              <a:gd name="connsiteX1621" fmla="*/ 2563133 w 5896576"/>
              <a:gd name="connsiteY1621" fmla="*/ 6745010 h 6958335"/>
              <a:gd name="connsiteX1622" fmla="*/ 2704918 w 5896576"/>
              <a:gd name="connsiteY1622" fmla="*/ 6674764 h 6958335"/>
              <a:gd name="connsiteX1623" fmla="*/ 2545248 w 5896576"/>
              <a:gd name="connsiteY1623" fmla="*/ 6727125 h 6958335"/>
              <a:gd name="connsiteX1624" fmla="*/ 2536303 w 5896576"/>
              <a:gd name="connsiteY1624" fmla="*/ 6718177 h 6958335"/>
              <a:gd name="connsiteX1625" fmla="*/ 2536299 w 5896576"/>
              <a:gd name="connsiteY1625" fmla="*/ 6718177 h 6958335"/>
              <a:gd name="connsiteX1626" fmla="*/ 2527358 w 5896576"/>
              <a:gd name="connsiteY1626" fmla="*/ 6709236 h 6958335"/>
              <a:gd name="connsiteX1627" fmla="*/ 2525185 w 5896576"/>
              <a:gd name="connsiteY1627" fmla="*/ 6716998 h 6958335"/>
              <a:gd name="connsiteX1628" fmla="*/ 2536299 w 5896576"/>
              <a:gd name="connsiteY1628" fmla="*/ 6718177 h 6958335"/>
              <a:gd name="connsiteX1629" fmla="*/ 2536303 w 5896576"/>
              <a:gd name="connsiteY1629" fmla="*/ 6718181 h 6958335"/>
              <a:gd name="connsiteX1630" fmla="*/ 2545248 w 5896576"/>
              <a:gd name="connsiteY1630" fmla="*/ 6727125 h 6958335"/>
              <a:gd name="connsiteX1631" fmla="*/ 2474566 w 5896576"/>
              <a:gd name="connsiteY1631" fmla="*/ 6797798 h 6958335"/>
              <a:gd name="connsiteX1632" fmla="*/ 2332785 w 5896576"/>
              <a:gd name="connsiteY1632" fmla="*/ 6868039 h 6958335"/>
              <a:gd name="connsiteX1633" fmla="*/ 2314896 w 5896576"/>
              <a:gd name="connsiteY1633" fmla="*/ 6850150 h 6958335"/>
              <a:gd name="connsiteX1634" fmla="*/ 2190128 w 5896576"/>
              <a:gd name="connsiteY1634" fmla="*/ 6796059 h 6958335"/>
              <a:gd name="connsiteX1635" fmla="*/ 2154574 w 5896576"/>
              <a:gd name="connsiteY1635" fmla="*/ 6795843 h 6958335"/>
              <a:gd name="connsiteX1636" fmla="*/ 2172243 w 5896576"/>
              <a:gd name="connsiteY1636" fmla="*/ 6778174 h 6958335"/>
              <a:gd name="connsiteX1637" fmla="*/ 2101130 w 5896576"/>
              <a:gd name="connsiteY1637" fmla="*/ 6777738 h 6958335"/>
              <a:gd name="connsiteX1638" fmla="*/ 2029587 w 5896576"/>
              <a:gd name="connsiteY1638" fmla="*/ 6706194 h 6958335"/>
              <a:gd name="connsiteX1639" fmla="*/ 1905250 w 5896576"/>
              <a:gd name="connsiteY1639" fmla="*/ 6723212 h 6958335"/>
              <a:gd name="connsiteX1640" fmla="*/ 1904814 w 5896576"/>
              <a:gd name="connsiteY1640" fmla="*/ 6652099 h 6958335"/>
              <a:gd name="connsiteX1641" fmla="*/ 1869260 w 5896576"/>
              <a:gd name="connsiteY1641" fmla="*/ 6651883 h 6958335"/>
              <a:gd name="connsiteX1642" fmla="*/ 1922484 w 5896576"/>
              <a:gd name="connsiteY1642" fmla="*/ 6634429 h 6958335"/>
              <a:gd name="connsiteX1643" fmla="*/ 1869260 w 5896576"/>
              <a:gd name="connsiteY1643" fmla="*/ 6651883 h 6958335"/>
              <a:gd name="connsiteX1644" fmla="*/ 1975491 w 5896576"/>
              <a:gd name="connsiteY1644" fmla="*/ 6581422 h 6958335"/>
              <a:gd name="connsiteX1645" fmla="*/ 2011050 w 5896576"/>
              <a:gd name="connsiteY1645" fmla="*/ 6581642 h 6958335"/>
              <a:gd name="connsiteX1646" fmla="*/ 2055331 w 5896576"/>
              <a:gd name="connsiteY1646" fmla="*/ 6555246 h 6958335"/>
              <a:gd name="connsiteX1647" fmla="*/ 2070090 w 5896576"/>
              <a:gd name="connsiteY1647" fmla="*/ 6546449 h 6958335"/>
              <a:gd name="connsiteX1648" fmla="*/ 2081943 w 5896576"/>
              <a:gd name="connsiteY1648" fmla="*/ 6546519 h 6958335"/>
              <a:gd name="connsiteX1649" fmla="*/ 2085626 w 5896576"/>
              <a:gd name="connsiteY1649" fmla="*/ 6537183 h 6958335"/>
              <a:gd name="connsiteX1650" fmla="*/ 2099612 w 5896576"/>
              <a:gd name="connsiteY1650" fmla="*/ 6528850 h 6958335"/>
              <a:gd name="connsiteX1651" fmla="*/ 2090693 w 5896576"/>
              <a:gd name="connsiteY1651" fmla="*/ 6524355 h 6958335"/>
              <a:gd name="connsiteX1652" fmla="*/ 2085626 w 5896576"/>
              <a:gd name="connsiteY1652" fmla="*/ 6537183 h 6958335"/>
              <a:gd name="connsiteX1653" fmla="*/ 2070090 w 5896576"/>
              <a:gd name="connsiteY1653" fmla="*/ 6546449 h 6958335"/>
              <a:gd name="connsiteX1654" fmla="*/ 2064165 w 5896576"/>
              <a:gd name="connsiteY1654" fmla="*/ 6546412 h 6958335"/>
              <a:gd name="connsiteX1655" fmla="*/ 2046388 w 5896576"/>
              <a:gd name="connsiteY1655" fmla="*/ 6546304 h 6958335"/>
              <a:gd name="connsiteX1656" fmla="*/ 2081727 w 5896576"/>
              <a:gd name="connsiteY1656" fmla="*/ 6510965 h 6958335"/>
              <a:gd name="connsiteX1657" fmla="*/ 2046169 w 5896576"/>
              <a:gd name="connsiteY1657" fmla="*/ 6510744 h 6958335"/>
              <a:gd name="connsiteX1658" fmla="*/ 2086108 w 5896576"/>
              <a:gd name="connsiteY1658" fmla="*/ 6500993 h 6958335"/>
              <a:gd name="connsiteX1659" fmla="*/ 2087961 w 5896576"/>
              <a:gd name="connsiteY1659" fmla="*/ 6499921 h 6958335"/>
              <a:gd name="connsiteX1660" fmla="*/ 2088323 w 5896576"/>
              <a:gd name="connsiteY1660" fmla="*/ 6499896 h 6958335"/>
              <a:gd name="connsiteX1661" fmla="*/ 2099391 w 5896576"/>
              <a:gd name="connsiteY1661" fmla="*/ 6493300 h 6958335"/>
              <a:gd name="connsiteX1662" fmla="*/ 2117276 w 5896576"/>
              <a:gd name="connsiteY1662" fmla="*/ 6511185 h 6958335"/>
              <a:gd name="connsiteX1663" fmla="*/ 2099391 w 5896576"/>
              <a:gd name="connsiteY1663" fmla="*/ 6493300 h 6958335"/>
              <a:gd name="connsiteX1664" fmla="*/ 2087961 w 5896576"/>
              <a:gd name="connsiteY1664" fmla="*/ 6499921 h 6958335"/>
              <a:gd name="connsiteX1665" fmla="*/ 2076940 w 5896576"/>
              <a:gd name="connsiteY1665" fmla="*/ 6500657 h 6958335"/>
              <a:gd name="connsiteX1666" fmla="*/ 2063838 w 5896576"/>
              <a:gd name="connsiteY1666" fmla="*/ 6493075 h 6958335"/>
              <a:gd name="connsiteX1667" fmla="*/ 2081502 w 5896576"/>
              <a:gd name="connsiteY1667" fmla="*/ 6475411 h 6958335"/>
              <a:gd name="connsiteX1668" fmla="*/ 2063838 w 5896576"/>
              <a:gd name="connsiteY1668" fmla="*/ 6493075 h 6958335"/>
              <a:gd name="connsiteX1669" fmla="*/ 2063622 w 5896576"/>
              <a:gd name="connsiteY1669" fmla="*/ 6457521 h 6958335"/>
              <a:gd name="connsiteX1670" fmla="*/ 2152179 w 5896576"/>
              <a:gd name="connsiteY1670" fmla="*/ 6404733 h 6958335"/>
              <a:gd name="connsiteX1671" fmla="*/ 2134299 w 5896576"/>
              <a:gd name="connsiteY1671" fmla="*/ 6386844 h 6958335"/>
              <a:gd name="connsiteX1672" fmla="*/ 2187302 w 5896576"/>
              <a:gd name="connsiteY1672" fmla="*/ 6333841 h 6958335"/>
              <a:gd name="connsiteX1673" fmla="*/ 2081076 w 5896576"/>
              <a:gd name="connsiteY1673" fmla="*/ 6404298 h 6958335"/>
              <a:gd name="connsiteX1674" fmla="*/ 2027848 w 5896576"/>
              <a:gd name="connsiteY1674" fmla="*/ 6421747 h 6958335"/>
              <a:gd name="connsiteX1675" fmla="*/ 1994580 w 5896576"/>
              <a:gd name="connsiteY1675" fmla="*/ 6432658 h 6958335"/>
              <a:gd name="connsiteX1676" fmla="*/ 1992294 w 5896576"/>
              <a:gd name="connsiteY1676" fmla="*/ 6421531 h 6958335"/>
              <a:gd name="connsiteX1677" fmla="*/ 1977047 w 5896576"/>
              <a:gd name="connsiteY1677" fmla="*/ 6438408 h 6958335"/>
              <a:gd name="connsiteX1678" fmla="*/ 1974624 w 5896576"/>
              <a:gd name="connsiteY1678" fmla="*/ 6439200 h 6958335"/>
              <a:gd name="connsiteX1679" fmla="*/ 1976063 w 5896576"/>
              <a:gd name="connsiteY1679" fmla="*/ 6439496 h 6958335"/>
              <a:gd name="connsiteX1680" fmla="*/ 1950355 w 5896576"/>
              <a:gd name="connsiteY1680" fmla="*/ 6467940 h 6958335"/>
              <a:gd name="connsiteX1681" fmla="*/ 1921837 w 5896576"/>
              <a:gd name="connsiteY1681" fmla="*/ 6527767 h 6958335"/>
              <a:gd name="connsiteX1682" fmla="*/ 1833269 w 5896576"/>
              <a:gd name="connsiteY1682" fmla="*/ 6580555 h 6958335"/>
              <a:gd name="connsiteX1683" fmla="*/ 1833054 w 5896576"/>
              <a:gd name="connsiteY1683" fmla="*/ 6545000 h 6958335"/>
              <a:gd name="connsiteX1684" fmla="*/ 1726387 w 5896576"/>
              <a:gd name="connsiteY1684" fmla="*/ 6544349 h 6958335"/>
              <a:gd name="connsiteX1685" fmla="*/ 1690613 w 5896576"/>
              <a:gd name="connsiteY1685" fmla="*/ 6508575 h 6958335"/>
              <a:gd name="connsiteX1686" fmla="*/ 1637610 w 5896576"/>
              <a:gd name="connsiteY1686" fmla="*/ 6561587 h 6958335"/>
              <a:gd name="connsiteX1687" fmla="*/ 1637389 w 5896576"/>
              <a:gd name="connsiteY1687" fmla="*/ 6526028 h 6958335"/>
              <a:gd name="connsiteX1688" fmla="*/ 1531163 w 5896576"/>
              <a:gd name="connsiteY1688" fmla="*/ 6596485 h 6958335"/>
              <a:gd name="connsiteX1689" fmla="*/ 1495604 w 5896576"/>
              <a:gd name="connsiteY1689" fmla="*/ 6596265 h 6958335"/>
              <a:gd name="connsiteX1690" fmla="*/ 1495388 w 5896576"/>
              <a:gd name="connsiteY1690" fmla="*/ 6560711 h 6958335"/>
              <a:gd name="connsiteX1691" fmla="*/ 1442165 w 5896576"/>
              <a:gd name="connsiteY1691" fmla="*/ 6578164 h 6958335"/>
              <a:gd name="connsiteX1692" fmla="*/ 1424711 w 5896576"/>
              <a:gd name="connsiteY1692" fmla="*/ 6631388 h 6958335"/>
              <a:gd name="connsiteX1693" fmla="*/ 1353598 w 5896576"/>
              <a:gd name="connsiteY1693" fmla="*/ 6630952 h 6958335"/>
              <a:gd name="connsiteX1694" fmla="*/ 1353167 w 5896576"/>
              <a:gd name="connsiteY1694" fmla="*/ 6559844 h 6958335"/>
              <a:gd name="connsiteX1695" fmla="*/ 1335282 w 5896576"/>
              <a:gd name="connsiteY1695" fmla="*/ 6541959 h 6958335"/>
              <a:gd name="connsiteX1696" fmla="*/ 1335713 w 5896576"/>
              <a:gd name="connsiteY1696" fmla="*/ 6613067 h 6958335"/>
              <a:gd name="connsiteX1697" fmla="*/ 1282274 w 5896576"/>
              <a:gd name="connsiteY1697" fmla="*/ 6594967 h 6958335"/>
              <a:gd name="connsiteX1698" fmla="*/ 1282054 w 5896576"/>
              <a:gd name="connsiteY1698" fmla="*/ 6559408 h 6958335"/>
              <a:gd name="connsiteX1699" fmla="*/ 1246715 w 5896576"/>
              <a:gd name="connsiteY1699" fmla="*/ 6594746 h 6958335"/>
              <a:gd name="connsiteX1700" fmla="*/ 1246284 w 5896576"/>
              <a:gd name="connsiteY1700" fmla="*/ 6523638 h 6958335"/>
              <a:gd name="connsiteX1701" fmla="*/ 1228399 w 5896576"/>
              <a:gd name="connsiteY1701" fmla="*/ 6505753 h 6958335"/>
              <a:gd name="connsiteX1702" fmla="*/ 1193061 w 5896576"/>
              <a:gd name="connsiteY1702" fmla="*/ 6541092 h 6958335"/>
              <a:gd name="connsiteX1703" fmla="*/ 1175171 w 5896576"/>
              <a:gd name="connsiteY1703" fmla="*/ 6523202 h 6958335"/>
              <a:gd name="connsiteX1704" fmla="*/ 1139833 w 5896576"/>
              <a:gd name="connsiteY1704" fmla="*/ 6558540 h 6958335"/>
              <a:gd name="connsiteX1705" fmla="*/ 979506 w 5896576"/>
              <a:gd name="connsiteY1705" fmla="*/ 6504230 h 6958335"/>
              <a:gd name="connsiteX1706" fmla="*/ 961621 w 5896576"/>
              <a:gd name="connsiteY1706" fmla="*/ 6486345 h 6958335"/>
              <a:gd name="connsiteX1707" fmla="*/ 961837 w 5896576"/>
              <a:gd name="connsiteY1707" fmla="*/ 6521899 h 6958335"/>
              <a:gd name="connsiteX1708" fmla="*/ 854958 w 5896576"/>
              <a:gd name="connsiteY1708" fmla="*/ 6485689 h 6958335"/>
              <a:gd name="connsiteX1709" fmla="*/ 801516 w 5896576"/>
              <a:gd name="connsiteY1709" fmla="*/ 6467584 h 6958335"/>
              <a:gd name="connsiteX1710" fmla="*/ 783630 w 5896576"/>
              <a:gd name="connsiteY1710" fmla="*/ 6449699 h 6958335"/>
              <a:gd name="connsiteX1711" fmla="*/ 694412 w 5896576"/>
              <a:gd name="connsiteY1711" fmla="*/ 6395828 h 6958335"/>
              <a:gd name="connsiteX1712" fmla="*/ 729751 w 5896576"/>
              <a:gd name="connsiteY1712" fmla="*/ 6360490 h 6958335"/>
              <a:gd name="connsiteX1713" fmla="*/ 676528 w 5896576"/>
              <a:gd name="connsiteY1713" fmla="*/ 6377943 h 6958335"/>
              <a:gd name="connsiteX1714" fmla="*/ 658427 w 5896576"/>
              <a:gd name="connsiteY1714" fmla="*/ 6324496 h 6958335"/>
              <a:gd name="connsiteX1715" fmla="*/ 605204 w 5896576"/>
              <a:gd name="connsiteY1715" fmla="*/ 6341949 h 6958335"/>
              <a:gd name="connsiteX1716" fmla="*/ 551108 w 5896576"/>
              <a:gd name="connsiteY1716" fmla="*/ 6217177 h 6958335"/>
              <a:gd name="connsiteX1717" fmla="*/ 461891 w 5896576"/>
              <a:gd name="connsiteY1717" fmla="*/ 6163306 h 6958335"/>
              <a:gd name="connsiteX1718" fmla="*/ 479344 w 5896576"/>
              <a:gd name="connsiteY1718" fmla="*/ 6110083 h 6958335"/>
              <a:gd name="connsiteX1719" fmla="*/ 444006 w 5896576"/>
              <a:gd name="connsiteY1719" fmla="*/ 6145421 h 6958335"/>
              <a:gd name="connsiteX1720" fmla="*/ 479129 w 5896576"/>
              <a:gd name="connsiteY1720" fmla="*/ 6074519 h 6958335"/>
              <a:gd name="connsiteX1721" fmla="*/ 443570 w 5896576"/>
              <a:gd name="connsiteY1721" fmla="*/ 6074309 h 6958335"/>
              <a:gd name="connsiteX1722" fmla="*/ 478908 w 5896576"/>
              <a:gd name="connsiteY1722" fmla="*/ 6038970 h 6958335"/>
              <a:gd name="connsiteX1723" fmla="*/ 425685 w 5896576"/>
              <a:gd name="connsiteY1723" fmla="*/ 6056415 h 6958335"/>
              <a:gd name="connsiteX1724" fmla="*/ 460372 w 5896576"/>
              <a:gd name="connsiteY1724" fmla="*/ 5914418 h 6958335"/>
              <a:gd name="connsiteX1725" fmla="*/ 407144 w 5896576"/>
              <a:gd name="connsiteY1725" fmla="*/ 5931867 h 6958335"/>
              <a:gd name="connsiteX1726" fmla="*/ 402046 w 5896576"/>
              <a:gd name="connsiteY1726" fmla="*/ 5915726 h 6958335"/>
              <a:gd name="connsiteX1727" fmla="*/ 406928 w 5896576"/>
              <a:gd name="connsiteY1727" fmla="*/ 5896313 h 6958335"/>
              <a:gd name="connsiteX1728" fmla="*/ 406928 w 5896576"/>
              <a:gd name="connsiteY1728" fmla="*/ 5896313 h 6958335"/>
              <a:gd name="connsiteX1729" fmla="*/ 406928 w 5896576"/>
              <a:gd name="connsiteY1729" fmla="*/ 5896313 h 6958335"/>
              <a:gd name="connsiteX1730" fmla="*/ 406928 w 5896576"/>
              <a:gd name="connsiteY1730" fmla="*/ 5896313 h 6958335"/>
              <a:gd name="connsiteX1731" fmla="*/ 406712 w 5896576"/>
              <a:gd name="connsiteY1731" fmla="*/ 5860759 h 6958335"/>
              <a:gd name="connsiteX1732" fmla="*/ 406894 w 5896576"/>
              <a:gd name="connsiteY1732" fmla="*/ 5890758 h 6958335"/>
              <a:gd name="connsiteX1733" fmla="*/ 406928 w 5896576"/>
              <a:gd name="connsiteY1733" fmla="*/ 5896313 h 6958335"/>
              <a:gd name="connsiteX1734" fmla="*/ 406928 w 5896576"/>
              <a:gd name="connsiteY1734" fmla="*/ 5896313 h 6958335"/>
              <a:gd name="connsiteX1735" fmla="*/ 393378 w 5896576"/>
              <a:gd name="connsiteY1735" fmla="*/ 5860676 h 6958335"/>
              <a:gd name="connsiteX1736" fmla="*/ 406497 w 5896576"/>
              <a:gd name="connsiteY1736" fmla="*/ 5825204 h 6958335"/>
              <a:gd name="connsiteX1737" fmla="*/ 424382 w 5896576"/>
              <a:gd name="connsiteY1737" fmla="*/ 5843089 h 6958335"/>
              <a:gd name="connsiteX1738" fmla="*/ 424161 w 5896576"/>
              <a:gd name="connsiteY1738" fmla="*/ 5807530 h 6958335"/>
              <a:gd name="connsiteX1739" fmla="*/ 423946 w 5896576"/>
              <a:gd name="connsiteY1739" fmla="*/ 5771976 h 6958335"/>
              <a:gd name="connsiteX1740" fmla="*/ 504737 w 5896576"/>
              <a:gd name="connsiteY1740" fmla="*/ 5654047 h 6958335"/>
              <a:gd name="connsiteX1741" fmla="*/ 457630 w 5896576"/>
              <a:gd name="connsiteY1741" fmla="*/ 5654071 h 6958335"/>
              <a:gd name="connsiteX1742" fmla="*/ 422427 w 5896576"/>
              <a:gd name="connsiteY1742" fmla="*/ 5618868 h 6958335"/>
              <a:gd name="connsiteX1743" fmla="*/ 475285 w 5896576"/>
              <a:gd name="connsiteY1743" fmla="*/ 5530812 h 6958335"/>
              <a:gd name="connsiteX1744" fmla="*/ 404871 w 5896576"/>
              <a:gd name="connsiteY1744" fmla="*/ 5495623 h 6958335"/>
              <a:gd name="connsiteX1745" fmla="*/ 387267 w 5896576"/>
              <a:gd name="connsiteY1745" fmla="*/ 5478019 h 6958335"/>
              <a:gd name="connsiteX1746" fmla="*/ 369677 w 5896576"/>
              <a:gd name="connsiteY1746" fmla="*/ 5425204 h 6958335"/>
              <a:gd name="connsiteX1747" fmla="*/ 404922 w 5896576"/>
              <a:gd name="connsiteY1747" fmla="*/ 5354761 h 6958335"/>
              <a:gd name="connsiteX1748" fmla="*/ 299304 w 5896576"/>
              <a:gd name="connsiteY1748" fmla="*/ 5284370 h 6958335"/>
              <a:gd name="connsiteX1749" fmla="*/ 299295 w 5896576"/>
              <a:gd name="connsiteY1749" fmla="*/ 5319586 h 6958335"/>
              <a:gd name="connsiteX1750" fmla="*/ 228871 w 5896576"/>
              <a:gd name="connsiteY1750" fmla="*/ 5284398 h 6958335"/>
              <a:gd name="connsiteX1751" fmla="*/ 140830 w 5896576"/>
              <a:gd name="connsiteY1751" fmla="*/ 5302034 h 6958335"/>
              <a:gd name="connsiteX1752" fmla="*/ 228891 w 5896576"/>
              <a:gd name="connsiteY1752" fmla="*/ 5249181 h 6958335"/>
              <a:gd name="connsiteX1753" fmla="*/ 228899 w 5896576"/>
              <a:gd name="connsiteY1753" fmla="*/ 5213965 h 6958335"/>
              <a:gd name="connsiteX1754" fmla="*/ 193701 w 5896576"/>
              <a:gd name="connsiteY1754" fmla="*/ 5178767 h 6958335"/>
              <a:gd name="connsiteX1755" fmla="*/ 176084 w 5896576"/>
              <a:gd name="connsiteY1755" fmla="*/ 5196384 h 6958335"/>
              <a:gd name="connsiteX1756" fmla="*/ 158470 w 5896576"/>
              <a:gd name="connsiteY1756" fmla="*/ 5213998 h 6958335"/>
              <a:gd name="connsiteX1757" fmla="*/ 35212 w 5896576"/>
              <a:gd name="connsiteY1757" fmla="*/ 5231653 h 6958335"/>
              <a:gd name="connsiteX1758" fmla="*/ 0 w 5896576"/>
              <a:gd name="connsiteY1758" fmla="*/ 5231666 h 6958335"/>
              <a:gd name="connsiteX1759" fmla="*/ 105655 w 5896576"/>
              <a:gd name="connsiteY1759" fmla="*/ 5196408 h 6958335"/>
              <a:gd name="connsiteX1760" fmla="*/ 105669 w 5896576"/>
              <a:gd name="connsiteY1760" fmla="*/ 5161196 h 6958335"/>
              <a:gd name="connsiteX1761" fmla="*/ 123287 w 5896576"/>
              <a:gd name="connsiteY1761" fmla="*/ 5143578 h 6958335"/>
              <a:gd name="connsiteX1762" fmla="*/ 132089 w 5896576"/>
              <a:gd name="connsiteY1762" fmla="*/ 5147974 h 6958335"/>
              <a:gd name="connsiteX1763" fmla="*/ 133850 w 5896576"/>
              <a:gd name="connsiteY1763" fmla="*/ 5143578 h 6958335"/>
              <a:gd name="connsiteX1764" fmla="*/ 158499 w 5896576"/>
              <a:gd name="connsiteY1764" fmla="*/ 5143564 h 6958335"/>
              <a:gd name="connsiteX1765" fmla="*/ 211315 w 5896576"/>
              <a:gd name="connsiteY1765" fmla="*/ 5161153 h 6958335"/>
              <a:gd name="connsiteX1766" fmla="*/ 211300 w 5896576"/>
              <a:gd name="connsiteY1766" fmla="*/ 5196366 h 6958335"/>
              <a:gd name="connsiteX1767" fmla="*/ 228927 w 5896576"/>
              <a:gd name="connsiteY1767" fmla="*/ 5143541 h 6958335"/>
              <a:gd name="connsiteX1768" fmla="*/ 299356 w 5896576"/>
              <a:gd name="connsiteY1768" fmla="*/ 5143508 h 6958335"/>
              <a:gd name="connsiteX1769" fmla="*/ 334559 w 5896576"/>
              <a:gd name="connsiteY1769" fmla="*/ 5178711 h 6958335"/>
              <a:gd name="connsiteX1770" fmla="*/ 387394 w 5896576"/>
              <a:gd name="connsiteY1770" fmla="*/ 5161083 h 6958335"/>
              <a:gd name="connsiteX1771" fmla="*/ 510647 w 5896576"/>
              <a:gd name="connsiteY1771" fmla="*/ 5143433 h 6958335"/>
              <a:gd name="connsiteX1772" fmla="*/ 598722 w 5896576"/>
              <a:gd name="connsiteY1772" fmla="*/ 5055358 h 6958335"/>
              <a:gd name="connsiteX1773" fmla="*/ 616321 w 5896576"/>
              <a:gd name="connsiteY1773" fmla="*/ 5072957 h 6958335"/>
              <a:gd name="connsiteX1774" fmla="*/ 686768 w 5896576"/>
              <a:gd name="connsiteY1774" fmla="*/ 5037717 h 6958335"/>
              <a:gd name="connsiteX1775" fmla="*/ 792427 w 5896576"/>
              <a:gd name="connsiteY1775" fmla="*/ 5002463 h 6958335"/>
              <a:gd name="connsiteX1776" fmla="*/ 774810 w 5896576"/>
              <a:gd name="connsiteY1776" fmla="*/ 5020081 h 6958335"/>
              <a:gd name="connsiteX1777" fmla="*/ 845239 w 5896576"/>
              <a:gd name="connsiteY1777" fmla="*/ 5020048 h 6958335"/>
              <a:gd name="connsiteX1778" fmla="*/ 915695 w 5896576"/>
              <a:gd name="connsiteY1778" fmla="*/ 4949591 h 6958335"/>
              <a:gd name="connsiteX1779" fmla="*/ 827663 w 5896576"/>
              <a:gd name="connsiteY1779" fmla="*/ 4932020 h 6958335"/>
              <a:gd name="connsiteX1780" fmla="*/ 810064 w 5896576"/>
              <a:gd name="connsiteY1780" fmla="*/ 4914421 h 6958335"/>
              <a:gd name="connsiteX1781" fmla="*/ 810078 w 5896576"/>
              <a:gd name="connsiteY1781" fmla="*/ 4879200 h 6958335"/>
              <a:gd name="connsiteX1782" fmla="*/ 792460 w 5896576"/>
              <a:gd name="connsiteY1782" fmla="*/ 4896817 h 6958335"/>
              <a:gd name="connsiteX1783" fmla="*/ 757267 w 5896576"/>
              <a:gd name="connsiteY1783" fmla="*/ 4861615 h 6958335"/>
              <a:gd name="connsiteX1784" fmla="*/ 651617 w 5896576"/>
              <a:gd name="connsiteY1784" fmla="*/ 4861652 h 6958335"/>
              <a:gd name="connsiteX1785" fmla="*/ 457972 w 5896576"/>
              <a:gd name="connsiteY1785" fmla="*/ 4773695 h 6958335"/>
              <a:gd name="connsiteX1786" fmla="*/ 422756 w 5896576"/>
              <a:gd name="connsiteY1786" fmla="*/ 4773704 h 6958335"/>
              <a:gd name="connsiteX1787" fmla="*/ 422770 w 5896576"/>
              <a:gd name="connsiteY1787" fmla="*/ 4738492 h 6958335"/>
              <a:gd name="connsiteX1788" fmla="*/ 405157 w 5896576"/>
              <a:gd name="connsiteY1788" fmla="*/ 4756106 h 6958335"/>
              <a:gd name="connsiteX1789" fmla="*/ 352350 w 5896576"/>
              <a:gd name="connsiteY1789" fmla="*/ 4703299 h 6958335"/>
              <a:gd name="connsiteX1790" fmla="*/ 369968 w 5896576"/>
              <a:gd name="connsiteY1790" fmla="*/ 4685690 h 6958335"/>
              <a:gd name="connsiteX1791" fmla="*/ 317162 w 5896576"/>
              <a:gd name="connsiteY1791" fmla="*/ 4632884 h 6958335"/>
              <a:gd name="connsiteX1792" fmla="*/ 387675 w 5896576"/>
              <a:gd name="connsiteY1792" fmla="*/ 4421570 h 6958335"/>
              <a:gd name="connsiteX1793" fmla="*/ 422891 w 5896576"/>
              <a:gd name="connsiteY1793" fmla="*/ 4421551 h 6958335"/>
              <a:gd name="connsiteX1794" fmla="*/ 405222 w 5896576"/>
              <a:gd name="connsiteY1794" fmla="*/ 4580031 h 6958335"/>
              <a:gd name="connsiteX1795" fmla="*/ 440434 w 5896576"/>
              <a:gd name="connsiteY1795" fmla="*/ 4580017 h 6958335"/>
              <a:gd name="connsiteX1796" fmla="*/ 422835 w 5896576"/>
              <a:gd name="connsiteY1796" fmla="*/ 4562418 h 6958335"/>
              <a:gd name="connsiteX1797" fmla="*/ 493291 w 5896576"/>
              <a:gd name="connsiteY1797" fmla="*/ 4491961 h 6958335"/>
              <a:gd name="connsiteX1798" fmla="*/ 528508 w 5896576"/>
              <a:gd name="connsiteY1798" fmla="*/ 4491943 h 6958335"/>
              <a:gd name="connsiteX1799" fmla="*/ 563735 w 5896576"/>
              <a:gd name="connsiteY1799" fmla="*/ 4456716 h 6958335"/>
              <a:gd name="connsiteX1800" fmla="*/ 598965 w 5896576"/>
              <a:gd name="connsiteY1800" fmla="*/ 4421486 h 6958335"/>
              <a:gd name="connsiteX1801" fmla="*/ 598951 w 5896576"/>
              <a:gd name="connsiteY1801" fmla="*/ 4456707 h 6958335"/>
              <a:gd name="connsiteX1802" fmla="*/ 616578 w 5896576"/>
              <a:gd name="connsiteY1802" fmla="*/ 4403873 h 6958335"/>
              <a:gd name="connsiteX1803" fmla="*/ 687025 w 5896576"/>
              <a:gd name="connsiteY1803" fmla="*/ 4368633 h 6958335"/>
              <a:gd name="connsiteX1804" fmla="*/ 669421 w 5896576"/>
              <a:gd name="connsiteY1804" fmla="*/ 4351029 h 6958335"/>
              <a:gd name="connsiteX1805" fmla="*/ 651823 w 5896576"/>
              <a:gd name="connsiteY1805" fmla="*/ 4333430 h 6958335"/>
              <a:gd name="connsiteX1806" fmla="*/ 634206 w 5896576"/>
              <a:gd name="connsiteY1806" fmla="*/ 4351048 h 6958335"/>
              <a:gd name="connsiteX1807" fmla="*/ 621008 w 5896576"/>
              <a:gd name="connsiteY1807" fmla="*/ 4329038 h 6958335"/>
              <a:gd name="connsiteX1808" fmla="*/ 615838 w 5896576"/>
              <a:gd name="connsiteY1808" fmla="*/ 4329615 h 6958335"/>
              <a:gd name="connsiteX1809" fmla="*/ 612214 w 5896576"/>
              <a:gd name="connsiteY1809" fmla="*/ 4311435 h 6958335"/>
              <a:gd name="connsiteX1810" fmla="*/ 634219 w 5896576"/>
              <a:gd name="connsiteY1810" fmla="*/ 4315826 h 6958335"/>
              <a:gd name="connsiteX1811" fmla="*/ 599017 w 5896576"/>
              <a:gd name="connsiteY1811" fmla="*/ 4280624 h 6958335"/>
              <a:gd name="connsiteX1812" fmla="*/ 616649 w 5896576"/>
              <a:gd name="connsiteY1812" fmla="*/ 4227794 h 6958335"/>
              <a:gd name="connsiteX1813" fmla="*/ 599050 w 5896576"/>
              <a:gd name="connsiteY1813" fmla="*/ 4210195 h 6958335"/>
              <a:gd name="connsiteX1814" fmla="*/ 651889 w 5896576"/>
              <a:gd name="connsiteY1814" fmla="*/ 4157356 h 6958335"/>
              <a:gd name="connsiteX1815" fmla="*/ 669516 w 5896576"/>
              <a:gd name="connsiteY1815" fmla="*/ 4104521 h 6958335"/>
              <a:gd name="connsiteX1816" fmla="*/ 634318 w 5896576"/>
              <a:gd name="connsiteY1816" fmla="*/ 4069323 h 6958335"/>
              <a:gd name="connsiteX1817" fmla="*/ 704784 w 5896576"/>
              <a:gd name="connsiteY1817" fmla="*/ 3963650 h 6958335"/>
              <a:gd name="connsiteX1818" fmla="*/ 740001 w 5896576"/>
              <a:gd name="connsiteY1818" fmla="*/ 3963641 h 6958335"/>
              <a:gd name="connsiteX1819" fmla="*/ 898504 w 5896576"/>
              <a:gd name="connsiteY1819" fmla="*/ 3875543 h 6958335"/>
              <a:gd name="connsiteX1820" fmla="*/ 863287 w 5896576"/>
              <a:gd name="connsiteY1820" fmla="*/ 3875552 h 6958335"/>
              <a:gd name="connsiteX1821" fmla="*/ 828085 w 5896576"/>
              <a:gd name="connsiteY1821" fmla="*/ 3840349 h 6958335"/>
              <a:gd name="connsiteX1822" fmla="*/ 863301 w 5896576"/>
              <a:gd name="connsiteY1822" fmla="*/ 3840340 h 6958335"/>
              <a:gd name="connsiteX1823" fmla="*/ 880914 w 5896576"/>
              <a:gd name="connsiteY1823" fmla="*/ 3822727 h 6958335"/>
              <a:gd name="connsiteX1824" fmla="*/ 880900 w 5896576"/>
              <a:gd name="connsiteY1824" fmla="*/ 3857939 h 6958335"/>
              <a:gd name="connsiteX1825" fmla="*/ 898513 w 5896576"/>
              <a:gd name="connsiteY1825" fmla="*/ 3840326 h 6958335"/>
              <a:gd name="connsiteX1826" fmla="*/ 880914 w 5896576"/>
              <a:gd name="connsiteY1826" fmla="*/ 3822727 h 6958335"/>
              <a:gd name="connsiteX1827" fmla="*/ 916131 w 5896576"/>
              <a:gd name="connsiteY1827" fmla="*/ 3822708 h 6958335"/>
              <a:gd name="connsiteX1828" fmla="*/ 933734 w 5896576"/>
              <a:gd name="connsiteY1828" fmla="*/ 3840312 h 6958335"/>
              <a:gd name="connsiteX1829" fmla="*/ 916131 w 5896576"/>
              <a:gd name="connsiteY1829" fmla="*/ 3822708 h 6958335"/>
              <a:gd name="connsiteX1830" fmla="*/ 933744 w 5896576"/>
              <a:gd name="connsiteY1830" fmla="*/ 3805095 h 6958335"/>
              <a:gd name="connsiteX1831" fmla="*/ 949154 w 5896576"/>
              <a:gd name="connsiteY1831" fmla="*/ 3802892 h 6958335"/>
              <a:gd name="connsiteX1832" fmla="*/ 949918 w 5896576"/>
              <a:gd name="connsiteY1832" fmla="*/ 3797544 h 6958335"/>
              <a:gd name="connsiteX1833" fmla="*/ 966767 w 5896576"/>
              <a:gd name="connsiteY1833" fmla="*/ 3789675 h 6958335"/>
              <a:gd name="connsiteX1834" fmla="*/ 971255 w 5896576"/>
              <a:gd name="connsiteY1834" fmla="*/ 3789058 h 6958335"/>
              <a:gd name="connsiteX1835" fmla="*/ 976120 w 5896576"/>
              <a:gd name="connsiteY1835" fmla="*/ 3792425 h 6958335"/>
              <a:gd name="connsiteX1836" fmla="*/ 986579 w 5896576"/>
              <a:gd name="connsiteY1836" fmla="*/ 3787468 h 6958335"/>
              <a:gd name="connsiteX1837" fmla="*/ 980800 w 5896576"/>
              <a:gd name="connsiteY1837" fmla="*/ 3787746 h 6958335"/>
              <a:gd name="connsiteX1838" fmla="*/ 971255 w 5896576"/>
              <a:gd name="connsiteY1838" fmla="*/ 3789058 h 6958335"/>
              <a:gd name="connsiteX1839" fmla="*/ 968968 w 5896576"/>
              <a:gd name="connsiteY1839" fmla="*/ 3787475 h 6958335"/>
              <a:gd name="connsiteX1840" fmla="*/ 951357 w 5896576"/>
              <a:gd name="connsiteY1840" fmla="*/ 3787482 h 6958335"/>
              <a:gd name="connsiteX1841" fmla="*/ 949918 w 5896576"/>
              <a:gd name="connsiteY1841" fmla="*/ 3797544 h 6958335"/>
              <a:gd name="connsiteX1842" fmla="*/ 933744 w 5896576"/>
              <a:gd name="connsiteY1842" fmla="*/ 3805095 h 6958335"/>
              <a:gd name="connsiteX1843" fmla="*/ 968975 w 5896576"/>
              <a:gd name="connsiteY1843" fmla="*/ 3769864 h 6958335"/>
              <a:gd name="connsiteX1844" fmla="*/ 1074648 w 5896576"/>
              <a:gd name="connsiteY1844" fmla="*/ 3699398 h 6958335"/>
              <a:gd name="connsiteX1845" fmla="*/ 1127474 w 5896576"/>
              <a:gd name="connsiteY1845" fmla="*/ 3681771 h 6958335"/>
              <a:gd name="connsiteX1846" fmla="*/ 1162704 w 5896576"/>
              <a:gd name="connsiteY1846" fmla="*/ 3646540 h 6958335"/>
              <a:gd name="connsiteX1847" fmla="*/ 1215543 w 5896576"/>
              <a:gd name="connsiteY1847" fmla="*/ 3593701 h 6958335"/>
              <a:gd name="connsiteX1848" fmla="*/ 1250760 w 5896576"/>
              <a:gd name="connsiteY1848" fmla="*/ 3593683 h 6958335"/>
              <a:gd name="connsiteX1849" fmla="*/ 1233161 w 5896576"/>
              <a:gd name="connsiteY1849" fmla="*/ 3576084 h 6958335"/>
              <a:gd name="connsiteX1850" fmla="*/ 1303617 w 5896576"/>
              <a:gd name="connsiteY1850" fmla="*/ 3505627 h 6958335"/>
              <a:gd name="connsiteX1851" fmla="*/ 1338844 w 5896576"/>
              <a:gd name="connsiteY1851" fmla="*/ 3470400 h 6958335"/>
              <a:gd name="connsiteX1852" fmla="*/ 1338830 w 5896576"/>
              <a:gd name="connsiteY1852" fmla="*/ 3505613 h 6958335"/>
              <a:gd name="connsiteX1853" fmla="*/ 1356447 w 5896576"/>
              <a:gd name="connsiteY1853" fmla="*/ 3487995 h 6958335"/>
              <a:gd name="connsiteX1854" fmla="*/ 1374061 w 5896576"/>
              <a:gd name="connsiteY1854" fmla="*/ 3470382 h 6958335"/>
              <a:gd name="connsiteX1855" fmla="*/ 1391688 w 5896576"/>
              <a:gd name="connsiteY1855" fmla="*/ 3417557 h 6958335"/>
              <a:gd name="connsiteX1856" fmla="*/ 1426904 w 5896576"/>
              <a:gd name="connsiteY1856" fmla="*/ 3417538 h 6958335"/>
              <a:gd name="connsiteX1857" fmla="*/ 1462130 w 5896576"/>
              <a:gd name="connsiteY1857" fmla="*/ 3382312 h 6958335"/>
              <a:gd name="connsiteX1858" fmla="*/ 1479744 w 5896576"/>
              <a:gd name="connsiteY1858" fmla="*/ 3364699 h 6958335"/>
              <a:gd name="connsiteX1859" fmla="*/ 1497361 w 5896576"/>
              <a:gd name="connsiteY1859" fmla="*/ 3347081 h 6958335"/>
              <a:gd name="connsiteX1860" fmla="*/ 1497375 w 5896576"/>
              <a:gd name="connsiteY1860" fmla="*/ 3311869 h 6958335"/>
              <a:gd name="connsiteX1861" fmla="*/ 1532601 w 5896576"/>
              <a:gd name="connsiteY1861" fmla="*/ 3276643 h 6958335"/>
              <a:gd name="connsiteX1862" fmla="*/ 1550200 w 5896576"/>
              <a:gd name="connsiteY1862" fmla="*/ 3294242 h 6958335"/>
              <a:gd name="connsiteX1863" fmla="*/ 1603044 w 5896576"/>
              <a:gd name="connsiteY1863" fmla="*/ 3241399 h 6958335"/>
              <a:gd name="connsiteX1864" fmla="*/ 1585431 w 5896576"/>
              <a:gd name="connsiteY1864" fmla="*/ 3259011 h 6958335"/>
              <a:gd name="connsiteX1865" fmla="*/ 1565624 w 5896576"/>
              <a:gd name="connsiteY1865" fmla="*/ 3261224 h 6958335"/>
              <a:gd name="connsiteX1866" fmla="*/ 1532601 w 5896576"/>
              <a:gd name="connsiteY1866" fmla="*/ 3276643 h 6958335"/>
              <a:gd name="connsiteX1867" fmla="*/ 1559025 w 5896576"/>
              <a:gd name="connsiteY1867" fmla="*/ 3250219 h 6958335"/>
              <a:gd name="connsiteX1868" fmla="*/ 1620676 w 5896576"/>
              <a:gd name="connsiteY1868" fmla="*/ 3188568 h 6958335"/>
              <a:gd name="connsiteX1869" fmla="*/ 1620685 w 5896576"/>
              <a:gd name="connsiteY1869" fmla="*/ 3153352 h 6958335"/>
              <a:gd name="connsiteX1870" fmla="*/ 1638289 w 5896576"/>
              <a:gd name="connsiteY1870" fmla="*/ 3170955 h 6958335"/>
              <a:gd name="connsiteX1871" fmla="*/ 1655902 w 5896576"/>
              <a:gd name="connsiteY1871" fmla="*/ 3153343 h 6958335"/>
              <a:gd name="connsiteX1872" fmla="*/ 1673520 w 5896576"/>
              <a:gd name="connsiteY1872" fmla="*/ 3135724 h 6958335"/>
              <a:gd name="connsiteX1873" fmla="*/ 1691142 w 5896576"/>
              <a:gd name="connsiteY1873" fmla="*/ 3082895 h 6958335"/>
              <a:gd name="connsiteX1874" fmla="*/ 1708746 w 5896576"/>
              <a:gd name="connsiteY1874" fmla="*/ 3100498 h 6958335"/>
              <a:gd name="connsiteX1875" fmla="*/ 1673501 w 5896576"/>
              <a:gd name="connsiteY1875" fmla="*/ 3170942 h 6958335"/>
              <a:gd name="connsiteX1876" fmla="*/ 1620657 w 5896576"/>
              <a:gd name="connsiteY1876" fmla="*/ 3223785 h 6958335"/>
              <a:gd name="connsiteX1877" fmla="*/ 1655874 w 5896576"/>
              <a:gd name="connsiteY1877" fmla="*/ 3223766 h 6958335"/>
              <a:gd name="connsiteX1878" fmla="*/ 1673487 w 5896576"/>
              <a:gd name="connsiteY1878" fmla="*/ 3206153 h 6958335"/>
              <a:gd name="connsiteX1879" fmla="*/ 1567804 w 5896576"/>
              <a:gd name="connsiteY1879" fmla="*/ 3311836 h 6958335"/>
              <a:gd name="connsiteX1880" fmla="*/ 1620634 w 5896576"/>
              <a:gd name="connsiteY1880" fmla="*/ 3294214 h 6958335"/>
              <a:gd name="connsiteX1881" fmla="*/ 1638233 w 5896576"/>
              <a:gd name="connsiteY1881" fmla="*/ 3311813 h 6958335"/>
              <a:gd name="connsiteX1882" fmla="*/ 1655850 w 5896576"/>
              <a:gd name="connsiteY1882" fmla="*/ 3294195 h 6958335"/>
              <a:gd name="connsiteX1883" fmla="*/ 1638251 w 5896576"/>
              <a:gd name="connsiteY1883" fmla="*/ 3276596 h 6958335"/>
              <a:gd name="connsiteX1884" fmla="*/ 1655865 w 5896576"/>
              <a:gd name="connsiteY1884" fmla="*/ 3258983 h 6958335"/>
              <a:gd name="connsiteX1885" fmla="*/ 1743920 w 5896576"/>
              <a:gd name="connsiteY1885" fmla="*/ 3206125 h 6958335"/>
              <a:gd name="connsiteX1886" fmla="*/ 1779146 w 5896576"/>
              <a:gd name="connsiteY1886" fmla="*/ 3170899 h 6958335"/>
              <a:gd name="connsiteX1887" fmla="*/ 1779137 w 5896576"/>
              <a:gd name="connsiteY1887" fmla="*/ 3206116 h 6958335"/>
              <a:gd name="connsiteX1888" fmla="*/ 1779146 w 5896576"/>
              <a:gd name="connsiteY1888" fmla="*/ 3170899 h 6958335"/>
              <a:gd name="connsiteX1889" fmla="*/ 1796764 w 5896576"/>
              <a:gd name="connsiteY1889" fmla="*/ 3153281 h 6958335"/>
              <a:gd name="connsiteX1890" fmla="*/ 1814368 w 5896576"/>
              <a:gd name="connsiteY1890" fmla="*/ 3170885 h 6958335"/>
              <a:gd name="connsiteX1891" fmla="*/ 1831990 w 5896576"/>
              <a:gd name="connsiteY1891" fmla="*/ 3118055 h 6958335"/>
              <a:gd name="connsiteX1892" fmla="*/ 1884834 w 5896576"/>
              <a:gd name="connsiteY1892" fmla="*/ 3065211 h 6958335"/>
              <a:gd name="connsiteX1893" fmla="*/ 2008134 w 5896576"/>
              <a:gd name="connsiteY1893" fmla="*/ 2941911 h 6958335"/>
              <a:gd name="connsiteX1894" fmla="*/ 2008125 w 5896576"/>
              <a:gd name="connsiteY1894" fmla="*/ 2977128 h 6958335"/>
              <a:gd name="connsiteX1895" fmla="*/ 2060964 w 5896576"/>
              <a:gd name="connsiteY1895" fmla="*/ 2924289 h 6958335"/>
              <a:gd name="connsiteX1896" fmla="*/ 2078582 w 5896576"/>
              <a:gd name="connsiteY1896" fmla="*/ 2906671 h 6958335"/>
              <a:gd name="connsiteX1897" fmla="*/ 2149006 w 5896576"/>
              <a:gd name="connsiteY1897" fmla="*/ 2906643 h 6958335"/>
              <a:gd name="connsiteX1898" fmla="*/ 2113784 w 5896576"/>
              <a:gd name="connsiteY1898" fmla="*/ 2941874 h 6958335"/>
              <a:gd name="connsiteX1899" fmla="*/ 2113794 w 5896576"/>
              <a:gd name="connsiteY1899" fmla="*/ 2906657 h 6958335"/>
              <a:gd name="connsiteX1900" fmla="*/ 2096180 w 5896576"/>
              <a:gd name="connsiteY1900" fmla="*/ 2924270 h 6958335"/>
              <a:gd name="connsiteX1901" fmla="*/ 2006835 w 5896576"/>
              <a:gd name="connsiteY1901" fmla="*/ 3018432 h 6958335"/>
              <a:gd name="connsiteX1902" fmla="*/ 2008097 w 5896576"/>
              <a:gd name="connsiteY1902" fmla="*/ 3047561 h 6958335"/>
              <a:gd name="connsiteX1903" fmla="*/ 2008097 w 5896576"/>
              <a:gd name="connsiteY1903" fmla="*/ 3047561 h 6958335"/>
              <a:gd name="connsiteX1904" fmla="*/ 1981957 w 5896576"/>
              <a:gd name="connsiteY1904" fmla="*/ 3053346 h 6958335"/>
              <a:gd name="connsiteX1905" fmla="*/ 1920037 w 5896576"/>
              <a:gd name="connsiteY1905" fmla="*/ 3100414 h 6958335"/>
              <a:gd name="connsiteX1906" fmla="*/ 1902423 w 5896576"/>
              <a:gd name="connsiteY1906" fmla="*/ 3118027 h 6958335"/>
              <a:gd name="connsiteX1907" fmla="*/ 1884806 w 5896576"/>
              <a:gd name="connsiteY1907" fmla="*/ 3135645 h 6958335"/>
              <a:gd name="connsiteX1908" fmla="*/ 1831981 w 5896576"/>
              <a:gd name="connsiteY1908" fmla="*/ 3153272 h 6958335"/>
              <a:gd name="connsiteX1909" fmla="*/ 1846060 w 5896576"/>
              <a:gd name="connsiteY1909" fmla="*/ 3167351 h 6958335"/>
              <a:gd name="connsiteX1910" fmla="*/ 1761524 w 5896576"/>
              <a:gd name="connsiteY1910" fmla="*/ 3223729 h 6958335"/>
              <a:gd name="connsiteX1911" fmla="*/ 1761510 w 5896576"/>
              <a:gd name="connsiteY1911" fmla="*/ 3258941 h 6958335"/>
              <a:gd name="connsiteX1912" fmla="*/ 1726293 w 5896576"/>
              <a:gd name="connsiteY1912" fmla="*/ 3258960 h 6958335"/>
              <a:gd name="connsiteX1913" fmla="*/ 1726279 w 5896576"/>
              <a:gd name="connsiteY1913" fmla="*/ 3294172 h 6958335"/>
              <a:gd name="connsiteX1914" fmla="*/ 1673454 w 5896576"/>
              <a:gd name="connsiteY1914" fmla="*/ 3311799 h 6958335"/>
              <a:gd name="connsiteX1915" fmla="*/ 1708666 w 5896576"/>
              <a:gd name="connsiteY1915" fmla="*/ 3311784 h 6958335"/>
              <a:gd name="connsiteX1916" fmla="*/ 1708657 w 5896576"/>
              <a:gd name="connsiteY1916" fmla="*/ 3347001 h 6958335"/>
              <a:gd name="connsiteX1917" fmla="*/ 1691039 w 5896576"/>
              <a:gd name="connsiteY1917" fmla="*/ 3364619 h 6958335"/>
              <a:gd name="connsiteX1918" fmla="*/ 1691025 w 5896576"/>
              <a:gd name="connsiteY1918" fmla="*/ 3389267 h 6958335"/>
              <a:gd name="connsiteX1919" fmla="*/ 1686628 w 5896576"/>
              <a:gd name="connsiteY1919" fmla="*/ 3391030 h 6958335"/>
              <a:gd name="connsiteX1920" fmla="*/ 1691025 w 5896576"/>
              <a:gd name="connsiteY1920" fmla="*/ 3399831 h 6958335"/>
              <a:gd name="connsiteX1921" fmla="*/ 1699826 w 5896576"/>
              <a:gd name="connsiteY1921" fmla="*/ 3404228 h 6958335"/>
              <a:gd name="connsiteX1922" fmla="*/ 1708638 w 5896576"/>
              <a:gd name="connsiteY1922" fmla="*/ 3382218 h 6958335"/>
              <a:gd name="connsiteX1923" fmla="*/ 1726237 w 5896576"/>
              <a:gd name="connsiteY1923" fmla="*/ 3399817 h 6958335"/>
              <a:gd name="connsiteX1924" fmla="*/ 1814298 w 5896576"/>
              <a:gd name="connsiteY1924" fmla="*/ 3346964 h 6958335"/>
              <a:gd name="connsiteX1925" fmla="*/ 1867127 w 5896576"/>
              <a:gd name="connsiteY1925" fmla="*/ 3329332 h 6958335"/>
              <a:gd name="connsiteX1926" fmla="*/ 1849509 w 5896576"/>
              <a:gd name="connsiteY1926" fmla="*/ 3346950 h 6958335"/>
              <a:gd name="connsiteX1927" fmla="*/ 1842461 w 5896576"/>
              <a:gd name="connsiteY1927" fmla="*/ 3364563 h 6958335"/>
              <a:gd name="connsiteX1928" fmla="*/ 1836297 w 5896576"/>
              <a:gd name="connsiteY1928" fmla="*/ 3364558 h 6958335"/>
              <a:gd name="connsiteX1929" fmla="*/ 1831897 w 5896576"/>
              <a:gd name="connsiteY1929" fmla="*/ 3364563 h 6958335"/>
              <a:gd name="connsiteX1930" fmla="*/ 1840698 w 5896576"/>
              <a:gd name="connsiteY1930" fmla="*/ 3368959 h 6958335"/>
              <a:gd name="connsiteX1931" fmla="*/ 1842461 w 5896576"/>
              <a:gd name="connsiteY1931" fmla="*/ 3364563 h 6958335"/>
              <a:gd name="connsiteX1932" fmla="*/ 1867113 w 5896576"/>
              <a:gd name="connsiteY1932" fmla="*/ 3364554 h 6958335"/>
              <a:gd name="connsiteX1933" fmla="*/ 1869321 w 5896576"/>
              <a:gd name="connsiteY1933" fmla="*/ 3344742 h 6958335"/>
              <a:gd name="connsiteX1934" fmla="*/ 1876520 w 5896576"/>
              <a:gd name="connsiteY1934" fmla="*/ 3329332 h 6958335"/>
              <a:gd name="connsiteX1935" fmla="*/ 1902344 w 5896576"/>
              <a:gd name="connsiteY1935" fmla="*/ 3329323 h 6958335"/>
              <a:gd name="connsiteX1936" fmla="*/ 1937584 w 5896576"/>
              <a:gd name="connsiteY1936" fmla="*/ 3258875 h 6958335"/>
              <a:gd name="connsiteX1937" fmla="*/ 1955197 w 5896576"/>
              <a:gd name="connsiteY1937" fmla="*/ 3241262 h 6958335"/>
              <a:gd name="connsiteX1938" fmla="*/ 1963999 w 5896576"/>
              <a:gd name="connsiteY1938" fmla="*/ 3245659 h 6958335"/>
              <a:gd name="connsiteX1939" fmla="*/ 1969098 w 5896576"/>
              <a:gd name="connsiteY1939" fmla="*/ 3232920 h 6958335"/>
              <a:gd name="connsiteX1940" fmla="*/ 1988216 w 5896576"/>
              <a:gd name="connsiteY1940" fmla="*/ 3221442 h 6958335"/>
              <a:gd name="connsiteX1941" fmla="*/ 2008041 w 5896576"/>
              <a:gd name="connsiteY1941" fmla="*/ 3188418 h 6958335"/>
              <a:gd name="connsiteX1942" fmla="*/ 2043267 w 5896576"/>
              <a:gd name="connsiteY1942" fmla="*/ 3166400 h 6958335"/>
              <a:gd name="connsiteX1943" fmla="*/ 2078498 w 5896576"/>
              <a:gd name="connsiteY1943" fmla="*/ 3117961 h 6958335"/>
              <a:gd name="connsiteX1944" fmla="*/ 2067488 w 5896576"/>
              <a:gd name="connsiteY1944" fmla="*/ 3133376 h 6958335"/>
              <a:gd name="connsiteX1945" fmla="*/ 2096101 w 5896576"/>
              <a:gd name="connsiteY1945" fmla="*/ 3135565 h 6958335"/>
              <a:gd name="connsiteX1946" fmla="*/ 2131327 w 5896576"/>
              <a:gd name="connsiteY1946" fmla="*/ 3100339 h 6958335"/>
              <a:gd name="connsiteX1947" fmla="*/ 2143663 w 5896576"/>
              <a:gd name="connsiteY1947" fmla="*/ 3063351 h 6958335"/>
              <a:gd name="connsiteX1948" fmla="*/ 2146747 w 5896576"/>
              <a:gd name="connsiteY1948" fmla="*/ 3062911 h 6958335"/>
              <a:gd name="connsiteX1949" fmla="*/ 2148954 w 5896576"/>
              <a:gd name="connsiteY1949" fmla="*/ 3047505 h 6958335"/>
              <a:gd name="connsiteX1950" fmla="*/ 2184171 w 5896576"/>
              <a:gd name="connsiteY1950" fmla="*/ 3047496 h 6958335"/>
              <a:gd name="connsiteX1951" fmla="*/ 2184180 w 5896576"/>
              <a:gd name="connsiteY1951" fmla="*/ 3012279 h 6958335"/>
              <a:gd name="connsiteX1952" fmla="*/ 2166567 w 5896576"/>
              <a:gd name="connsiteY1952" fmla="*/ 3029892 h 6958335"/>
              <a:gd name="connsiteX1953" fmla="*/ 2096110 w 5896576"/>
              <a:gd name="connsiteY1953" fmla="*/ 3100349 h 6958335"/>
              <a:gd name="connsiteX1954" fmla="*/ 2078498 w 5896576"/>
              <a:gd name="connsiteY1954" fmla="*/ 3117961 h 6958335"/>
              <a:gd name="connsiteX1955" fmla="*/ 2060885 w 5896576"/>
              <a:gd name="connsiteY1955" fmla="*/ 3135575 h 6958335"/>
              <a:gd name="connsiteX1956" fmla="*/ 2025668 w 5896576"/>
              <a:gd name="connsiteY1956" fmla="*/ 3135593 h 6958335"/>
              <a:gd name="connsiteX1957" fmla="*/ 1972871 w 5896576"/>
              <a:gd name="connsiteY1957" fmla="*/ 3082787 h 6958335"/>
              <a:gd name="connsiteX1958" fmla="*/ 1990484 w 5896576"/>
              <a:gd name="connsiteY1958" fmla="*/ 3065174 h 6958335"/>
              <a:gd name="connsiteX1959" fmla="*/ 2001492 w 5896576"/>
              <a:gd name="connsiteY1959" fmla="*/ 3054166 h 6958335"/>
              <a:gd name="connsiteX1960" fmla="*/ 2008097 w 5896576"/>
              <a:gd name="connsiteY1960" fmla="*/ 3047561 h 6958335"/>
              <a:gd name="connsiteX1961" fmla="*/ 2008097 w 5896576"/>
              <a:gd name="connsiteY1961" fmla="*/ 3047561 h 6958335"/>
              <a:gd name="connsiteX1962" fmla="*/ 2008097 w 5896576"/>
              <a:gd name="connsiteY1962" fmla="*/ 3047561 h 6958335"/>
              <a:gd name="connsiteX1963" fmla="*/ 2025710 w 5896576"/>
              <a:gd name="connsiteY1963" fmla="*/ 3029948 h 6958335"/>
              <a:gd name="connsiteX1964" fmla="*/ 2043327 w 5896576"/>
              <a:gd name="connsiteY1964" fmla="*/ 3012331 h 6958335"/>
              <a:gd name="connsiteX1965" fmla="*/ 2096153 w 5896576"/>
              <a:gd name="connsiteY1965" fmla="*/ 2994703 h 6958335"/>
              <a:gd name="connsiteX1966" fmla="*/ 2131379 w 5896576"/>
              <a:gd name="connsiteY1966" fmla="*/ 2959477 h 6958335"/>
              <a:gd name="connsiteX1967" fmla="*/ 2113765 w 5896576"/>
              <a:gd name="connsiteY1967" fmla="*/ 2977090 h 6958335"/>
              <a:gd name="connsiteX1968" fmla="*/ 2148996 w 5896576"/>
              <a:gd name="connsiteY1968" fmla="*/ 2941859 h 6958335"/>
              <a:gd name="connsiteX1969" fmla="*/ 2166610 w 5896576"/>
              <a:gd name="connsiteY1969" fmla="*/ 2924246 h 6958335"/>
              <a:gd name="connsiteX1970" fmla="*/ 2148996 w 5896576"/>
              <a:gd name="connsiteY1970" fmla="*/ 2941859 h 6958335"/>
              <a:gd name="connsiteX1971" fmla="*/ 2184222 w 5896576"/>
              <a:gd name="connsiteY1971" fmla="*/ 2906633 h 6958335"/>
              <a:gd name="connsiteX1972" fmla="*/ 2307509 w 5896576"/>
              <a:gd name="connsiteY1972" fmla="*/ 2818545 h 6958335"/>
              <a:gd name="connsiteX1973" fmla="*/ 2342735 w 5896576"/>
              <a:gd name="connsiteY1973" fmla="*/ 2783319 h 6958335"/>
              <a:gd name="connsiteX1974" fmla="*/ 2289882 w 5896576"/>
              <a:gd name="connsiteY1974" fmla="*/ 2871379 h 6958335"/>
              <a:gd name="connsiteX1975" fmla="*/ 2342712 w 5896576"/>
              <a:gd name="connsiteY1975" fmla="*/ 2853747 h 6958335"/>
              <a:gd name="connsiteX1976" fmla="*/ 2360315 w 5896576"/>
              <a:gd name="connsiteY1976" fmla="*/ 2871351 h 6958335"/>
              <a:gd name="connsiteX1977" fmla="*/ 2395541 w 5896576"/>
              <a:gd name="connsiteY1977" fmla="*/ 2836125 h 6958335"/>
              <a:gd name="connsiteX1978" fmla="*/ 2466012 w 5896576"/>
              <a:gd name="connsiteY1978" fmla="*/ 2730447 h 6958335"/>
              <a:gd name="connsiteX1979" fmla="*/ 2501229 w 5896576"/>
              <a:gd name="connsiteY1979" fmla="*/ 2730437 h 6958335"/>
              <a:gd name="connsiteX1980" fmla="*/ 2536469 w 5896576"/>
              <a:gd name="connsiteY1980" fmla="*/ 2659990 h 6958335"/>
              <a:gd name="connsiteX1981" fmla="*/ 2554073 w 5896576"/>
              <a:gd name="connsiteY1981" fmla="*/ 2677593 h 6958335"/>
              <a:gd name="connsiteX1982" fmla="*/ 2501215 w 5896576"/>
              <a:gd name="connsiteY1982" fmla="*/ 2765650 h 6958335"/>
              <a:gd name="connsiteX1983" fmla="*/ 2465984 w 5896576"/>
              <a:gd name="connsiteY1983" fmla="*/ 2800880 h 6958335"/>
              <a:gd name="connsiteX1984" fmla="*/ 2501215 w 5896576"/>
              <a:gd name="connsiteY1984" fmla="*/ 2765650 h 6958335"/>
              <a:gd name="connsiteX1985" fmla="*/ 2606898 w 5896576"/>
              <a:gd name="connsiteY1985" fmla="*/ 2659966 h 6958335"/>
              <a:gd name="connsiteX1986" fmla="*/ 2622308 w 5896576"/>
              <a:gd name="connsiteY1986" fmla="*/ 2657754 h 6958335"/>
              <a:gd name="connsiteX1987" fmla="*/ 2624009 w 5896576"/>
              <a:gd name="connsiteY1987" fmla="*/ 2645873 h 6958335"/>
              <a:gd name="connsiteX1988" fmla="*/ 2681756 w 5896576"/>
              <a:gd name="connsiteY1988" fmla="*/ 2598307 h 6958335"/>
              <a:gd name="connsiteX1989" fmla="*/ 2718453 w 5896576"/>
              <a:gd name="connsiteY1989" fmla="*/ 2551607 h 6958335"/>
              <a:gd name="connsiteX1990" fmla="*/ 2761014 w 5896576"/>
              <a:gd name="connsiteY1990" fmla="*/ 2532247 h 6958335"/>
              <a:gd name="connsiteX1991" fmla="*/ 2783043 w 5896576"/>
              <a:gd name="connsiteY1991" fmla="*/ 2483822 h 6958335"/>
              <a:gd name="connsiteX1992" fmla="*/ 2798442 w 5896576"/>
              <a:gd name="connsiteY1992" fmla="*/ 2499221 h 6958335"/>
              <a:gd name="connsiteX1993" fmla="*/ 2800642 w 5896576"/>
              <a:gd name="connsiteY1993" fmla="*/ 2501421 h 6958335"/>
              <a:gd name="connsiteX1994" fmla="*/ 2800641 w 5896576"/>
              <a:gd name="connsiteY1994" fmla="*/ 2501421 h 6958335"/>
              <a:gd name="connsiteX1995" fmla="*/ 2783028 w 5896576"/>
              <a:gd name="connsiteY1995" fmla="*/ 2519034 h 6958335"/>
              <a:gd name="connsiteX1996" fmla="*/ 2783014 w 5896576"/>
              <a:gd name="connsiteY1996" fmla="*/ 2554246 h 6958335"/>
              <a:gd name="connsiteX1997" fmla="*/ 2783028 w 5896576"/>
              <a:gd name="connsiteY1997" fmla="*/ 2519034 h 6958335"/>
              <a:gd name="connsiteX1998" fmla="*/ 2835853 w 5896576"/>
              <a:gd name="connsiteY1998" fmla="*/ 2501407 h 6958335"/>
              <a:gd name="connsiteX1999" fmla="*/ 2827066 w 5896576"/>
              <a:gd name="connsiteY1999" fmla="*/ 2479402 h 6958335"/>
              <a:gd name="connsiteX2000" fmla="*/ 2818254 w 5896576"/>
              <a:gd name="connsiteY2000" fmla="*/ 2483808 h 6958335"/>
              <a:gd name="connsiteX2001" fmla="*/ 2812750 w 5896576"/>
              <a:gd name="connsiteY2001" fmla="*/ 2489312 h 6958335"/>
              <a:gd name="connsiteX2002" fmla="*/ 2800643 w 5896576"/>
              <a:gd name="connsiteY2002" fmla="*/ 2501420 h 6958335"/>
              <a:gd name="connsiteX2003" fmla="*/ 2818262 w 5896576"/>
              <a:gd name="connsiteY2003" fmla="*/ 2470601 h 6958335"/>
              <a:gd name="connsiteX2004" fmla="*/ 2835872 w 5896576"/>
              <a:gd name="connsiteY2004" fmla="*/ 2466191 h 6958335"/>
              <a:gd name="connsiteX2005" fmla="*/ 2923942 w 5896576"/>
              <a:gd name="connsiteY2005" fmla="*/ 2378121 h 6958335"/>
              <a:gd name="connsiteX2006" fmla="*/ 3047242 w 5896576"/>
              <a:gd name="connsiteY2006" fmla="*/ 2254820 h 6958335"/>
              <a:gd name="connsiteX2007" fmla="*/ 3100086 w 5896576"/>
              <a:gd name="connsiteY2007" fmla="*/ 2201976 h 6958335"/>
              <a:gd name="connsiteX2008" fmla="*/ 3117699 w 5896576"/>
              <a:gd name="connsiteY2008" fmla="*/ 2184363 h 6958335"/>
              <a:gd name="connsiteX2009" fmla="*/ 3152930 w 5896576"/>
              <a:gd name="connsiteY2009" fmla="*/ 2149132 h 6958335"/>
              <a:gd name="connsiteX2010" fmla="*/ 3170543 w 5896576"/>
              <a:gd name="connsiteY2010" fmla="*/ 2131519 h 6958335"/>
              <a:gd name="connsiteX2011" fmla="*/ 3188156 w 5896576"/>
              <a:gd name="connsiteY2011" fmla="*/ 2113907 h 6958335"/>
              <a:gd name="connsiteX2012" fmla="*/ 3205769 w 5896576"/>
              <a:gd name="connsiteY2012" fmla="*/ 2096293 h 6958335"/>
              <a:gd name="connsiteX2013" fmla="*/ 3293839 w 5896576"/>
              <a:gd name="connsiteY2013" fmla="*/ 2008223 h 6958335"/>
              <a:gd name="connsiteX2014" fmla="*/ 3346683 w 5896576"/>
              <a:gd name="connsiteY2014" fmla="*/ 1955379 h 6958335"/>
              <a:gd name="connsiteX2015" fmla="*/ 3381899 w 5896576"/>
              <a:gd name="connsiteY2015" fmla="*/ 1955361 h 6958335"/>
              <a:gd name="connsiteX2016" fmla="*/ 3399513 w 5896576"/>
              <a:gd name="connsiteY2016" fmla="*/ 1937748 h 6958335"/>
              <a:gd name="connsiteX2017" fmla="*/ 3417125 w 5896576"/>
              <a:gd name="connsiteY2017" fmla="*/ 1920135 h 6958335"/>
              <a:gd name="connsiteX2018" fmla="*/ 3469970 w 5896576"/>
              <a:gd name="connsiteY2018" fmla="*/ 1867291 h 6958335"/>
              <a:gd name="connsiteX2019" fmla="*/ 3469983 w 5896576"/>
              <a:gd name="connsiteY2019" fmla="*/ 1832079 h 6958335"/>
              <a:gd name="connsiteX2020" fmla="*/ 3469710 w 5896576"/>
              <a:gd name="connsiteY2020" fmla="*/ 1826852 h 6958335"/>
              <a:gd name="connsiteX2021" fmla="*/ 3468127 w 5896576"/>
              <a:gd name="connsiteY2021" fmla="*/ 1818468 h 6958335"/>
              <a:gd name="connsiteX2022" fmla="*/ 3478799 w 5896576"/>
              <a:gd name="connsiteY2022" fmla="*/ 1805664 h 6958335"/>
              <a:gd name="connsiteX2023" fmla="*/ 3487615 w 5896576"/>
              <a:gd name="connsiteY2023" fmla="*/ 1779249 h 6958335"/>
              <a:gd name="connsiteX2024" fmla="*/ 3452384 w 5896576"/>
              <a:gd name="connsiteY2024" fmla="*/ 1814480 h 6958335"/>
              <a:gd name="connsiteX2025" fmla="*/ 3540459 w 5896576"/>
              <a:gd name="connsiteY2025" fmla="*/ 1726405 h 6958335"/>
              <a:gd name="connsiteX2026" fmla="*/ 3610916 w 5896576"/>
              <a:gd name="connsiteY2026" fmla="*/ 1655949 h 6958335"/>
              <a:gd name="connsiteX2027" fmla="*/ 3646161 w 5896576"/>
              <a:gd name="connsiteY2027" fmla="*/ 1585506 h 6958335"/>
              <a:gd name="connsiteX2028" fmla="*/ 3698986 w 5896576"/>
              <a:gd name="connsiteY2028" fmla="*/ 1567878 h 6958335"/>
              <a:gd name="connsiteX2029" fmla="*/ 3822301 w 5896576"/>
              <a:gd name="connsiteY2029" fmla="*/ 1409366 h 6958335"/>
              <a:gd name="connsiteX2030" fmla="*/ 3839909 w 5896576"/>
              <a:gd name="connsiteY2030" fmla="*/ 1391748 h 6958335"/>
              <a:gd name="connsiteX2031" fmla="*/ 3857527 w 5896576"/>
              <a:gd name="connsiteY2031" fmla="*/ 1374131 h 6958335"/>
              <a:gd name="connsiteX2032" fmla="*/ 3859722 w 5896576"/>
              <a:gd name="connsiteY2032" fmla="*/ 1389539 h 6958335"/>
              <a:gd name="connsiteX2033" fmla="*/ 3863333 w 5896576"/>
              <a:gd name="connsiteY2033" fmla="*/ 1394291 h 6958335"/>
              <a:gd name="connsiteX2034" fmla="*/ 3857519 w 5896576"/>
              <a:gd name="connsiteY2034" fmla="*/ 1396143 h 6958335"/>
              <a:gd name="connsiteX2035" fmla="*/ 3839900 w 5896576"/>
              <a:gd name="connsiteY2035" fmla="*/ 1426965 h 6958335"/>
              <a:gd name="connsiteX2036" fmla="*/ 3892729 w 5896576"/>
              <a:gd name="connsiteY2036" fmla="*/ 1409333 h 6958335"/>
              <a:gd name="connsiteX2037" fmla="*/ 3698972 w 5896576"/>
              <a:gd name="connsiteY2037" fmla="*/ 1603091 h 6958335"/>
              <a:gd name="connsiteX2038" fmla="*/ 3663755 w 5896576"/>
              <a:gd name="connsiteY2038" fmla="*/ 1603109 h 6958335"/>
              <a:gd name="connsiteX2039" fmla="*/ 3681354 w 5896576"/>
              <a:gd name="connsiteY2039" fmla="*/ 1620708 h 6958335"/>
              <a:gd name="connsiteX2040" fmla="*/ 3646142 w 5896576"/>
              <a:gd name="connsiteY2040" fmla="*/ 1620722 h 6958335"/>
              <a:gd name="connsiteX2041" fmla="*/ 3646128 w 5896576"/>
              <a:gd name="connsiteY2041" fmla="*/ 1655934 h 6958335"/>
              <a:gd name="connsiteX2042" fmla="*/ 3628515 w 5896576"/>
              <a:gd name="connsiteY2042" fmla="*/ 1673548 h 6958335"/>
              <a:gd name="connsiteX2043" fmla="*/ 3575671 w 5896576"/>
              <a:gd name="connsiteY2043" fmla="*/ 1726391 h 6958335"/>
              <a:gd name="connsiteX2044" fmla="*/ 3522827 w 5896576"/>
              <a:gd name="connsiteY2044" fmla="*/ 1779235 h 6958335"/>
              <a:gd name="connsiteX2045" fmla="*/ 3593270 w 5896576"/>
              <a:gd name="connsiteY2045" fmla="*/ 1743990 h 6958335"/>
              <a:gd name="connsiteX2046" fmla="*/ 3646114 w 5896576"/>
              <a:gd name="connsiteY2046" fmla="*/ 1691147 h 6958335"/>
              <a:gd name="connsiteX2047" fmla="*/ 3646100 w 5896576"/>
              <a:gd name="connsiteY2047" fmla="*/ 1726368 h 6958335"/>
              <a:gd name="connsiteX2048" fmla="*/ 3681331 w 5896576"/>
              <a:gd name="connsiteY2048" fmla="*/ 1691137 h 6958335"/>
              <a:gd name="connsiteX2049" fmla="*/ 3786999 w 5896576"/>
              <a:gd name="connsiteY2049" fmla="*/ 1620666 h 6958335"/>
              <a:gd name="connsiteX2050" fmla="*/ 3822230 w 5896576"/>
              <a:gd name="connsiteY2050" fmla="*/ 1585436 h 6958335"/>
              <a:gd name="connsiteX2051" fmla="*/ 3839843 w 5896576"/>
              <a:gd name="connsiteY2051" fmla="*/ 1567822 h 6958335"/>
              <a:gd name="connsiteX2052" fmla="*/ 3910300 w 5896576"/>
              <a:gd name="connsiteY2052" fmla="*/ 1497365 h 6958335"/>
              <a:gd name="connsiteX2053" fmla="*/ 3963134 w 5896576"/>
              <a:gd name="connsiteY2053" fmla="*/ 1479738 h 6958335"/>
              <a:gd name="connsiteX2054" fmla="*/ 3985153 w 5896576"/>
              <a:gd name="connsiteY2054" fmla="*/ 1448918 h 6958335"/>
              <a:gd name="connsiteX2055" fmla="*/ 3997264 w 5896576"/>
              <a:gd name="connsiteY2055" fmla="*/ 1447812 h 6958335"/>
              <a:gd name="connsiteX2056" fmla="*/ 3980733 w 5896576"/>
              <a:gd name="connsiteY2056" fmla="*/ 1497338 h 6958335"/>
              <a:gd name="connsiteX2057" fmla="*/ 4002752 w 5896576"/>
              <a:gd name="connsiteY2057" fmla="*/ 1470923 h 6958335"/>
              <a:gd name="connsiteX2058" fmla="*/ 3998885 w 5896576"/>
              <a:gd name="connsiteY2058" fmla="*/ 1447662 h 6958335"/>
              <a:gd name="connsiteX2059" fmla="*/ 4033573 w 5896576"/>
              <a:gd name="connsiteY2059" fmla="*/ 1444498 h 6958335"/>
              <a:gd name="connsiteX2060" fmla="*/ 4121647 w 5896576"/>
              <a:gd name="connsiteY2060" fmla="*/ 1356424 h 6958335"/>
              <a:gd name="connsiteX2061" fmla="*/ 4132656 w 5896576"/>
              <a:gd name="connsiteY2061" fmla="*/ 1345414 h 6958335"/>
              <a:gd name="connsiteX2062" fmla="*/ 4139260 w 5896576"/>
              <a:gd name="connsiteY2062" fmla="*/ 1338811 h 6958335"/>
              <a:gd name="connsiteX2063" fmla="*/ 4156873 w 5896576"/>
              <a:gd name="connsiteY2063" fmla="*/ 1321197 h 6958335"/>
              <a:gd name="connsiteX2064" fmla="*/ 4154769 w 5896576"/>
              <a:gd name="connsiteY2064" fmla="*/ 1306411 h 6958335"/>
              <a:gd name="connsiteX2065" fmla="*/ 4174491 w 5896576"/>
              <a:gd name="connsiteY2065" fmla="*/ 1303580 h 6958335"/>
              <a:gd name="connsiteX2066" fmla="*/ 4280164 w 5896576"/>
              <a:gd name="connsiteY2066" fmla="*/ 1233114 h 6958335"/>
              <a:gd name="connsiteX2067" fmla="*/ 4262561 w 5896576"/>
              <a:gd name="connsiteY2067" fmla="*/ 1215510 h 6958335"/>
              <a:gd name="connsiteX2068" fmla="*/ 4350630 w 5896576"/>
              <a:gd name="connsiteY2068" fmla="*/ 1127440 h 6958335"/>
              <a:gd name="connsiteX2069" fmla="*/ 4438705 w 5896576"/>
              <a:gd name="connsiteY2069" fmla="*/ 1039366 h 6958335"/>
              <a:gd name="connsiteX2070" fmla="*/ 4421088 w 5896576"/>
              <a:gd name="connsiteY2070" fmla="*/ 1056983 h 6958335"/>
              <a:gd name="connsiteX2071" fmla="*/ 4650076 w 5896576"/>
              <a:gd name="connsiteY2071" fmla="*/ 827995 h 6958335"/>
              <a:gd name="connsiteX2072" fmla="*/ 4650057 w 5896576"/>
              <a:gd name="connsiteY2072" fmla="*/ 863212 h 6958335"/>
              <a:gd name="connsiteX2073" fmla="*/ 4667689 w 5896576"/>
              <a:gd name="connsiteY2073" fmla="*/ 810382 h 6958335"/>
              <a:gd name="connsiteX2074" fmla="*/ 4826201 w 5896576"/>
              <a:gd name="connsiteY2074" fmla="*/ 687067 h 6958335"/>
              <a:gd name="connsiteX2075" fmla="*/ 4843814 w 5896576"/>
              <a:gd name="connsiteY2075" fmla="*/ 669455 h 6958335"/>
              <a:gd name="connsiteX2076" fmla="*/ 4914271 w 5896576"/>
              <a:gd name="connsiteY2076" fmla="*/ 598998 h 6958335"/>
              <a:gd name="connsiteX2077" fmla="*/ 4931889 w 5896576"/>
              <a:gd name="connsiteY2077" fmla="*/ 581380 h 6958335"/>
              <a:gd name="connsiteX2078" fmla="*/ 4984733 w 5896576"/>
              <a:gd name="connsiteY2078" fmla="*/ 528536 h 6958335"/>
              <a:gd name="connsiteX2079" fmla="*/ 5019950 w 5896576"/>
              <a:gd name="connsiteY2079" fmla="*/ 528527 h 6958335"/>
              <a:gd name="connsiteX2080" fmla="*/ 5055176 w 5896576"/>
              <a:gd name="connsiteY2080" fmla="*/ 493301 h 6958335"/>
              <a:gd name="connsiteX2081" fmla="*/ 5055161 w 5896576"/>
              <a:gd name="connsiteY2081" fmla="*/ 528512 h 6958335"/>
              <a:gd name="connsiteX2082" fmla="*/ 5077175 w 5896576"/>
              <a:gd name="connsiteY2082" fmla="*/ 519697 h 6958335"/>
              <a:gd name="connsiteX2083" fmla="*/ 5074185 w 5896576"/>
              <a:gd name="connsiteY2083" fmla="*/ 513716 h 6958335"/>
              <a:gd name="connsiteX2084" fmla="*/ 5114604 w 5896576"/>
              <a:gd name="connsiteY2084" fmla="*/ 482268 h 6958335"/>
              <a:gd name="connsiteX2085" fmla="*/ 5160849 w 5896576"/>
              <a:gd name="connsiteY2085" fmla="*/ 422825 h 6958335"/>
              <a:gd name="connsiteX2086" fmla="*/ 5160835 w 5896576"/>
              <a:gd name="connsiteY2086" fmla="*/ 458047 h 6958335"/>
              <a:gd name="connsiteX2087" fmla="*/ 5248910 w 5896576"/>
              <a:gd name="connsiteY2087" fmla="*/ 369972 h 6958335"/>
              <a:gd name="connsiteX2088" fmla="*/ 5319367 w 5896576"/>
              <a:gd name="connsiteY2088" fmla="*/ 299515 h 6958335"/>
              <a:gd name="connsiteX2089" fmla="*/ 5442639 w 5896576"/>
              <a:gd name="connsiteY2089" fmla="*/ 246638 h 6958335"/>
              <a:gd name="connsiteX2090" fmla="*/ 5495478 w 5896576"/>
              <a:gd name="connsiteY2090" fmla="*/ 193799 h 6958335"/>
              <a:gd name="connsiteX2091" fmla="*/ 5513096 w 5896576"/>
              <a:gd name="connsiteY2091" fmla="*/ 176182 h 6958335"/>
              <a:gd name="connsiteX2092" fmla="*/ 5530709 w 5896576"/>
              <a:gd name="connsiteY2092" fmla="*/ 158569 h 6958335"/>
              <a:gd name="connsiteX2093" fmla="*/ 5583543 w 5896576"/>
              <a:gd name="connsiteY2093" fmla="*/ 140942 h 6958335"/>
              <a:gd name="connsiteX2094" fmla="*/ 5601156 w 5896576"/>
              <a:gd name="connsiteY2094" fmla="*/ 123329 h 6958335"/>
              <a:gd name="connsiteX2095" fmla="*/ 5618769 w 5896576"/>
              <a:gd name="connsiteY2095" fmla="*/ 105716 h 6958335"/>
              <a:gd name="connsiteX2096" fmla="*/ 5706825 w 5896576"/>
              <a:gd name="connsiteY2096" fmla="*/ 52858 h 6958335"/>
              <a:gd name="connsiteX2097" fmla="*/ 5794881 w 5896576"/>
              <a:gd name="connsiteY2097" fmla="*/ 0 h 695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</a:cxnLst>
            <a:rect l="l" t="t" r="r" b="b"/>
            <a:pathLst>
              <a:path w="5896576" h="6958335">
                <a:moveTo>
                  <a:pt x="2851390" y="6831707"/>
                </a:moveTo>
                <a:lnTo>
                  <a:pt x="2817120" y="6853219"/>
                </a:lnTo>
                <a:cubicBezTo>
                  <a:pt x="2790532" y="6866394"/>
                  <a:pt x="2768391" y="6879592"/>
                  <a:pt x="2759665" y="6906204"/>
                </a:cubicBezTo>
                <a:cubicBezTo>
                  <a:pt x="2759665" y="6906204"/>
                  <a:pt x="2759665" y="6906204"/>
                  <a:pt x="2759449" y="6870650"/>
                </a:cubicBezTo>
                <a:cubicBezTo>
                  <a:pt x="2777226" y="6870758"/>
                  <a:pt x="2799366" y="6857560"/>
                  <a:pt x="2821508" y="6844361"/>
                </a:cubicBezTo>
                <a:close/>
                <a:moveTo>
                  <a:pt x="2883565" y="6818073"/>
                </a:moveTo>
                <a:lnTo>
                  <a:pt x="2851390" y="6831707"/>
                </a:lnTo>
                <a:lnTo>
                  <a:pt x="2870775" y="6819531"/>
                </a:lnTo>
                <a:close/>
                <a:moveTo>
                  <a:pt x="2495597" y="6648210"/>
                </a:moveTo>
                <a:cubicBezTo>
                  <a:pt x="2481416" y="6645624"/>
                  <a:pt x="2464812" y="6655522"/>
                  <a:pt x="2438149" y="6655357"/>
                </a:cubicBezTo>
                <a:cubicBezTo>
                  <a:pt x="2438361" y="6690915"/>
                  <a:pt x="2456034" y="6673241"/>
                  <a:pt x="2491584" y="6673461"/>
                </a:cubicBezTo>
                <a:cubicBezTo>
                  <a:pt x="2473699" y="6655577"/>
                  <a:pt x="2509253" y="6655792"/>
                  <a:pt x="2509253" y="6655792"/>
                </a:cubicBezTo>
                <a:cubicBezTo>
                  <a:pt x="2504782" y="6651321"/>
                  <a:pt x="2500324" y="6649072"/>
                  <a:pt x="2495597" y="6648210"/>
                </a:cubicBezTo>
                <a:close/>
                <a:moveTo>
                  <a:pt x="3729727" y="6580044"/>
                </a:moveTo>
                <a:lnTo>
                  <a:pt x="3717701" y="6592070"/>
                </a:lnTo>
                <a:cubicBezTo>
                  <a:pt x="3708868" y="6600903"/>
                  <a:pt x="3713287" y="6596484"/>
                  <a:pt x="3722121" y="6587650"/>
                </a:cubicBezTo>
                <a:close/>
                <a:moveTo>
                  <a:pt x="3753044" y="6556727"/>
                </a:moveTo>
                <a:lnTo>
                  <a:pt x="3753039" y="6556732"/>
                </a:lnTo>
                <a:lnTo>
                  <a:pt x="3729727" y="6580044"/>
                </a:lnTo>
                <a:close/>
                <a:moveTo>
                  <a:pt x="2739174" y="6461650"/>
                </a:moveTo>
                <a:cubicBezTo>
                  <a:pt x="2685946" y="6479100"/>
                  <a:pt x="2615269" y="6549776"/>
                  <a:pt x="2579930" y="6585115"/>
                </a:cubicBezTo>
                <a:cubicBezTo>
                  <a:pt x="2632938" y="6532107"/>
                  <a:pt x="2703835" y="6496989"/>
                  <a:pt x="2739174" y="6461650"/>
                </a:cubicBezTo>
                <a:close/>
                <a:moveTo>
                  <a:pt x="1994580" y="6432658"/>
                </a:moveTo>
                <a:lnTo>
                  <a:pt x="1996873" y="6443779"/>
                </a:lnTo>
                <a:lnTo>
                  <a:pt x="1976063" y="6439496"/>
                </a:lnTo>
                <a:lnTo>
                  <a:pt x="1977047" y="6438408"/>
                </a:lnTo>
                <a:close/>
                <a:moveTo>
                  <a:pt x="2614186" y="6372001"/>
                </a:moveTo>
                <a:cubicBezTo>
                  <a:pt x="2525624" y="6424793"/>
                  <a:pt x="2437057" y="6477581"/>
                  <a:pt x="2366165" y="6512704"/>
                </a:cubicBezTo>
                <a:cubicBezTo>
                  <a:pt x="2348495" y="6530373"/>
                  <a:pt x="2313161" y="6565707"/>
                  <a:pt x="2295277" y="6547822"/>
                </a:cubicBezTo>
                <a:cubicBezTo>
                  <a:pt x="2330826" y="6548042"/>
                  <a:pt x="2366165" y="6512704"/>
                  <a:pt x="2348280" y="6494819"/>
                </a:cubicBezTo>
                <a:cubicBezTo>
                  <a:pt x="2312941" y="6530157"/>
                  <a:pt x="2242053" y="6565276"/>
                  <a:pt x="2223948" y="6511832"/>
                </a:cubicBezTo>
                <a:cubicBezTo>
                  <a:pt x="2241833" y="6529717"/>
                  <a:pt x="2277171" y="6494379"/>
                  <a:pt x="2259286" y="6476494"/>
                </a:cubicBezTo>
                <a:cubicBezTo>
                  <a:pt x="2206274" y="6529506"/>
                  <a:pt x="2170720" y="6529281"/>
                  <a:pt x="2117713" y="6582289"/>
                </a:cubicBezTo>
                <a:cubicBezTo>
                  <a:pt x="2153271" y="6582509"/>
                  <a:pt x="2188610" y="6547171"/>
                  <a:pt x="2224379" y="6582940"/>
                </a:cubicBezTo>
                <a:cubicBezTo>
                  <a:pt x="2224379" y="6582940"/>
                  <a:pt x="2259938" y="6583161"/>
                  <a:pt x="2259938" y="6583161"/>
                </a:cubicBezTo>
                <a:cubicBezTo>
                  <a:pt x="2260149" y="6618720"/>
                  <a:pt x="2295923" y="6654494"/>
                  <a:pt x="2260590" y="6689827"/>
                </a:cubicBezTo>
                <a:cubicBezTo>
                  <a:pt x="2278475" y="6707712"/>
                  <a:pt x="2278475" y="6707712"/>
                  <a:pt x="2296360" y="6725597"/>
                </a:cubicBezTo>
                <a:cubicBezTo>
                  <a:pt x="2314029" y="6707928"/>
                  <a:pt x="2367252" y="6690484"/>
                  <a:pt x="2384926" y="6672810"/>
                </a:cubicBezTo>
                <a:cubicBezTo>
                  <a:pt x="2420264" y="6637472"/>
                  <a:pt x="2473483" y="6620022"/>
                  <a:pt x="2526707" y="6602569"/>
                </a:cubicBezTo>
                <a:cubicBezTo>
                  <a:pt x="2508822" y="6584684"/>
                  <a:pt x="2508822" y="6584684"/>
                  <a:pt x="2491152" y="6602353"/>
                </a:cubicBezTo>
                <a:cubicBezTo>
                  <a:pt x="2490937" y="6566799"/>
                  <a:pt x="2526491" y="6567015"/>
                  <a:pt x="2508601" y="6549125"/>
                </a:cubicBezTo>
                <a:cubicBezTo>
                  <a:pt x="2473263" y="6584464"/>
                  <a:pt x="2331698" y="6690259"/>
                  <a:pt x="2295923" y="6654494"/>
                </a:cubicBezTo>
                <a:cubicBezTo>
                  <a:pt x="2278034" y="6636604"/>
                  <a:pt x="2313373" y="6601265"/>
                  <a:pt x="2313373" y="6601265"/>
                </a:cubicBezTo>
                <a:cubicBezTo>
                  <a:pt x="2384270" y="6566147"/>
                  <a:pt x="2543725" y="6478232"/>
                  <a:pt x="2614186" y="6372001"/>
                </a:cubicBezTo>
                <a:close/>
                <a:moveTo>
                  <a:pt x="1389441" y="6360351"/>
                </a:moveTo>
                <a:cubicBezTo>
                  <a:pt x="1371969" y="6364410"/>
                  <a:pt x="1352134" y="6390953"/>
                  <a:pt x="1352300" y="6417622"/>
                </a:cubicBezTo>
                <a:cubicBezTo>
                  <a:pt x="1370185" y="6435507"/>
                  <a:pt x="1423188" y="6382504"/>
                  <a:pt x="1405298" y="6364614"/>
                </a:cubicBezTo>
                <a:cubicBezTo>
                  <a:pt x="1400827" y="6360143"/>
                  <a:pt x="1395265" y="6358998"/>
                  <a:pt x="1389441" y="6360351"/>
                </a:cubicBezTo>
                <a:close/>
                <a:moveTo>
                  <a:pt x="1191322" y="6256644"/>
                </a:moveTo>
                <a:cubicBezTo>
                  <a:pt x="1146933" y="6265263"/>
                  <a:pt x="1120481" y="6300658"/>
                  <a:pt x="1114046" y="6338392"/>
                </a:cubicBezTo>
                <a:lnTo>
                  <a:pt x="1123710" y="6360026"/>
                </a:lnTo>
                <a:lnTo>
                  <a:pt x="1120860" y="6362876"/>
                </a:lnTo>
                <a:lnTo>
                  <a:pt x="1124994" y="6362904"/>
                </a:lnTo>
                <a:lnTo>
                  <a:pt x="1156850" y="6434204"/>
                </a:lnTo>
                <a:cubicBezTo>
                  <a:pt x="1174519" y="6416535"/>
                  <a:pt x="1245632" y="6416971"/>
                  <a:pt x="1227528" y="6363527"/>
                </a:cubicBezTo>
                <a:cubicBezTo>
                  <a:pt x="1174304" y="6380981"/>
                  <a:pt x="1156414" y="6363091"/>
                  <a:pt x="1138750" y="6380765"/>
                </a:cubicBezTo>
                <a:cubicBezTo>
                  <a:pt x="1138750" y="6380765"/>
                  <a:pt x="1138750" y="6380765"/>
                  <a:pt x="1156414" y="6363091"/>
                </a:cubicBezTo>
                <a:lnTo>
                  <a:pt x="1124994" y="6362904"/>
                </a:lnTo>
                <a:lnTo>
                  <a:pt x="1123710" y="6360026"/>
                </a:lnTo>
                <a:lnTo>
                  <a:pt x="1191538" y="6292198"/>
                </a:lnTo>
                <a:cubicBezTo>
                  <a:pt x="1191538" y="6292198"/>
                  <a:pt x="1191538" y="6292198"/>
                  <a:pt x="1191322" y="6256644"/>
                </a:cubicBezTo>
                <a:close/>
                <a:moveTo>
                  <a:pt x="2168981" y="6244843"/>
                </a:moveTo>
                <a:cubicBezTo>
                  <a:pt x="2098304" y="6315520"/>
                  <a:pt x="2045301" y="6368523"/>
                  <a:pt x="2009963" y="6403862"/>
                </a:cubicBezTo>
                <a:cubicBezTo>
                  <a:pt x="2045512" y="6404082"/>
                  <a:pt x="2080851" y="6368743"/>
                  <a:pt x="2116414" y="6368959"/>
                </a:cubicBezTo>
                <a:cubicBezTo>
                  <a:pt x="2116189" y="6333405"/>
                  <a:pt x="2204971" y="6316172"/>
                  <a:pt x="2186866" y="6262728"/>
                </a:cubicBezTo>
                <a:cubicBezTo>
                  <a:pt x="2151527" y="6298067"/>
                  <a:pt x="2151527" y="6298067"/>
                  <a:pt x="2116189" y="6333405"/>
                </a:cubicBezTo>
                <a:cubicBezTo>
                  <a:pt x="2133858" y="6315736"/>
                  <a:pt x="2169197" y="6280397"/>
                  <a:pt x="2168981" y="6244843"/>
                </a:cubicBezTo>
                <a:close/>
                <a:moveTo>
                  <a:pt x="959016" y="6059676"/>
                </a:moveTo>
                <a:cubicBezTo>
                  <a:pt x="870233" y="6076910"/>
                  <a:pt x="853000" y="6165692"/>
                  <a:pt x="782108" y="6200815"/>
                </a:cubicBezTo>
                <a:cubicBezTo>
                  <a:pt x="782323" y="6236370"/>
                  <a:pt x="764654" y="6254039"/>
                  <a:pt x="764874" y="6289597"/>
                </a:cubicBezTo>
                <a:cubicBezTo>
                  <a:pt x="764874" y="6289597"/>
                  <a:pt x="764874" y="6289597"/>
                  <a:pt x="782759" y="6307482"/>
                </a:cubicBezTo>
                <a:cubicBezTo>
                  <a:pt x="765090" y="6325151"/>
                  <a:pt x="782975" y="6343036"/>
                  <a:pt x="747425" y="6342816"/>
                </a:cubicBezTo>
                <a:cubicBezTo>
                  <a:pt x="765521" y="6396260"/>
                  <a:pt x="836202" y="6325588"/>
                  <a:pt x="871972" y="6361357"/>
                </a:cubicBezTo>
                <a:cubicBezTo>
                  <a:pt x="907311" y="6326018"/>
                  <a:pt x="924764" y="6272795"/>
                  <a:pt x="906659" y="6219351"/>
                </a:cubicBezTo>
                <a:cubicBezTo>
                  <a:pt x="942218" y="6219572"/>
                  <a:pt x="959662" y="6166348"/>
                  <a:pt x="995221" y="6166560"/>
                </a:cubicBezTo>
                <a:cubicBezTo>
                  <a:pt x="977336" y="6148675"/>
                  <a:pt x="977336" y="6148675"/>
                  <a:pt x="959451" y="6130790"/>
                </a:cubicBezTo>
                <a:cubicBezTo>
                  <a:pt x="977121" y="6113120"/>
                  <a:pt x="959231" y="6095230"/>
                  <a:pt x="976905" y="6077566"/>
                </a:cubicBezTo>
                <a:cubicBezTo>
                  <a:pt x="959231" y="6095230"/>
                  <a:pt x="923892" y="6130569"/>
                  <a:pt x="870669" y="6148023"/>
                </a:cubicBezTo>
                <a:cubicBezTo>
                  <a:pt x="870669" y="6148023"/>
                  <a:pt x="923462" y="6059461"/>
                  <a:pt x="923677" y="6095015"/>
                </a:cubicBezTo>
                <a:cubicBezTo>
                  <a:pt x="941346" y="6077346"/>
                  <a:pt x="959016" y="6059676"/>
                  <a:pt x="959016" y="6059676"/>
                </a:cubicBezTo>
                <a:close/>
                <a:moveTo>
                  <a:pt x="565951" y="5737290"/>
                </a:moveTo>
                <a:cubicBezTo>
                  <a:pt x="530613" y="5772628"/>
                  <a:pt x="512944" y="5790297"/>
                  <a:pt x="477605" y="5825636"/>
                </a:cubicBezTo>
                <a:cubicBezTo>
                  <a:pt x="530829" y="5808182"/>
                  <a:pt x="548282" y="5754959"/>
                  <a:pt x="565951" y="5737290"/>
                </a:cubicBezTo>
                <a:close/>
                <a:moveTo>
                  <a:pt x="593856" y="5526458"/>
                </a:moveTo>
                <a:lnTo>
                  <a:pt x="528096" y="5548397"/>
                </a:lnTo>
                <a:cubicBezTo>
                  <a:pt x="510487" y="5566015"/>
                  <a:pt x="514884" y="5579213"/>
                  <a:pt x="521479" y="5594618"/>
                </a:cubicBezTo>
                <a:lnTo>
                  <a:pt x="524815" y="5624736"/>
                </a:lnTo>
                <a:lnTo>
                  <a:pt x="540681" y="5601587"/>
                </a:lnTo>
                <a:close/>
                <a:moveTo>
                  <a:pt x="991570" y="5171920"/>
                </a:moveTo>
                <a:lnTo>
                  <a:pt x="925196" y="5252842"/>
                </a:lnTo>
                <a:cubicBezTo>
                  <a:pt x="887649" y="5290388"/>
                  <a:pt x="847895" y="5330142"/>
                  <a:pt x="830334" y="5365588"/>
                </a:cubicBezTo>
                <a:lnTo>
                  <a:pt x="1002377" y="5193545"/>
                </a:lnTo>
                <a:close/>
                <a:moveTo>
                  <a:pt x="140900" y="5125965"/>
                </a:moveTo>
                <a:lnTo>
                  <a:pt x="133850" y="5143578"/>
                </a:lnTo>
                <a:lnTo>
                  <a:pt x="123287" y="5143578"/>
                </a:lnTo>
                <a:cubicBezTo>
                  <a:pt x="123287" y="5143578"/>
                  <a:pt x="123287" y="5143578"/>
                  <a:pt x="140900" y="5125965"/>
                </a:cubicBezTo>
                <a:close/>
                <a:moveTo>
                  <a:pt x="1162188" y="4984710"/>
                </a:moveTo>
                <a:lnTo>
                  <a:pt x="1159452" y="4987446"/>
                </a:lnTo>
                <a:lnTo>
                  <a:pt x="1074531" y="5079744"/>
                </a:lnTo>
                <a:lnTo>
                  <a:pt x="1109330" y="5072765"/>
                </a:lnTo>
                <a:lnTo>
                  <a:pt x="1123162" y="5072760"/>
                </a:lnTo>
                <a:lnTo>
                  <a:pt x="1176000" y="5019922"/>
                </a:lnTo>
                <a:lnTo>
                  <a:pt x="1162174" y="5019931"/>
                </a:lnTo>
                <a:cubicBezTo>
                  <a:pt x="1162174" y="5019931"/>
                  <a:pt x="1179792" y="5002313"/>
                  <a:pt x="1179792" y="5002313"/>
                </a:cubicBezTo>
                <a:cubicBezTo>
                  <a:pt x="1179792" y="5002313"/>
                  <a:pt x="1162188" y="4984710"/>
                  <a:pt x="1162188" y="4984710"/>
                </a:cubicBezTo>
                <a:close/>
                <a:moveTo>
                  <a:pt x="1197405" y="4984700"/>
                </a:moveTo>
                <a:lnTo>
                  <a:pt x="1197396" y="4998526"/>
                </a:lnTo>
                <a:lnTo>
                  <a:pt x="1204314" y="4991608"/>
                </a:lnTo>
                <a:close/>
                <a:moveTo>
                  <a:pt x="1055071" y="4964428"/>
                </a:moveTo>
                <a:cubicBezTo>
                  <a:pt x="1011981" y="4966610"/>
                  <a:pt x="977295" y="5024401"/>
                  <a:pt x="915658" y="5055232"/>
                </a:cubicBezTo>
                <a:cubicBezTo>
                  <a:pt x="933261" y="5072835"/>
                  <a:pt x="950870" y="5055227"/>
                  <a:pt x="950870" y="5055227"/>
                </a:cubicBezTo>
                <a:cubicBezTo>
                  <a:pt x="933261" y="5072835"/>
                  <a:pt x="915644" y="5090453"/>
                  <a:pt x="915644" y="5090453"/>
                </a:cubicBezTo>
                <a:cubicBezTo>
                  <a:pt x="862800" y="5143297"/>
                  <a:pt x="827555" y="5213740"/>
                  <a:pt x="774711" y="5266584"/>
                </a:cubicBezTo>
                <a:cubicBezTo>
                  <a:pt x="774711" y="5266584"/>
                  <a:pt x="774711" y="5266584"/>
                  <a:pt x="792310" y="5284183"/>
                </a:cubicBezTo>
                <a:lnTo>
                  <a:pt x="711547" y="5397228"/>
                </a:lnTo>
                <a:lnTo>
                  <a:pt x="778939" y="5318616"/>
                </a:lnTo>
                <a:cubicBezTo>
                  <a:pt x="834102" y="5254511"/>
                  <a:pt x="891520" y="5197083"/>
                  <a:pt x="953588" y="5170795"/>
                </a:cubicBezTo>
                <a:cubicBezTo>
                  <a:pt x="962198" y="5126406"/>
                  <a:pt x="993122" y="5095482"/>
                  <a:pt x="1024069" y="5069006"/>
                </a:cubicBezTo>
                <a:lnTo>
                  <a:pt x="1092158" y="4996614"/>
                </a:lnTo>
                <a:lnTo>
                  <a:pt x="1056543" y="4984752"/>
                </a:lnTo>
                <a:cubicBezTo>
                  <a:pt x="1056543" y="4984752"/>
                  <a:pt x="1056543" y="4984752"/>
                  <a:pt x="1074156" y="4967138"/>
                </a:cubicBezTo>
                <a:cubicBezTo>
                  <a:pt x="1067554" y="4964940"/>
                  <a:pt x="1061227" y="4964117"/>
                  <a:pt x="1055071" y="4964428"/>
                </a:cubicBezTo>
                <a:close/>
                <a:moveTo>
                  <a:pt x="5715609" y="4808799"/>
                </a:moveTo>
                <a:cubicBezTo>
                  <a:pt x="5715609" y="4808799"/>
                  <a:pt x="5697940" y="4826469"/>
                  <a:pt x="5680270" y="4844138"/>
                </a:cubicBezTo>
                <a:cubicBezTo>
                  <a:pt x="5680270" y="4844138"/>
                  <a:pt x="5680270" y="4844138"/>
                  <a:pt x="5662600" y="4861808"/>
                </a:cubicBezTo>
                <a:cubicBezTo>
                  <a:pt x="5644931" y="4879477"/>
                  <a:pt x="5644931" y="4879477"/>
                  <a:pt x="5627262" y="4897146"/>
                </a:cubicBezTo>
                <a:cubicBezTo>
                  <a:pt x="5627262" y="4897146"/>
                  <a:pt x="5627482" y="4932705"/>
                  <a:pt x="5645147" y="4915031"/>
                </a:cubicBezTo>
                <a:cubicBezTo>
                  <a:pt x="5627262" y="4897146"/>
                  <a:pt x="5662821" y="4897366"/>
                  <a:pt x="5662821" y="4897366"/>
                </a:cubicBezTo>
                <a:cubicBezTo>
                  <a:pt x="5644931" y="4879477"/>
                  <a:pt x="5680485" y="4879693"/>
                  <a:pt x="5662600" y="4861808"/>
                </a:cubicBezTo>
                <a:cubicBezTo>
                  <a:pt x="5680485" y="4879693"/>
                  <a:pt x="5680270" y="4844138"/>
                  <a:pt x="5698159" y="4862028"/>
                </a:cubicBezTo>
                <a:cubicBezTo>
                  <a:pt x="5680270" y="4844138"/>
                  <a:pt x="5680270" y="4844138"/>
                  <a:pt x="5680270" y="4844138"/>
                </a:cubicBezTo>
                <a:cubicBezTo>
                  <a:pt x="5698159" y="4862028"/>
                  <a:pt x="5733494" y="4826684"/>
                  <a:pt x="5715609" y="4808799"/>
                </a:cubicBezTo>
                <a:close/>
                <a:moveTo>
                  <a:pt x="5662165" y="4790694"/>
                </a:moveTo>
                <a:cubicBezTo>
                  <a:pt x="5644495" y="4808364"/>
                  <a:pt x="5626610" y="4790479"/>
                  <a:pt x="5626826" y="4826033"/>
                </a:cubicBezTo>
                <a:cubicBezTo>
                  <a:pt x="5644495" y="4808364"/>
                  <a:pt x="5662165" y="4790694"/>
                  <a:pt x="5662165" y="4790694"/>
                </a:cubicBezTo>
                <a:close/>
                <a:moveTo>
                  <a:pt x="5839078" y="4649560"/>
                </a:moveTo>
                <a:lnTo>
                  <a:pt x="5841674" y="4654707"/>
                </a:lnTo>
                <a:lnTo>
                  <a:pt x="5821404" y="4667234"/>
                </a:lnTo>
                <a:close/>
                <a:moveTo>
                  <a:pt x="5896576" y="4629669"/>
                </a:moveTo>
                <a:lnTo>
                  <a:pt x="5896576" y="4637786"/>
                </a:lnTo>
                <a:lnTo>
                  <a:pt x="5892301" y="4632107"/>
                </a:lnTo>
                <a:close/>
                <a:moveTo>
                  <a:pt x="581282" y="4615177"/>
                </a:moveTo>
                <a:cubicBezTo>
                  <a:pt x="581282" y="4615177"/>
                  <a:pt x="581282" y="4615177"/>
                  <a:pt x="546070" y="4615192"/>
                </a:cubicBezTo>
                <a:cubicBezTo>
                  <a:pt x="581282" y="4615177"/>
                  <a:pt x="563669" y="4632791"/>
                  <a:pt x="546055" y="4650404"/>
                </a:cubicBezTo>
                <a:cubicBezTo>
                  <a:pt x="563659" y="4668008"/>
                  <a:pt x="563659" y="4668008"/>
                  <a:pt x="581258" y="4685607"/>
                </a:cubicBezTo>
                <a:cubicBezTo>
                  <a:pt x="598853" y="4703210"/>
                  <a:pt x="616471" y="4685592"/>
                  <a:pt x="616471" y="4685592"/>
                </a:cubicBezTo>
                <a:cubicBezTo>
                  <a:pt x="616485" y="4650380"/>
                  <a:pt x="598872" y="4667993"/>
                  <a:pt x="581273" y="4650394"/>
                </a:cubicBezTo>
                <a:cubicBezTo>
                  <a:pt x="581282" y="4615177"/>
                  <a:pt x="581282" y="4615177"/>
                  <a:pt x="581282" y="4615177"/>
                </a:cubicBezTo>
                <a:close/>
                <a:moveTo>
                  <a:pt x="639126" y="4431926"/>
                </a:moveTo>
                <a:cubicBezTo>
                  <a:pt x="635274" y="4431377"/>
                  <a:pt x="631973" y="4432478"/>
                  <a:pt x="629772" y="4434679"/>
                </a:cubicBezTo>
                <a:cubicBezTo>
                  <a:pt x="625370" y="4439090"/>
                  <a:pt x="625370" y="4447891"/>
                  <a:pt x="634168" y="4456688"/>
                </a:cubicBezTo>
                <a:cubicBezTo>
                  <a:pt x="634168" y="4456688"/>
                  <a:pt x="634182" y="4421476"/>
                  <a:pt x="651781" y="4439075"/>
                </a:cubicBezTo>
                <a:cubicBezTo>
                  <a:pt x="647380" y="4434674"/>
                  <a:pt x="642978" y="4432475"/>
                  <a:pt x="639126" y="4431926"/>
                </a:cubicBezTo>
                <a:close/>
                <a:moveTo>
                  <a:pt x="577161" y="4418123"/>
                </a:moveTo>
                <a:lnTo>
                  <a:pt x="563735" y="4456716"/>
                </a:lnTo>
                <a:cubicBezTo>
                  <a:pt x="563738" y="4447913"/>
                  <a:pt x="565943" y="4439109"/>
                  <a:pt x="569798" y="4430304"/>
                </a:cubicBezTo>
                <a:close/>
                <a:moveTo>
                  <a:pt x="4504335" y="4410303"/>
                </a:moveTo>
                <a:cubicBezTo>
                  <a:pt x="4486665" y="4427973"/>
                  <a:pt x="4468781" y="4410088"/>
                  <a:pt x="4468996" y="4445642"/>
                </a:cubicBezTo>
                <a:cubicBezTo>
                  <a:pt x="4486665" y="4427973"/>
                  <a:pt x="4522224" y="4428193"/>
                  <a:pt x="4504335" y="4410303"/>
                </a:cubicBezTo>
                <a:close/>
                <a:moveTo>
                  <a:pt x="634206" y="4351048"/>
                </a:moveTo>
                <a:cubicBezTo>
                  <a:pt x="616593" y="4368661"/>
                  <a:pt x="598978" y="4386275"/>
                  <a:pt x="585766" y="4403887"/>
                </a:cubicBezTo>
                <a:lnTo>
                  <a:pt x="577161" y="4418123"/>
                </a:lnTo>
                <a:lnTo>
                  <a:pt x="577232" y="4417919"/>
                </a:lnTo>
                <a:cubicBezTo>
                  <a:pt x="591277" y="4380773"/>
                  <a:pt x="607793" y="4351054"/>
                  <a:pt x="634206" y="4351048"/>
                </a:cubicBezTo>
                <a:close/>
                <a:moveTo>
                  <a:pt x="615838" y="4329615"/>
                </a:moveTo>
                <a:lnTo>
                  <a:pt x="616602" y="4333444"/>
                </a:lnTo>
                <a:cubicBezTo>
                  <a:pt x="616602" y="4333444"/>
                  <a:pt x="581390" y="4333458"/>
                  <a:pt x="581390" y="4333458"/>
                </a:cubicBezTo>
                <a:close/>
                <a:moveTo>
                  <a:pt x="814982" y="4290723"/>
                </a:moveTo>
                <a:cubicBezTo>
                  <a:pt x="802602" y="4288254"/>
                  <a:pt x="792694" y="4298162"/>
                  <a:pt x="792694" y="4298162"/>
                </a:cubicBezTo>
                <a:cubicBezTo>
                  <a:pt x="775081" y="4315775"/>
                  <a:pt x="810284" y="4350978"/>
                  <a:pt x="827897" y="4333364"/>
                </a:cubicBezTo>
                <a:cubicBezTo>
                  <a:pt x="810298" y="4315765"/>
                  <a:pt x="827911" y="4298143"/>
                  <a:pt x="827911" y="4298143"/>
                </a:cubicBezTo>
                <a:cubicBezTo>
                  <a:pt x="823510" y="4293744"/>
                  <a:pt x="819109" y="4291546"/>
                  <a:pt x="814982" y="4290723"/>
                </a:cubicBezTo>
                <a:close/>
                <a:moveTo>
                  <a:pt x="4628015" y="4286623"/>
                </a:moveTo>
                <a:cubicBezTo>
                  <a:pt x="4628015" y="4286623"/>
                  <a:pt x="4610350" y="4304288"/>
                  <a:pt x="4610350" y="4304288"/>
                </a:cubicBezTo>
                <a:cubicBezTo>
                  <a:pt x="4628015" y="4286623"/>
                  <a:pt x="4645909" y="4304508"/>
                  <a:pt x="4628015" y="4286623"/>
                </a:cubicBezTo>
                <a:close/>
                <a:moveTo>
                  <a:pt x="4857716" y="4056923"/>
                </a:moveTo>
                <a:cubicBezTo>
                  <a:pt x="4840046" y="4074592"/>
                  <a:pt x="4840046" y="4074592"/>
                  <a:pt x="4840046" y="4074592"/>
                </a:cubicBezTo>
                <a:cubicBezTo>
                  <a:pt x="4857936" y="4092481"/>
                  <a:pt x="4857936" y="4092481"/>
                  <a:pt x="4857936" y="4092481"/>
                </a:cubicBezTo>
                <a:cubicBezTo>
                  <a:pt x="4857936" y="4092481"/>
                  <a:pt x="4875605" y="4074812"/>
                  <a:pt x="4857716" y="4056923"/>
                </a:cubicBezTo>
                <a:close/>
                <a:moveTo>
                  <a:pt x="880886" y="3893151"/>
                </a:moveTo>
                <a:cubicBezTo>
                  <a:pt x="863278" y="3910769"/>
                  <a:pt x="845660" y="3928377"/>
                  <a:pt x="845646" y="3963599"/>
                </a:cubicBezTo>
                <a:cubicBezTo>
                  <a:pt x="863264" y="3945980"/>
                  <a:pt x="880858" y="3963584"/>
                  <a:pt x="880858" y="3963584"/>
                </a:cubicBezTo>
                <a:cubicBezTo>
                  <a:pt x="880876" y="3928368"/>
                  <a:pt x="916089" y="3928353"/>
                  <a:pt x="933702" y="3910741"/>
                </a:cubicBezTo>
                <a:cubicBezTo>
                  <a:pt x="916102" y="3893142"/>
                  <a:pt x="898490" y="3910754"/>
                  <a:pt x="898490" y="3910754"/>
                </a:cubicBezTo>
                <a:cubicBezTo>
                  <a:pt x="898490" y="3910754"/>
                  <a:pt x="880886" y="3893151"/>
                  <a:pt x="880886" y="3893151"/>
                </a:cubicBezTo>
                <a:close/>
                <a:moveTo>
                  <a:pt x="5269234" y="3716953"/>
                </a:moveTo>
                <a:lnTo>
                  <a:pt x="5264541" y="3721647"/>
                </a:lnTo>
                <a:lnTo>
                  <a:pt x="5264540" y="3721647"/>
                </a:lnTo>
                <a:cubicBezTo>
                  <a:pt x="5268958" y="3717230"/>
                  <a:pt x="5270062" y="3716125"/>
                  <a:pt x="5269234" y="3716953"/>
                </a:cubicBezTo>
                <a:close/>
                <a:moveTo>
                  <a:pt x="5218395" y="3625253"/>
                </a:moveTo>
                <a:cubicBezTo>
                  <a:pt x="5217287" y="3625802"/>
                  <a:pt x="5215079" y="3628011"/>
                  <a:pt x="5210661" y="3632428"/>
                </a:cubicBezTo>
                <a:cubicBezTo>
                  <a:pt x="5192996" y="3650103"/>
                  <a:pt x="5210661" y="3632428"/>
                  <a:pt x="5210881" y="3667988"/>
                </a:cubicBezTo>
                <a:cubicBezTo>
                  <a:pt x="5228551" y="3650318"/>
                  <a:pt x="5228551" y="3650318"/>
                  <a:pt x="5228551" y="3650318"/>
                </a:cubicBezTo>
                <a:cubicBezTo>
                  <a:pt x="5219608" y="3641375"/>
                  <a:pt x="5219552" y="3632480"/>
                  <a:pt x="5219524" y="3628037"/>
                </a:cubicBezTo>
                <a:cubicBezTo>
                  <a:pt x="5219510" y="3625815"/>
                  <a:pt x="5219503" y="3624704"/>
                  <a:pt x="5218395" y="3625253"/>
                </a:cubicBezTo>
                <a:close/>
                <a:moveTo>
                  <a:pt x="5200294" y="3571814"/>
                </a:moveTo>
                <a:cubicBezTo>
                  <a:pt x="5199186" y="3572363"/>
                  <a:pt x="5196978" y="3574572"/>
                  <a:pt x="5192560" y="3578989"/>
                </a:cubicBezTo>
                <a:lnTo>
                  <a:pt x="5203227" y="3579055"/>
                </a:lnTo>
                <a:lnTo>
                  <a:pt x="5210450" y="3596879"/>
                </a:lnTo>
                <a:cubicBezTo>
                  <a:pt x="5210450" y="3596879"/>
                  <a:pt x="5228114" y="3579205"/>
                  <a:pt x="5228114" y="3579205"/>
                </a:cubicBezTo>
                <a:cubicBezTo>
                  <a:pt x="5219172" y="3570263"/>
                  <a:pt x="5214757" y="3574678"/>
                  <a:pt x="5210337" y="3579097"/>
                </a:cubicBezTo>
                <a:lnTo>
                  <a:pt x="5203227" y="3579055"/>
                </a:lnTo>
                <a:lnTo>
                  <a:pt x="5201423" y="3574598"/>
                </a:lnTo>
                <a:cubicBezTo>
                  <a:pt x="5201409" y="3572376"/>
                  <a:pt x="5201402" y="3571265"/>
                  <a:pt x="5200294" y="3571814"/>
                </a:cubicBezTo>
                <a:close/>
                <a:moveTo>
                  <a:pt x="5299012" y="3544087"/>
                </a:moveTo>
                <a:cubicBezTo>
                  <a:pt x="5299012" y="3544087"/>
                  <a:pt x="5299012" y="3544087"/>
                  <a:pt x="5281338" y="3561752"/>
                </a:cubicBezTo>
                <a:cubicBezTo>
                  <a:pt x="5281338" y="3561752"/>
                  <a:pt x="5299223" y="3579646"/>
                  <a:pt x="5316897" y="3561972"/>
                </a:cubicBezTo>
                <a:cubicBezTo>
                  <a:pt x="5299223" y="3579646"/>
                  <a:pt x="5299012" y="3544087"/>
                  <a:pt x="5299012" y="3544087"/>
                </a:cubicBezTo>
                <a:close/>
                <a:moveTo>
                  <a:pt x="1585337" y="3505519"/>
                </a:moveTo>
                <a:cubicBezTo>
                  <a:pt x="1585337" y="3505519"/>
                  <a:pt x="1585323" y="3540731"/>
                  <a:pt x="1567724" y="3523131"/>
                </a:cubicBezTo>
                <a:cubicBezTo>
                  <a:pt x="1585323" y="3540731"/>
                  <a:pt x="1585323" y="3540731"/>
                  <a:pt x="1585323" y="3540731"/>
                </a:cubicBezTo>
                <a:cubicBezTo>
                  <a:pt x="1602941" y="3523123"/>
                  <a:pt x="1602941" y="3523123"/>
                  <a:pt x="1585337" y="3505519"/>
                </a:cubicBezTo>
                <a:close/>
                <a:moveTo>
                  <a:pt x="5298576" y="3472974"/>
                </a:moveTo>
                <a:cubicBezTo>
                  <a:pt x="5298792" y="3508528"/>
                  <a:pt x="5316465" y="3490863"/>
                  <a:pt x="5334350" y="3508748"/>
                </a:cubicBezTo>
                <a:cubicBezTo>
                  <a:pt x="5280907" y="3490643"/>
                  <a:pt x="5281127" y="3526202"/>
                  <a:pt x="5245568" y="3525982"/>
                </a:cubicBezTo>
                <a:cubicBezTo>
                  <a:pt x="5245568" y="3525982"/>
                  <a:pt x="5245568" y="3525982"/>
                  <a:pt x="5263453" y="3543867"/>
                </a:cubicBezTo>
                <a:cubicBezTo>
                  <a:pt x="5281127" y="3526202"/>
                  <a:pt x="5298792" y="3508528"/>
                  <a:pt x="5316677" y="3526413"/>
                </a:cubicBezTo>
                <a:cubicBezTo>
                  <a:pt x="5316677" y="3526413"/>
                  <a:pt x="5316677" y="3526413"/>
                  <a:pt x="5334350" y="3508748"/>
                </a:cubicBezTo>
                <a:cubicBezTo>
                  <a:pt x="5334561" y="3544307"/>
                  <a:pt x="5352235" y="3526633"/>
                  <a:pt x="5369904" y="3508964"/>
                </a:cubicBezTo>
                <a:cubicBezTo>
                  <a:pt x="5352235" y="3526633"/>
                  <a:pt x="5352015" y="3491074"/>
                  <a:pt x="5387574" y="3491294"/>
                </a:cubicBezTo>
                <a:cubicBezTo>
                  <a:pt x="5387574" y="3491294"/>
                  <a:pt x="5369689" y="3473410"/>
                  <a:pt x="5352015" y="3491074"/>
                </a:cubicBezTo>
                <a:cubicBezTo>
                  <a:pt x="5352015" y="3491074"/>
                  <a:pt x="5334350" y="3508748"/>
                  <a:pt x="5334350" y="3508748"/>
                </a:cubicBezTo>
                <a:cubicBezTo>
                  <a:pt x="5334350" y="3508748"/>
                  <a:pt x="5316465" y="3490863"/>
                  <a:pt x="5298576" y="3472974"/>
                </a:cubicBezTo>
                <a:close/>
                <a:moveTo>
                  <a:pt x="1655780" y="3470274"/>
                </a:moveTo>
                <a:lnTo>
                  <a:pt x="1655780" y="3470274"/>
                </a:lnTo>
                <a:lnTo>
                  <a:pt x="1655780" y="3470274"/>
                </a:lnTo>
                <a:close/>
                <a:moveTo>
                  <a:pt x="5333915" y="3437635"/>
                </a:moveTo>
                <a:cubicBezTo>
                  <a:pt x="5351804" y="3455525"/>
                  <a:pt x="5351804" y="3455525"/>
                  <a:pt x="5351804" y="3455525"/>
                </a:cubicBezTo>
                <a:cubicBezTo>
                  <a:pt x="5334130" y="3473189"/>
                  <a:pt x="5351804" y="3455525"/>
                  <a:pt x="5333915" y="3437635"/>
                </a:cubicBezTo>
                <a:close/>
                <a:moveTo>
                  <a:pt x="5351579" y="3419970"/>
                </a:moveTo>
                <a:cubicBezTo>
                  <a:pt x="5369464" y="3437855"/>
                  <a:pt x="5369464" y="3437855"/>
                  <a:pt x="5369464" y="3437855"/>
                </a:cubicBezTo>
                <a:cubicBezTo>
                  <a:pt x="5387138" y="3420191"/>
                  <a:pt x="5351579" y="3419970"/>
                  <a:pt x="5351579" y="3419970"/>
                </a:cubicBezTo>
                <a:close/>
                <a:moveTo>
                  <a:pt x="5316030" y="3419750"/>
                </a:moveTo>
                <a:cubicBezTo>
                  <a:pt x="5316030" y="3419750"/>
                  <a:pt x="5333915" y="3437635"/>
                  <a:pt x="5333915" y="3437635"/>
                </a:cubicBezTo>
                <a:cubicBezTo>
                  <a:pt x="5333915" y="3437635"/>
                  <a:pt x="5316245" y="3455305"/>
                  <a:pt x="5316245" y="3455305"/>
                </a:cubicBezTo>
                <a:lnTo>
                  <a:pt x="5280691" y="3455089"/>
                </a:lnTo>
                <a:lnTo>
                  <a:pt x="5311690" y="3437504"/>
                </a:lnTo>
                <a:cubicBezTo>
                  <a:pt x="5320552" y="3433112"/>
                  <a:pt x="5324972" y="3428693"/>
                  <a:pt x="5316030" y="3419750"/>
                </a:cubicBezTo>
                <a:close/>
                <a:moveTo>
                  <a:pt x="1391688" y="3417557"/>
                </a:moveTo>
                <a:lnTo>
                  <a:pt x="1382877" y="3439566"/>
                </a:lnTo>
                <a:cubicBezTo>
                  <a:pt x="1382876" y="3443972"/>
                  <a:pt x="1382876" y="3443972"/>
                  <a:pt x="1374074" y="3435170"/>
                </a:cubicBezTo>
                <a:close/>
                <a:moveTo>
                  <a:pt x="1708624" y="3417430"/>
                </a:moveTo>
                <a:cubicBezTo>
                  <a:pt x="1708624" y="3417430"/>
                  <a:pt x="1673412" y="3417444"/>
                  <a:pt x="1673393" y="3452661"/>
                </a:cubicBezTo>
                <a:cubicBezTo>
                  <a:pt x="1673393" y="3452661"/>
                  <a:pt x="1655794" y="3435062"/>
                  <a:pt x="1655794" y="3435062"/>
                </a:cubicBezTo>
                <a:lnTo>
                  <a:pt x="1655780" y="3470274"/>
                </a:lnTo>
                <a:lnTo>
                  <a:pt x="1638181" y="3452675"/>
                </a:lnTo>
                <a:cubicBezTo>
                  <a:pt x="1655785" y="3470278"/>
                  <a:pt x="1620559" y="3505504"/>
                  <a:pt x="1602955" y="3487901"/>
                </a:cubicBezTo>
                <a:cubicBezTo>
                  <a:pt x="1620559" y="3505504"/>
                  <a:pt x="1620559" y="3505504"/>
                  <a:pt x="1602941" y="3523123"/>
                </a:cubicBezTo>
                <a:lnTo>
                  <a:pt x="1655785" y="3470278"/>
                </a:lnTo>
                <a:lnTo>
                  <a:pt x="1655780" y="3470274"/>
                </a:lnTo>
                <a:lnTo>
                  <a:pt x="1673393" y="3452661"/>
                </a:lnTo>
                <a:cubicBezTo>
                  <a:pt x="1691006" y="3435048"/>
                  <a:pt x="1708624" y="3417430"/>
                  <a:pt x="1708624" y="3417430"/>
                </a:cubicBezTo>
                <a:close/>
                <a:moveTo>
                  <a:pt x="5333694" y="3402086"/>
                </a:moveTo>
                <a:cubicBezTo>
                  <a:pt x="5333915" y="3437635"/>
                  <a:pt x="5333694" y="3402086"/>
                  <a:pt x="5316030" y="3419750"/>
                </a:cubicBezTo>
                <a:lnTo>
                  <a:pt x="5280691" y="3455089"/>
                </a:lnTo>
                <a:lnTo>
                  <a:pt x="5267437" y="3468343"/>
                </a:lnTo>
                <a:cubicBezTo>
                  <a:pt x="5254187" y="3481593"/>
                  <a:pt x="5245353" y="3490427"/>
                  <a:pt x="5245353" y="3490427"/>
                </a:cubicBezTo>
                <a:cubicBezTo>
                  <a:pt x="5254295" y="3499370"/>
                  <a:pt x="5258710" y="3494955"/>
                  <a:pt x="5263101" y="3486092"/>
                </a:cubicBezTo>
                <a:lnTo>
                  <a:pt x="5280691" y="3455089"/>
                </a:lnTo>
                <a:lnTo>
                  <a:pt x="5311797" y="3455281"/>
                </a:lnTo>
                <a:cubicBezTo>
                  <a:pt x="5316245" y="3455305"/>
                  <a:pt x="5316245" y="3455305"/>
                  <a:pt x="5316245" y="3455305"/>
                </a:cubicBezTo>
                <a:cubicBezTo>
                  <a:pt x="5334130" y="3473189"/>
                  <a:pt x="5352015" y="3491074"/>
                  <a:pt x="5351804" y="3455525"/>
                </a:cubicBezTo>
                <a:cubicBezTo>
                  <a:pt x="5369464" y="3437855"/>
                  <a:pt x="5333915" y="3437635"/>
                  <a:pt x="5333915" y="3437635"/>
                </a:cubicBezTo>
                <a:cubicBezTo>
                  <a:pt x="5351579" y="3419970"/>
                  <a:pt x="5351579" y="3419970"/>
                  <a:pt x="5333694" y="3402086"/>
                </a:cubicBezTo>
                <a:close/>
                <a:moveTo>
                  <a:pt x="1409301" y="3399943"/>
                </a:moveTo>
                <a:lnTo>
                  <a:pt x="1391688" y="3417557"/>
                </a:lnTo>
                <a:cubicBezTo>
                  <a:pt x="1391688" y="3417557"/>
                  <a:pt x="1391688" y="3417557"/>
                  <a:pt x="1409301" y="3399943"/>
                </a:cubicBezTo>
                <a:close/>
                <a:moveTo>
                  <a:pt x="1796666" y="3399794"/>
                </a:moveTo>
                <a:cubicBezTo>
                  <a:pt x="1779052" y="3417407"/>
                  <a:pt x="1779052" y="3417407"/>
                  <a:pt x="1761440" y="3435020"/>
                </a:cubicBezTo>
                <a:cubicBezTo>
                  <a:pt x="1779039" y="3452619"/>
                  <a:pt x="1779052" y="3417407"/>
                  <a:pt x="1796666" y="3399794"/>
                </a:cubicBezTo>
                <a:close/>
                <a:moveTo>
                  <a:pt x="5600252" y="3385935"/>
                </a:moveTo>
                <a:cubicBezTo>
                  <a:pt x="5600252" y="3385935"/>
                  <a:pt x="5600252" y="3385935"/>
                  <a:pt x="5582583" y="3403605"/>
                </a:cubicBezTo>
                <a:lnTo>
                  <a:pt x="5590967" y="3392258"/>
                </a:lnTo>
                <a:close/>
                <a:moveTo>
                  <a:pt x="1708638" y="3382218"/>
                </a:moveTo>
                <a:lnTo>
                  <a:pt x="1691025" y="3399831"/>
                </a:lnTo>
                <a:lnTo>
                  <a:pt x="1691025" y="3389267"/>
                </a:lnTo>
                <a:close/>
                <a:moveTo>
                  <a:pt x="1726255" y="3364600"/>
                </a:moveTo>
                <a:lnTo>
                  <a:pt x="1708638" y="3382218"/>
                </a:lnTo>
                <a:cubicBezTo>
                  <a:pt x="1708638" y="3382218"/>
                  <a:pt x="1691039" y="3364619"/>
                  <a:pt x="1691039" y="3364619"/>
                </a:cubicBezTo>
                <a:cubicBezTo>
                  <a:pt x="1708638" y="3382218"/>
                  <a:pt x="1708638" y="3382218"/>
                  <a:pt x="1726255" y="3364600"/>
                </a:cubicBezTo>
                <a:close/>
                <a:moveTo>
                  <a:pt x="5401484" y="3361176"/>
                </a:moveTo>
                <a:lnTo>
                  <a:pt x="5404587" y="3366963"/>
                </a:lnTo>
                <a:lnTo>
                  <a:pt x="5400163" y="3362539"/>
                </a:lnTo>
                <a:close/>
                <a:moveTo>
                  <a:pt x="1884740" y="3311719"/>
                </a:moveTo>
                <a:lnTo>
                  <a:pt x="1876520" y="3329332"/>
                </a:lnTo>
                <a:lnTo>
                  <a:pt x="1867127" y="3329332"/>
                </a:lnTo>
                <a:cubicBezTo>
                  <a:pt x="1884740" y="3311719"/>
                  <a:pt x="1884740" y="3311719"/>
                  <a:pt x="1884740" y="3311719"/>
                </a:cubicBezTo>
                <a:close/>
                <a:moveTo>
                  <a:pt x="1717473" y="3302978"/>
                </a:moveTo>
                <a:cubicBezTo>
                  <a:pt x="1713069" y="3307381"/>
                  <a:pt x="1708666" y="3311784"/>
                  <a:pt x="1708666" y="3311784"/>
                </a:cubicBezTo>
                <a:cubicBezTo>
                  <a:pt x="1717472" y="3302978"/>
                  <a:pt x="1717472" y="3302978"/>
                  <a:pt x="1717473" y="3302978"/>
                </a:cubicBezTo>
                <a:close/>
                <a:moveTo>
                  <a:pt x="1726279" y="3294172"/>
                </a:moveTo>
                <a:cubicBezTo>
                  <a:pt x="1717472" y="3302978"/>
                  <a:pt x="1717472" y="3302978"/>
                  <a:pt x="1717473" y="3302978"/>
                </a:cubicBezTo>
                <a:cubicBezTo>
                  <a:pt x="1721876" y="3298575"/>
                  <a:pt x="1726279" y="3294172"/>
                  <a:pt x="1726279" y="3294172"/>
                </a:cubicBezTo>
                <a:close/>
                <a:moveTo>
                  <a:pt x="5492933" y="3278616"/>
                </a:moveTo>
                <a:cubicBezTo>
                  <a:pt x="5492933" y="3278616"/>
                  <a:pt x="5510818" y="3296501"/>
                  <a:pt x="5510818" y="3296501"/>
                </a:cubicBezTo>
                <a:cubicBezTo>
                  <a:pt x="5475264" y="3296286"/>
                  <a:pt x="5492933" y="3278616"/>
                  <a:pt x="5492933" y="3278616"/>
                </a:cubicBezTo>
                <a:close/>
                <a:moveTo>
                  <a:pt x="5528272" y="3243278"/>
                </a:moveTo>
                <a:cubicBezTo>
                  <a:pt x="5528272" y="3243278"/>
                  <a:pt x="5546161" y="3261167"/>
                  <a:pt x="5546161" y="3261167"/>
                </a:cubicBezTo>
                <a:cubicBezTo>
                  <a:pt x="5546161" y="3261167"/>
                  <a:pt x="5564046" y="3279052"/>
                  <a:pt x="5546377" y="3296722"/>
                </a:cubicBezTo>
                <a:cubicBezTo>
                  <a:pt x="5528492" y="3278837"/>
                  <a:pt x="5546161" y="3261167"/>
                  <a:pt x="5528272" y="3243278"/>
                </a:cubicBezTo>
                <a:close/>
                <a:moveTo>
                  <a:pt x="5545941" y="3225608"/>
                </a:moveTo>
                <a:lnTo>
                  <a:pt x="5563831" y="3243498"/>
                </a:lnTo>
                <a:lnTo>
                  <a:pt x="5581716" y="3261383"/>
                </a:lnTo>
                <a:cubicBezTo>
                  <a:pt x="5599601" y="3279268"/>
                  <a:pt x="5599601" y="3279268"/>
                  <a:pt x="5599601" y="3279268"/>
                </a:cubicBezTo>
                <a:cubicBezTo>
                  <a:pt x="5564046" y="3279052"/>
                  <a:pt x="5564046" y="3279052"/>
                  <a:pt x="5546161" y="3261167"/>
                </a:cubicBezTo>
                <a:cubicBezTo>
                  <a:pt x="5563831" y="3243498"/>
                  <a:pt x="5528272" y="3243278"/>
                  <a:pt x="5545941" y="3225608"/>
                </a:cubicBezTo>
                <a:close/>
                <a:moveTo>
                  <a:pt x="1972810" y="3223649"/>
                </a:moveTo>
                <a:lnTo>
                  <a:pt x="1969098" y="3232920"/>
                </a:lnTo>
                <a:lnTo>
                  <a:pt x="1955197" y="3241262"/>
                </a:lnTo>
                <a:cubicBezTo>
                  <a:pt x="1972810" y="3223649"/>
                  <a:pt x="1972810" y="3223649"/>
                  <a:pt x="1972810" y="3223649"/>
                </a:cubicBezTo>
                <a:close/>
                <a:moveTo>
                  <a:pt x="5741386" y="3209031"/>
                </a:moveTo>
                <a:cubicBezTo>
                  <a:pt x="5706052" y="3244365"/>
                  <a:pt x="5688163" y="3226476"/>
                  <a:pt x="5688383" y="3262035"/>
                </a:cubicBezTo>
                <a:cubicBezTo>
                  <a:pt x="5688383" y="3262035"/>
                  <a:pt x="5688383" y="3262035"/>
                  <a:pt x="5706052" y="3244365"/>
                </a:cubicBezTo>
                <a:cubicBezTo>
                  <a:pt x="5688163" y="3226476"/>
                  <a:pt x="5759271" y="3226916"/>
                  <a:pt x="5741386" y="3209031"/>
                </a:cubicBezTo>
                <a:close/>
                <a:moveTo>
                  <a:pt x="5687947" y="3190921"/>
                </a:moveTo>
                <a:lnTo>
                  <a:pt x="5690731" y="3196919"/>
                </a:lnTo>
                <a:lnTo>
                  <a:pt x="5685768" y="3198131"/>
                </a:lnTo>
                <a:cubicBezTo>
                  <a:pt x="5683543" y="3197561"/>
                  <a:pt x="5683530" y="3195339"/>
                  <a:pt x="5687947" y="3190921"/>
                </a:cubicBezTo>
                <a:close/>
                <a:moveTo>
                  <a:pt x="5581280" y="3190270"/>
                </a:moveTo>
                <a:cubicBezTo>
                  <a:pt x="5581280" y="3190270"/>
                  <a:pt x="5616838" y="3190490"/>
                  <a:pt x="5599169" y="3208160"/>
                </a:cubicBezTo>
                <a:cubicBezTo>
                  <a:pt x="5599169" y="3208160"/>
                  <a:pt x="5599169" y="3208160"/>
                  <a:pt x="5581280" y="3190270"/>
                </a:cubicBezTo>
                <a:close/>
                <a:moveTo>
                  <a:pt x="5695914" y="3173196"/>
                </a:moveTo>
                <a:lnTo>
                  <a:pt x="5705612" y="3173257"/>
                </a:lnTo>
                <a:cubicBezTo>
                  <a:pt x="5705612" y="3173257"/>
                  <a:pt x="5687947" y="3190921"/>
                  <a:pt x="5687947" y="3190921"/>
                </a:cubicBezTo>
                <a:close/>
                <a:moveTo>
                  <a:pt x="1867192" y="3153258"/>
                </a:moveTo>
                <a:cubicBezTo>
                  <a:pt x="1849580" y="3170871"/>
                  <a:pt x="1849580" y="3170871"/>
                  <a:pt x="1849580" y="3170871"/>
                </a:cubicBezTo>
                <a:lnTo>
                  <a:pt x="1846060" y="3167351"/>
                </a:lnTo>
                <a:close/>
                <a:moveTo>
                  <a:pt x="5812063" y="3138354"/>
                </a:moveTo>
                <a:cubicBezTo>
                  <a:pt x="5794398" y="3156019"/>
                  <a:pt x="5776724" y="3173693"/>
                  <a:pt x="5776724" y="3173693"/>
                </a:cubicBezTo>
                <a:cubicBezTo>
                  <a:pt x="5759060" y="3191357"/>
                  <a:pt x="5794398" y="3156019"/>
                  <a:pt x="5812063" y="3138354"/>
                </a:cubicBezTo>
                <a:close/>
                <a:moveTo>
                  <a:pt x="5740950" y="3137918"/>
                </a:moveTo>
                <a:lnTo>
                  <a:pt x="5740950" y="3137919"/>
                </a:lnTo>
                <a:lnTo>
                  <a:pt x="5740950" y="3137919"/>
                </a:lnTo>
                <a:close/>
                <a:moveTo>
                  <a:pt x="5745646" y="3133222"/>
                </a:moveTo>
                <a:cubicBezTo>
                  <a:pt x="5746474" y="3132395"/>
                  <a:pt x="5745369" y="3133500"/>
                  <a:pt x="5740950" y="3137919"/>
                </a:cubicBezTo>
                <a:lnTo>
                  <a:pt x="5740950" y="3137918"/>
                </a:lnTo>
                <a:close/>
                <a:moveTo>
                  <a:pt x="5669621" y="3101928"/>
                </a:moveTo>
                <a:cubicBezTo>
                  <a:pt x="5687515" y="3119813"/>
                  <a:pt x="5687515" y="3119813"/>
                  <a:pt x="5723065" y="3120034"/>
                </a:cubicBezTo>
                <a:cubicBezTo>
                  <a:pt x="5723065" y="3120034"/>
                  <a:pt x="5705400" y="3137698"/>
                  <a:pt x="5705400" y="3137698"/>
                </a:cubicBezTo>
                <a:cubicBezTo>
                  <a:pt x="5687515" y="3119813"/>
                  <a:pt x="5687515" y="3119813"/>
                  <a:pt x="5669621" y="3101928"/>
                </a:cubicBezTo>
                <a:close/>
                <a:moveTo>
                  <a:pt x="5598509" y="3101492"/>
                </a:moveTo>
                <a:cubicBezTo>
                  <a:pt x="5580844" y="3119157"/>
                  <a:pt x="5492282" y="3171949"/>
                  <a:pt x="5492497" y="3207504"/>
                </a:cubicBezTo>
                <a:cubicBezTo>
                  <a:pt x="5527836" y="3172165"/>
                  <a:pt x="5545505" y="3154496"/>
                  <a:pt x="5598734" y="3137046"/>
                </a:cubicBezTo>
                <a:cubicBezTo>
                  <a:pt x="5563174" y="3136826"/>
                  <a:pt x="5598509" y="3101492"/>
                  <a:pt x="5598509" y="3101492"/>
                </a:cubicBezTo>
                <a:close/>
                <a:moveTo>
                  <a:pt x="5722854" y="3084475"/>
                </a:moveTo>
                <a:lnTo>
                  <a:pt x="5721982" y="3087727"/>
                </a:lnTo>
                <a:lnTo>
                  <a:pt x="5720647" y="3086682"/>
                </a:lnTo>
                <a:lnTo>
                  <a:pt x="5716939" y="3086415"/>
                </a:lnTo>
                <a:close/>
                <a:moveTo>
                  <a:pt x="5766137" y="3077520"/>
                </a:moveTo>
                <a:cubicBezTo>
                  <a:pt x="5767245" y="3076971"/>
                  <a:pt x="5767252" y="3078082"/>
                  <a:pt x="5767266" y="3080304"/>
                </a:cubicBezTo>
                <a:cubicBezTo>
                  <a:pt x="5767295" y="3084746"/>
                  <a:pt x="5767351" y="3093633"/>
                  <a:pt x="5776289" y="3102580"/>
                </a:cubicBezTo>
                <a:cubicBezTo>
                  <a:pt x="5749626" y="3102415"/>
                  <a:pt x="5753021" y="3112434"/>
                  <a:pt x="5748929" y="3124910"/>
                </a:cubicBezTo>
                <a:lnTo>
                  <a:pt x="5740950" y="3137918"/>
                </a:lnTo>
                <a:lnTo>
                  <a:pt x="5740950" y="3137918"/>
                </a:lnTo>
                <a:lnTo>
                  <a:pt x="5740641" y="3132639"/>
                </a:lnTo>
                <a:cubicBezTo>
                  <a:pt x="5739753" y="3123466"/>
                  <a:pt x="5736320" y="3106778"/>
                  <a:pt x="5723065" y="3120034"/>
                </a:cubicBezTo>
                <a:cubicBezTo>
                  <a:pt x="5723065" y="3120034"/>
                  <a:pt x="5718594" y="3115562"/>
                  <a:pt x="5716335" y="3108879"/>
                </a:cubicBezTo>
                <a:lnTo>
                  <a:pt x="5721982" y="3087727"/>
                </a:lnTo>
                <a:lnTo>
                  <a:pt x="5740739" y="3102360"/>
                </a:lnTo>
                <a:cubicBezTo>
                  <a:pt x="5758404" y="3084695"/>
                  <a:pt x="5740739" y="3102360"/>
                  <a:pt x="5758404" y="3084695"/>
                </a:cubicBezTo>
                <a:cubicBezTo>
                  <a:pt x="5762821" y="3080278"/>
                  <a:pt x="5765029" y="3078069"/>
                  <a:pt x="5766137" y="3077520"/>
                </a:cubicBezTo>
                <a:close/>
                <a:moveTo>
                  <a:pt x="5871877" y="3062887"/>
                </a:moveTo>
                <a:cubicBezTo>
                  <a:pt x="5862725" y="3065331"/>
                  <a:pt x="5856181" y="3085291"/>
                  <a:pt x="5829512" y="3085126"/>
                </a:cubicBezTo>
                <a:cubicBezTo>
                  <a:pt x="5847401" y="3103016"/>
                  <a:pt x="5865071" y="3085346"/>
                  <a:pt x="5882740" y="3067677"/>
                </a:cubicBezTo>
                <a:cubicBezTo>
                  <a:pt x="5878268" y="3063205"/>
                  <a:pt x="5874927" y="3062073"/>
                  <a:pt x="5871877" y="3062887"/>
                </a:cubicBezTo>
                <a:close/>
                <a:moveTo>
                  <a:pt x="2148954" y="3047505"/>
                </a:moveTo>
                <a:lnTo>
                  <a:pt x="2143663" y="3063351"/>
                </a:lnTo>
                <a:lnTo>
                  <a:pt x="2131341" y="3065118"/>
                </a:lnTo>
                <a:cubicBezTo>
                  <a:pt x="2131341" y="3065118"/>
                  <a:pt x="2148954" y="3047505"/>
                  <a:pt x="2148954" y="3047505"/>
                </a:cubicBezTo>
                <a:close/>
                <a:moveTo>
                  <a:pt x="4484519" y="3041351"/>
                </a:moveTo>
                <a:lnTo>
                  <a:pt x="4486872" y="3049994"/>
                </a:lnTo>
                <a:lnTo>
                  <a:pt x="4490748" y="3053870"/>
                </a:lnTo>
                <a:lnTo>
                  <a:pt x="4490757" y="3041393"/>
                </a:lnTo>
                <a:close/>
                <a:moveTo>
                  <a:pt x="2131356" y="3029906"/>
                </a:moveTo>
                <a:cubicBezTo>
                  <a:pt x="2113742" y="3047519"/>
                  <a:pt x="2096139" y="3029915"/>
                  <a:pt x="2113742" y="3047519"/>
                </a:cubicBezTo>
                <a:cubicBezTo>
                  <a:pt x="2131356" y="3029906"/>
                  <a:pt x="2131356" y="3029906"/>
                  <a:pt x="2131356" y="3029906"/>
                </a:cubicBezTo>
                <a:close/>
                <a:moveTo>
                  <a:pt x="2219411" y="2977048"/>
                </a:moveTo>
                <a:cubicBezTo>
                  <a:pt x="2219411" y="2977048"/>
                  <a:pt x="2201798" y="2994661"/>
                  <a:pt x="2219402" y="3012265"/>
                </a:cubicBezTo>
                <a:cubicBezTo>
                  <a:pt x="2237015" y="2994651"/>
                  <a:pt x="2237015" y="2994651"/>
                  <a:pt x="2219411" y="2977048"/>
                </a:cubicBezTo>
                <a:close/>
                <a:moveTo>
                  <a:pt x="2272245" y="2959421"/>
                </a:moveTo>
                <a:cubicBezTo>
                  <a:pt x="2272245" y="2959421"/>
                  <a:pt x="2254628" y="2977039"/>
                  <a:pt x="2254628" y="2977039"/>
                </a:cubicBezTo>
                <a:cubicBezTo>
                  <a:pt x="2272227" y="2994638"/>
                  <a:pt x="2254628" y="2977039"/>
                  <a:pt x="2272245" y="2959421"/>
                </a:cubicBezTo>
                <a:close/>
                <a:moveTo>
                  <a:pt x="5874727" y="2938187"/>
                </a:moveTo>
                <a:cubicBezTo>
                  <a:pt x="5880288" y="2939331"/>
                  <a:pt x="5883669" y="2947130"/>
                  <a:pt x="5889230" y="2948274"/>
                </a:cubicBezTo>
                <a:lnTo>
                  <a:pt x="5896576" y="2944827"/>
                </a:lnTo>
                <a:lnTo>
                  <a:pt x="5896576" y="2969522"/>
                </a:lnTo>
                <a:lnTo>
                  <a:pt x="5894321" y="2963304"/>
                </a:lnTo>
                <a:cubicBezTo>
                  <a:pt x="5884279" y="2956575"/>
                  <a:pt x="5864362" y="2969787"/>
                  <a:pt x="5864204" y="2943125"/>
                </a:cubicBezTo>
                <a:cubicBezTo>
                  <a:pt x="5868620" y="2938706"/>
                  <a:pt x="5871946" y="2937615"/>
                  <a:pt x="5874727" y="2938187"/>
                </a:cubicBezTo>
                <a:close/>
                <a:moveTo>
                  <a:pt x="5846314" y="2925235"/>
                </a:moveTo>
                <a:lnTo>
                  <a:pt x="5846314" y="2925236"/>
                </a:lnTo>
                <a:lnTo>
                  <a:pt x="5846314" y="2925236"/>
                </a:lnTo>
                <a:lnTo>
                  <a:pt x="5846314" y="2925236"/>
                </a:lnTo>
                <a:close/>
                <a:moveTo>
                  <a:pt x="5896576" y="2910751"/>
                </a:moveTo>
                <a:lnTo>
                  <a:pt x="5896576" y="2927601"/>
                </a:lnTo>
                <a:lnTo>
                  <a:pt x="5887148" y="2925762"/>
                </a:lnTo>
                <a:cubicBezTo>
                  <a:pt x="5884090" y="2925465"/>
                  <a:pt x="5881868" y="2925451"/>
                  <a:pt x="5881868" y="2925451"/>
                </a:cubicBezTo>
                <a:cubicBezTo>
                  <a:pt x="5881868" y="2925451"/>
                  <a:pt x="5886286" y="2921035"/>
                  <a:pt x="5890705" y="2916619"/>
                </a:cubicBezTo>
                <a:close/>
                <a:moveTo>
                  <a:pt x="2289868" y="2906591"/>
                </a:moveTo>
                <a:cubicBezTo>
                  <a:pt x="2289868" y="2906591"/>
                  <a:pt x="2272255" y="2924204"/>
                  <a:pt x="2272255" y="2924204"/>
                </a:cubicBezTo>
                <a:cubicBezTo>
                  <a:pt x="2289868" y="2906591"/>
                  <a:pt x="2307472" y="2924195"/>
                  <a:pt x="2289868" y="2906591"/>
                </a:cubicBezTo>
                <a:close/>
                <a:moveTo>
                  <a:pt x="2113808" y="2871445"/>
                </a:moveTo>
                <a:cubicBezTo>
                  <a:pt x="2096195" y="2889058"/>
                  <a:pt x="2096195" y="2889058"/>
                  <a:pt x="2078582" y="2906671"/>
                </a:cubicBezTo>
                <a:cubicBezTo>
                  <a:pt x="2078582" y="2906671"/>
                  <a:pt x="2113808" y="2871445"/>
                  <a:pt x="2113808" y="2871445"/>
                </a:cubicBezTo>
                <a:close/>
                <a:moveTo>
                  <a:pt x="2363671" y="2862127"/>
                </a:moveTo>
                <a:lnTo>
                  <a:pt x="2364716" y="2862545"/>
                </a:lnTo>
                <a:cubicBezTo>
                  <a:pt x="2364721" y="2866945"/>
                  <a:pt x="2360315" y="2871351"/>
                  <a:pt x="2360315" y="2871351"/>
                </a:cubicBezTo>
                <a:close/>
                <a:moveTo>
                  <a:pt x="2289896" y="2836158"/>
                </a:moveTo>
                <a:cubicBezTo>
                  <a:pt x="2272278" y="2853776"/>
                  <a:pt x="2272278" y="2853776"/>
                  <a:pt x="2272278" y="2853776"/>
                </a:cubicBezTo>
                <a:cubicBezTo>
                  <a:pt x="2289882" y="2871379"/>
                  <a:pt x="2307499" y="2853762"/>
                  <a:pt x="2289896" y="2836158"/>
                </a:cubicBezTo>
                <a:close/>
                <a:moveTo>
                  <a:pt x="2435720" y="2811347"/>
                </a:moveTo>
                <a:cubicBezTo>
                  <a:pt x="2431868" y="2810798"/>
                  <a:pt x="2428565" y="2811898"/>
                  <a:pt x="2426362" y="2814097"/>
                </a:cubicBezTo>
                <a:cubicBezTo>
                  <a:pt x="2421961" y="2818508"/>
                  <a:pt x="2421961" y="2827309"/>
                  <a:pt x="2430758" y="2836107"/>
                </a:cubicBezTo>
                <a:cubicBezTo>
                  <a:pt x="2430758" y="2836107"/>
                  <a:pt x="2430758" y="2836107"/>
                  <a:pt x="2448371" y="2818493"/>
                </a:cubicBezTo>
                <a:cubicBezTo>
                  <a:pt x="2443973" y="2814095"/>
                  <a:pt x="2439572" y="2811896"/>
                  <a:pt x="2435720" y="2811347"/>
                </a:cubicBezTo>
                <a:close/>
                <a:moveTo>
                  <a:pt x="2377956" y="2783305"/>
                </a:moveTo>
                <a:cubicBezTo>
                  <a:pt x="2395555" y="2800904"/>
                  <a:pt x="2395555" y="2800904"/>
                  <a:pt x="2395555" y="2800904"/>
                </a:cubicBezTo>
                <a:cubicBezTo>
                  <a:pt x="2395555" y="2800904"/>
                  <a:pt x="2386749" y="2809710"/>
                  <a:pt x="2377943" y="2822922"/>
                </a:cubicBezTo>
                <a:lnTo>
                  <a:pt x="2363671" y="2862127"/>
                </a:lnTo>
                <a:lnTo>
                  <a:pt x="2342712" y="2853747"/>
                </a:lnTo>
                <a:cubicBezTo>
                  <a:pt x="2325113" y="2836149"/>
                  <a:pt x="2342726" y="2818535"/>
                  <a:pt x="2360325" y="2836134"/>
                </a:cubicBezTo>
                <a:cubicBezTo>
                  <a:pt x="2360339" y="2800923"/>
                  <a:pt x="2377938" y="2818521"/>
                  <a:pt x="2377956" y="2783305"/>
                </a:cubicBezTo>
                <a:close/>
                <a:moveTo>
                  <a:pt x="4743226" y="2776279"/>
                </a:moveTo>
                <a:cubicBezTo>
                  <a:pt x="4725562" y="2793953"/>
                  <a:pt x="4725562" y="2793953"/>
                  <a:pt x="4707892" y="2811613"/>
                </a:cubicBezTo>
                <a:lnTo>
                  <a:pt x="4716840" y="2820560"/>
                </a:lnTo>
                <a:lnTo>
                  <a:pt x="4690228" y="2829287"/>
                </a:lnTo>
                <a:lnTo>
                  <a:pt x="4702174" y="2845161"/>
                </a:lnTo>
                <a:lnTo>
                  <a:pt x="4690443" y="2864841"/>
                </a:lnTo>
                <a:cubicBezTo>
                  <a:pt x="4690443" y="2864841"/>
                  <a:pt x="4699278" y="2856007"/>
                  <a:pt x="4703670" y="2847144"/>
                </a:cubicBezTo>
                <a:lnTo>
                  <a:pt x="4702174" y="2845161"/>
                </a:lnTo>
                <a:lnTo>
                  <a:pt x="4716840" y="2820560"/>
                </a:lnTo>
                <a:lnTo>
                  <a:pt x="4725782" y="2829502"/>
                </a:lnTo>
                <a:cubicBezTo>
                  <a:pt x="4743447" y="2811838"/>
                  <a:pt x="4725562" y="2793953"/>
                  <a:pt x="4761116" y="2794169"/>
                </a:cubicBezTo>
                <a:cubicBezTo>
                  <a:pt x="4743226" y="2776279"/>
                  <a:pt x="4743226" y="2776279"/>
                  <a:pt x="4743226" y="2776279"/>
                </a:cubicBezTo>
                <a:close/>
                <a:moveTo>
                  <a:pt x="4707456" y="2740509"/>
                </a:moveTo>
                <a:lnTo>
                  <a:pt x="4686403" y="2761562"/>
                </a:lnTo>
                <a:lnTo>
                  <a:pt x="4684547" y="2764806"/>
                </a:lnTo>
                <a:lnTo>
                  <a:pt x="4681768" y="2766198"/>
                </a:lnTo>
                <a:lnTo>
                  <a:pt x="4656661" y="2791305"/>
                </a:lnTo>
                <a:lnTo>
                  <a:pt x="4650015" y="2797951"/>
                </a:lnTo>
                <a:lnTo>
                  <a:pt x="4649317" y="2800036"/>
                </a:lnTo>
                <a:cubicBezTo>
                  <a:pt x="4666916" y="2817635"/>
                  <a:pt x="4649302" y="2835249"/>
                  <a:pt x="4631703" y="2817650"/>
                </a:cubicBezTo>
                <a:lnTo>
                  <a:pt x="4631699" y="2832071"/>
                </a:lnTo>
                <a:lnTo>
                  <a:pt x="4636915" y="2833407"/>
                </a:lnTo>
                <a:cubicBezTo>
                  <a:pt x="4641358" y="2833435"/>
                  <a:pt x="4645834" y="2837901"/>
                  <a:pt x="4654889" y="2864626"/>
                </a:cubicBezTo>
                <a:cubicBezTo>
                  <a:pt x="4654889" y="2864626"/>
                  <a:pt x="4641579" y="2868984"/>
                  <a:pt x="4630513" y="2875588"/>
                </a:cubicBezTo>
                <a:lnTo>
                  <a:pt x="4629904" y="2876938"/>
                </a:lnTo>
                <a:lnTo>
                  <a:pt x="4649288" y="2870470"/>
                </a:lnTo>
                <a:cubicBezTo>
                  <a:pt x="4658090" y="2879272"/>
                  <a:pt x="4653689" y="2883673"/>
                  <a:pt x="4644883" y="2888074"/>
                </a:cubicBezTo>
                <a:lnTo>
                  <a:pt x="4623150" y="2900498"/>
                </a:lnTo>
                <a:lnTo>
                  <a:pt x="4635120" y="2902279"/>
                </a:lnTo>
                <a:cubicBezTo>
                  <a:pt x="4641799" y="2904543"/>
                  <a:pt x="4646270" y="2909015"/>
                  <a:pt x="4637435" y="2917849"/>
                </a:cubicBezTo>
                <a:lnTo>
                  <a:pt x="4655105" y="2900180"/>
                </a:lnTo>
                <a:lnTo>
                  <a:pt x="4690659" y="2900395"/>
                </a:lnTo>
                <a:cubicBezTo>
                  <a:pt x="4690443" y="2864841"/>
                  <a:pt x="4672774" y="2882510"/>
                  <a:pt x="4654889" y="2864626"/>
                </a:cubicBezTo>
                <a:cubicBezTo>
                  <a:pt x="4672554" y="2846952"/>
                  <a:pt x="4654669" y="2829067"/>
                  <a:pt x="4654669" y="2829067"/>
                </a:cubicBezTo>
                <a:cubicBezTo>
                  <a:pt x="4690008" y="2793728"/>
                  <a:pt x="4672123" y="2775843"/>
                  <a:pt x="4707672" y="2776063"/>
                </a:cubicBezTo>
                <a:cubicBezTo>
                  <a:pt x="4707672" y="2776063"/>
                  <a:pt x="4725341" y="2758394"/>
                  <a:pt x="4707456" y="2740509"/>
                </a:cubicBezTo>
                <a:close/>
                <a:moveTo>
                  <a:pt x="2624516" y="2642349"/>
                </a:moveTo>
                <a:lnTo>
                  <a:pt x="2624009" y="2645873"/>
                </a:lnTo>
                <a:lnTo>
                  <a:pt x="2606898" y="2659966"/>
                </a:lnTo>
                <a:close/>
                <a:moveTo>
                  <a:pt x="4902034" y="2581702"/>
                </a:moveTo>
                <a:cubicBezTo>
                  <a:pt x="4919919" y="2599586"/>
                  <a:pt x="4919919" y="2599586"/>
                  <a:pt x="4919919" y="2599586"/>
                </a:cubicBezTo>
                <a:cubicBezTo>
                  <a:pt x="4937593" y="2581922"/>
                  <a:pt x="4937593" y="2581922"/>
                  <a:pt x="4937593" y="2581922"/>
                </a:cubicBezTo>
                <a:cubicBezTo>
                  <a:pt x="4937593" y="2581922"/>
                  <a:pt x="4937593" y="2581922"/>
                  <a:pt x="4902034" y="2581702"/>
                </a:cubicBezTo>
                <a:close/>
                <a:moveTo>
                  <a:pt x="2730198" y="2536666"/>
                </a:moveTo>
                <a:lnTo>
                  <a:pt x="2718453" y="2551607"/>
                </a:lnTo>
                <a:lnTo>
                  <a:pt x="2712586" y="2554279"/>
                </a:lnTo>
                <a:cubicBezTo>
                  <a:pt x="2712586" y="2554279"/>
                  <a:pt x="2730198" y="2536666"/>
                  <a:pt x="2730198" y="2536666"/>
                </a:cubicBezTo>
                <a:close/>
                <a:moveTo>
                  <a:pt x="4890055" y="2520895"/>
                </a:moveTo>
                <a:lnTo>
                  <a:pt x="4884219" y="2523552"/>
                </a:lnTo>
                <a:lnTo>
                  <a:pt x="4883934" y="2528263"/>
                </a:lnTo>
                <a:close/>
                <a:moveTo>
                  <a:pt x="2800643" y="2501420"/>
                </a:moveTo>
                <a:lnTo>
                  <a:pt x="2800642" y="2501421"/>
                </a:lnTo>
                <a:lnTo>
                  <a:pt x="2800642" y="2501421"/>
                </a:lnTo>
                <a:close/>
                <a:moveTo>
                  <a:pt x="3821879" y="2501027"/>
                </a:moveTo>
                <a:cubicBezTo>
                  <a:pt x="3804266" y="2518641"/>
                  <a:pt x="3804266" y="2518641"/>
                  <a:pt x="3786648" y="2536258"/>
                </a:cubicBezTo>
                <a:lnTo>
                  <a:pt x="3782191" y="2544671"/>
                </a:lnTo>
                <a:lnTo>
                  <a:pt x="3789104" y="2538714"/>
                </a:lnTo>
                <a:lnTo>
                  <a:pt x="3786648" y="2536258"/>
                </a:lnTo>
                <a:lnTo>
                  <a:pt x="3789915" y="2538016"/>
                </a:lnTo>
                <a:lnTo>
                  <a:pt x="3823959" y="2508667"/>
                </a:lnTo>
                <a:close/>
                <a:moveTo>
                  <a:pt x="3859279" y="2483405"/>
                </a:moveTo>
                <a:lnTo>
                  <a:pt x="3857100" y="2483410"/>
                </a:lnTo>
                <a:lnTo>
                  <a:pt x="3853257" y="2483410"/>
                </a:lnTo>
                <a:lnTo>
                  <a:pt x="3852985" y="2483644"/>
                </a:lnTo>
                <a:lnTo>
                  <a:pt x="3853018" y="2483406"/>
                </a:lnTo>
                <a:lnTo>
                  <a:pt x="3839492" y="2483415"/>
                </a:lnTo>
                <a:lnTo>
                  <a:pt x="3833943" y="2500062"/>
                </a:lnTo>
                <a:lnTo>
                  <a:pt x="3852985" y="2483644"/>
                </a:lnTo>
                <a:lnTo>
                  <a:pt x="3852606" y="2486405"/>
                </a:lnTo>
                <a:close/>
                <a:moveTo>
                  <a:pt x="4895941" y="2483007"/>
                </a:moveTo>
                <a:lnTo>
                  <a:pt x="4892642" y="2486307"/>
                </a:lnTo>
                <a:lnTo>
                  <a:pt x="4885949" y="2494939"/>
                </a:lnTo>
                <a:lnTo>
                  <a:pt x="4884538" y="2518228"/>
                </a:lnTo>
                <a:lnTo>
                  <a:pt x="4891531" y="2518219"/>
                </a:lnTo>
                <a:lnTo>
                  <a:pt x="4892276" y="2518224"/>
                </a:lnTo>
                <a:lnTo>
                  <a:pt x="4905994" y="2501731"/>
                </a:lnTo>
                <a:lnTo>
                  <a:pt x="4904181" y="2491246"/>
                </a:lnTo>
                <a:close/>
                <a:moveTo>
                  <a:pt x="3910136" y="2428874"/>
                </a:moveTo>
                <a:lnTo>
                  <a:pt x="3896737" y="2434972"/>
                </a:lnTo>
                <a:lnTo>
                  <a:pt x="3890639" y="2448371"/>
                </a:lnTo>
                <a:close/>
                <a:moveTo>
                  <a:pt x="3945170" y="2406411"/>
                </a:moveTo>
                <a:lnTo>
                  <a:pt x="3945170" y="2407094"/>
                </a:lnTo>
                <a:lnTo>
                  <a:pt x="3945451" y="2406982"/>
                </a:lnTo>
                <a:close/>
                <a:moveTo>
                  <a:pt x="3963829" y="2359078"/>
                </a:moveTo>
                <a:lnTo>
                  <a:pt x="3962793" y="2360114"/>
                </a:lnTo>
                <a:cubicBezTo>
                  <a:pt x="3962793" y="2360114"/>
                  <a:pt x="3945179" y="2377727"/>
                  <a:pt x="3945179" y="2377727"/>
                </a:cubicBezTo>
                <a:lnTo>
                  <a:pt x="3945184" y="2380310"/>
                </a:lnTo>
                <a:lnTo>
                  <a:pt x="3958621" y="2380389"/>
                </a:lnTo>
                <a:close/>
                <a:moveTo>
                  <a:pt x="5220512" y="2334772"/>
                </a:moveTo>
                <a:cubicBezTo>
                  <a:pt x="5202843" y="2352442"/>
                  <a:pt x="5202843" y="2352442"/>
                  <a:pt x="5202843" y="2352442"/>
                </a:cubicBezTo>
                <a:cubicBezTo>
                  <a:pt x="5220728" y="2370327"/>
                  <a:pt x="5238397" y="2352657"/>
                  <a:pt x="5220512" y="2334772"/>
                </a:cubicBezTo>
                <a:close/>
                <a:moveTo>
                  <a:pt x="4029256" y="2302724"/>
                </a:moveTo>
                <a:lnTo>
                  <a:pt x="4015636" y="2307270"/>
                </a:lnTo>
                <a:cubicBezTo>
                  <a:pt x="4015636" y="2307270"/>
                  <a:pt x="4015636" y="2307270"/>
                  <a:pt x="3998023" y="2324883"/>
                </a:cubicBezTo>
                <a:lnTo>
                  <a:pt x="3992076" y="2330830"/>
                </a:lnTo>
                <a:lnTo>
                  <a:pt x="4022141" y="2313776"/>
                </a:lnTo>
                <a:lnTo>
                  <a:pt x="4015636" y="2307270"/>
                </a:lnTo>
                <a:lnTo>
                  <a:pt x="4026181" y="2311488"/>
                </a:lnTo>
                <a:lnTo>
                  <a:pt x="4029294" y="2309716"/>
                </a:lnTo>
                <a:close/>
                <a:moveTo>
                  <a:pt x="5148968" y="2263228"/>
                </a:moveTo>
                <a:cubicBezTo>
                  <a:pt x="5162382" y="2276642"/>
                  <a:pt x="5145736" y="2279874"/>
                  <a:pt x="5144120" y="2288197"/>
                </a:cubicBezTo>
                <a:lnTo>
                  <a:pt x="5149184" y="2298782"/>
                </a:lnTo>
                <a:lnTo>
                  <a:pt x="5131514" y="2316451"/>
                </a:lnTo>
                <a:cubicBezTo>
                  <a:pt x="5131514" y="2316451"/>
                  <a:pt x="5131514" y="2316451"/>
                  <a:pt x="5149184" y="2298782"/>
                </a:cubicBezTo>
                <a:lnTo>
                  <a:pt x="5149184" y="2298782"/>
                </a:lnTo>
                <a:lnTo>
                  <a:pt x="5155810" y="2292156"/>
                </a:lnTo>
                <a:cubicBezTo>
                  <a:pt x="5162436" y="2285530"/>
                  <a:pt x="5166853" y="2281113"/>
                  <a:pt x="5166853" y="2281113"/>
                </a:cubicBezTo>
                <a:cubicBezTo>
                  <a:pt x="5166853" y="2281113"/>
                  <a:pt x="5148968" y="2263228"/>
                  <a:pt x="5148968" y="2263228"/>
                </a:cubicBezTo>
                <a:close/>
                <a:moveTo>
                  <a:pt x="4064192" y="2257290"/>
                </a:moveTo>
                <a:lnTo>
                  <a:pt x="4042060" y="2272044"/>
                </a:lnTo>
                <a:lnTo>
                  <a:pt x="4053196" y="2279468"/>
                </a:lnTo>
                <a:lnTo>
                  <a:pt x="4054888" y="2276060"/>
                </a:lnTo>
                <a:lnTo>
                  <a:pt x="4050867" y="2272039"/>
                </a:lnTo>
                <a:lnTo>
                  <a:pt x="4062781" y="2260125"/>
                </a:lnTo>
                <a:close/>
                <a:moveTo>
                  <a:pt x="4078969" y="2227458"/>
                </a:moveTo>
                <a:lnTo>
                  <a:pt x="4052831" y="2236181"/>
                </a:lnTo>
                <a:lnTo>
                  <a:pt x="4051659" y="2237184"/>
                </a:lnTo>
                <a:lnTo>
                  <a:pt x="4070017" y="2245521"/>
                </a:lnTo>
                <a:close/>
                <a:moveTo>
                  <a:pt x="4101649" y="2201592"/>
                </a:moveTo>
                <a:lnTo>
                  <a:pt x="4093151" y="2201597"/>
                </a:lnTo>
                <a:lnTo>
                  <a:pt x="4089355" y="2204849"/>
                </a:lnTo>
                <a:lnTo>
                  <a:pt x="4093873" y="2209367"/>
                </a:lnTo>
                <a:close/>
                <a:moveTo>
                  <a:pt x="4112274" y="2185202"/>
                </a:moveTo>
                <a:lnTo>
                  <a:pt x="4108327" y="2188586"/>
                </a:lnTo>
                <a:lnTo>
                  <a:pt x="4111491" y="2191750"/>
                </a:lnTo>
                <a:lnTo>
                  <a:pt x="4117317" y="2185924"/>
                </a:lnTo>
                <a:close/>
                <a:moveTo>
                  <a:pt x="3188142" y="2149118"/>
                </a:moveTo>
                <a:cubicBezTo>
                  <a:pt x="3152930" y="2149132"/>
                  <a:pt x="3152930" y="2149132"/>
                  <a:pt x="3170525" y="2166736"/>
                </a:cubicBezTo>
                <a:cubicBezTo>
                  <a:pt x="3170525" y="2166736"/>
                  <a:pt x="3188142" y="2149118"/>
                  <a:pt x="3188142" y="2149118"/>
                </a:cubicBezTo>
                <a:close/>
                <a:moveTo>
                  <a:pt x="3170557" y="2096307"/>
                </a:moveTo>
                <a:cubicBezTo>
                  <a:pt x="3152944" y="2113920"/>
                  <a:pt x="3188156" y="2113907"/>
                  <a:pt x="3170543" y="2131519"/>
                </a:cubicBezTo>
                <a:cubicBezTo>
                  <a:pt x="3152944" y="2113920"/>
                  <a:pt x="3170543" y="2131519"/>
                  <a:pt x="3152944" y="2113920"/>
                </a:cubicBezTo>
                <a:cubicBezTo>
                  <a:pt x="3152944" y="2113920"/>
                  <a:pt x="3152944" y="2113920"/>
                  <a:pt x="3170557" y="2096307"/>
                </a:cubicBezTo>
                <a:close/>
                <a:moveTo>
                  <a:pt x="4227026" y="2060683"/>
                </a:moveTo>
                <a:cubicBezTo>
                  <a:pt x="4209408" y="2078300"/>
                  <a:pt x="4227026" y="2060683"/>
                  <a:pt x="4209408" y="2078300"/>
                </a:cubicBezTo>
                <a:lnTo>
                  <a:pt x="4167817" y="2124259"/>
                </a:lnTo>
                <a:lnTo>
                  <a:pt x="4188106" y="2115134"/>
                </a:lnTo>
                <a:cubicBezTo>
                  <a:pt x="4205991" y="2133019"/>
                  <a:pt x="4187886" y="2079585"/>
                  <a:pt x="4223440" y="2079800"/>
                </a:cubicBezTo>
                <a:lnTo>
                  <a:pt x="4230901" y="2072339"/>
                </a:lnTo>
                <a:close/>
                <a:moveTo>
                  <a:pt x="5443115" y="2004851"/>
                </a:moveTo>
                <a:lnTo>
                  <a:pt x="5431888" y="2016079"/>
                </a:lnTo>
                <a:cubicBezTo>
                  <a:pt x="5427470" y="2020496"/>
                  <a:pt x="5423053" y="2024913"/>
                  <a:pt x="5419740" y="2028226"/>
                </a:cubicBezTo>
                <a:lnTo>
                  <a:pt x="5425261" y="2022705"/>
                </a:lnTo>
                <a:close/>
                <a:moveTo>
                  <a:pt x="5449557" y="1998409"/>
                </a:moveTo>
                <a:lnTo>
                  <a:pt x="5443115" y="2004851"/>
                </a:lnTo>
                <a:lnTo>
                  <a:pt x="5444035" y="2003931"/>
                </a:lnTo>
                <a:cubicBezTo>
                  <a:pt x="5447348" y="2000618"/>
                  <a:pt x="5449557" y="1998409"/>
                  <a:pt x="5449557" y="1998409"/>
                </a:cubicBezTo>
                <a:close/>
                <a:moveTo>
                  <a:pt x="5360559" y="1980088"/>
                </a:moveTo>
                <a:cubicBezTo>
                  <a:pt x="5360671" y="1997861"/>
                  <a:pt x="5351837" y="2006696"/>
                  <a:pt x="5340767" y="2013295"/>
                </a:cubicBezTo>
                <a:lnTo>
                  <a:pt x="5315242" y="2028508"/>
                </a:lnTo>
                <a:lnTo>
                  <a:pt x="5312172" y="2031578"/>
                </a:lnTo>
                <a:lnTo>
                  <a:pt x="5347473" y="2020001"/>
                </a:lnTo>
                <a:cubicBezTo>
                  <a:pt x="5360723" y="2006752"/>
                  <a:pt x="5369506" y="1989026"/>
                  <a:pt x="5360559" y="1980088"/>
                </a:cubicBezTo>
                <a:close/>
                <a:moveTo>
                  <a:pt x="5578093" y="1941418"/>
                </a:moveTo>
                <a:cubicBezTo>
                  <a:pt x="5586981" y="1941472"/>
                  <a:pt x="5591452" y="1945943"/>
                  <a:pt x="5573673" y="1945833"/>
                </a:cubicBezTo>
                <a:lnTo>
                  <a:pt x="5575992" y="1942053"/>
                </a:lnTo>
                <a:close/>
                <a:moveTo>
                  <a:pt x="3417125" y="1920135"/>
                </a:moveTo>
                <a:cubicBezTo>
                  <a:pt x="3399513" y="1937748"/>
                  <a:pt x="3399513" y="1937748"/>
                  <a:pt x="3399513" y="1937748"/>
                </a:cubicBezTo>
                <a:cubicBezTo>
                  <a:pt x="3381914" y="1920149"/>
                  <a:pt x="3381899" y="1955361"/>
                  <a:pt x="3364300" y="1937762"/>
                </a:cubicBezTo>
                <a:cubicBezTo>
                  <a:pt x="3381914" y="1920149"/>
                  <a:pt x="3399513" y="1937748"/>
                  <a:pt x="3417125" y="1920135"/>
                </a:cubicBezTo>
                <a:close/>
                <a:moveTo>
                  <a:pt x="5607690" y="1917328"/>
                </a:moveTo>
                <a:lnTo>
                  <a:pt x="5626901" y="1928384"/>
                </a:lnTo>
                <a:cubicBezTo>
                  <a:pt x="5618066" y="1937218"/>
                  <a:pt x="5609176" y="1937167"/>
                  <a:pt x="5604700" y="1932691"/>
                </a:cubicBezTo>
                <a:close/>
                <a:moveTo>
                  <a:pt x="5609011" y="1910494"/>
                </a:moveTo>
                <a:lnTo>
                  <a:pt x="5607690" y="1917328"/>
                </a:lnTo>
                <a:lnTo>
                  <a:pt x="5601611" y="1913826"/>
                </a:lnTo>
                <a:close/>
                <a:moveTo>
                  <a:pt x="5537903" y="1910063"/>
                </a:moveTo>
                <a:cubicBezTo>
                  <a:pt x="5520234" y="1927732"/>
                  <a:pt x="5520234" y="1927732"/>
                  <a:pt x="5520234" y="1927732"/>
                </a:cubicBezTo>
                <a:lnTo>
                  <a:pt x="5534299" y="1911727"/>
                </a:lnTo>
                <a:close/>
                <a:moveTo>
                  <a:pt x="4684576" y="1904851"/>
                </a:moveTo>
                <a:cubicBezTo>
                  <a:pt x="4684576" y="1904851"/>
                  <a:pt x="4666906" y="1922521"/>
                  <a:pt x="4666906" y="1922521"/>
                </a:cubicBezTo>
                <a:lnTo>
                  <a:pt x="4525557" y="2063870"/>
                </a:lnTo>
                <a:lnTo>
                  <a:pt x="4490219" y="2099208"/>
                </a:lnTo>
                <a:lnTo>
                  <a:pt x="4490218" y="2099208"/>
                </a:lnTo>
                <a:lnTo>
                  <a:pt x="4490218" y="2099209"/>
                </a:lnTo>
                <a:lnTo>
                  <a:pt x="4454880" y="2134547"/>
                </a:lnTo>
                <a:cubicBezTo>
                  <a:pt x="4472765" y="2152432"/>
                  <a:pt x="4490434" y="2134763"/>
                  <a:pt x="4508103" y="2117093"/>
                </a:cubicBezTo>
                <a:cubicBezTo>
                  <a:pt x="4508103" y="2117093"/>
                  <a:pt x="4503632" y="2112622"/>
                  <a:pt x="4499161" y="2108151"/>
                </a:cubicBezTo>
                <a:lnTo>
                  <a:pt x="4490218" y="2099209"/>
                </a:lnTo>
                <a:lnTo>
                  <a:pt x="4490219" y="2099208"/>
                </a:lnTo>
                <a:lnTo>
                  <a:pt x="4521221" y="2081619"/>
                </a:lnTo>
                <a:lnTo>
                  <a:pt x="4525557" y="2063870"/>
                </a:lnTo>
                <a:lnTo>
                  <a:pt x="4558875" y="2061850"/>
                </a:lnTo>
                <a:cubicBezTo>
                  <a:pt x="4569945" y="2055251"/>
                  <a:pt x="4578780" y="2046416"/>
                  <a:pt x="4578780" y="2046416"/>
                </a:cubicBezTo>
                <a:cubicBezTo>
                  <a:pt x="4613898" y="1975528"/>
                  <a:pt x="4649237" y="1940190"/>
                  <a:pt x="4684576" y="1904851"/>
                </a:cubicBezTo>
                <a:close/>
                <a:moveTo>
                  <a:pt x="5626686" y="1892829"/>
                </a:moveTo>
                <a:cubicBezTo>
                  <a:pt x="5609011" y="1910494"/>
                  <a:pt x="5644570" y="1910714"/>
                  <a:pt x="5609011" y="1910494"/>
                </a:cubicBezTo>
                <a:close/>
                <a:moveTo>
                  <a:pt x="4438377" y="1884529"/>
                </a:moveTo>
                <a:lnTo>
                  <a:pt x="4367883" y="1955023"/>
                </a:lnTo>
                <a:lnTo>
                  <a:pt x="4384887" y="1954123"/>
                </a:lnTo>
                <a:lnTo>
                  <a:pt x="4412117" y="1945987"/>
                </a:lnTo>
                <a:lnTo>
                  <a:pt x="4424031" y="1942435"/>
                </a:lnTo>
                <a:lnTo>
                  <a:pt x="4436156" y="1935147"/>
                </a:lnTo>
                <a:lnTo>
                  <a:pt x="4438949" y="1930498"/>
                </a:lnTo>
                <a:lnTo>
                  <a:pt x="4451041" y="1897193"/>
                </a:lnTo>
                <a:close/>
                <a:moveTo>
                  <a:pt x="5466575" y="1874073"/>
                </a:moveTo>
                <a:cubicBezTo>
                  <a:pt x="5484460" y="1891957"/>
                  <a:pt x="5484460" y="1891957"/>
                  <a:pt x="5484460" y="1891957"/>
                </a:cubicBezTo>
                <a:cubicBezTo>
                  <a:pt x="5466790" y="1909627"/>
                  <a:pt x="5466790" y="1909627"/>
                  <a:pt x="5466790" y="1909627"/>
                </a:cubicBezTo>
                <a:cubicBezTo>
                  <a:pt x="5466790" y="1909627"/>
                  <a:pt x="5466790" y="1909627"/>
                  <a:pt x="5466575" y="1874073"/>
                </a:cubicBezTo>
                <a:close/>
                <a:moveTo>
                  <a:pt x="4508834" y="1814072"/>
                </a:moveTo>
                <a:cubicBezTo>
                  <a:pt x="4508829" y="1831680"/>
                  <a:pt x="4500023" y="1840487"/>
                  <a:pt x="4489013" y="1851497"/>
                </a:cubicBezTo>
                <a:lnTo>
                  <a:pt x="4463681" y="1890327"/>
                </a:lnTo>
                <a:lnTo>
                  <a:pt x="4485845" y="1878895"/>
                </a:lnTo>
                <a:lnTo>
                  <a:pt x="4495608" y="1871298"/>
                </a:lnTo>
                <a:cubicBezTo>
                  <a:pt x="4508820" y="1858086"/>
                  <a:pt x="4517631" y="1840473"/>
                  <a:pt x="4508834" y="1814072"/>
                </a:cubicBezTo>
                <a:close/>
                <a:moveTo>
                  <a:pt x="3514011" y="1810051"/>
                </a:moveTo>
                <a:lnTo>
                  <a:pt x="3513036" y="1812498"/>
                </a:lnTo>
                <a:lnTo>
                  <a:pt x="3500809" y="1810055"/>
                </a:lnTo>
                <a:cubicBezTo>
                  <a:pt x="3496403" y="1814461"/>
                  <a:pt x="3496403" y="1823263"/>
                  <a:pt x="3505196" y="1832065"/>
                </a:cubicBezTo>
                <a:lnTo>
                  <a:pt x="3513036" y="1812498"/>
                </a:lnTo>
                <a:lnTo>
                  <a:pt x="3522813" y="1814447"/>
                </a:lnTo>
                <a:cubicBezTo>
                  <a:pt x="3522813" y="1814447"/>
                  <a:pt x="3518412" y="1810046"/>
                  <a:pt x="3514011" y="1810051"/>
                </a:cubicBezTo>
                <a:close/>
                <a:moveTo>
                  <a:pt x="3462565" y="1809799"/>
                </a:moveTo>
                <a:cubicBezTo>
                  <a:pt x="3465040" y="1810624"/>
                  <a:pt x="3466690" y="1813374"/>
                  <a:pt x="3467789" y="1816675"/>
                </a:cubicBezTo>
                <a:lnTo>
                  <a:pt x="3468127" y="1818468"/>
                </a:lnTo>
                <a:lnTo>
                  <a:pt x="3467788" y="1818875"/>
                </a:lnTo>
                <a:cubicBezTo>
                  <a:pt x="3465585" y="1823278"/>
                  <a:pt x="3465583" y="1827679"/>
                  <a:pt x="3469983" y="1832079"/>
                </a:cubicBezTo>
                <a:cubicBezTo>
                  <a:pt x="3452371" y="1849692"/>
                  <a:pt x="3434739" y="1902522"/>
                  <a:pt x="3381927" y="1884937"/>
                </a:cubicBezTo>
                <a:cubicBezTo>
                  <a:pt x="3417140" y="1884923"/>
                  <a:pt x="3399546" y="1867319"/>
                  <a:pt x="3399546" y="1867319"/>
                </a:cubicBezTo>
                <a:cubicBezTo>
                  <a:pt x="3417158" y="1849706"/>
                  <a:pt x="3434772" y="1832093"/>
                  <a:pt x="3434772" y="1832093"/>
                </a:cubicBezTo>
                <a:cubicBezTo>
                  <a:pt x="3452384" y="1814480"/>
                  <a:pt x="3452384" y="1814480"/>
                  <a:pt x="3452384" y="1814480"/>
                </a:cubicBezTo>
                <a:cubicBezTo>
                  <a:pt x="3456787" y="1810077"/>
                  <a:pt x="3460089" y="1808975"/>
                  <a:pt x="3462565" y="1809799"/>
                </a:cubicBezTo>
                <a:close/>
                <a:moveTo>
                  <a:pt x="4648248" y="1778406"/>
                </a:moveTo>
                <a:lnTo>
                  <a:pt x="4582304" y="1837919"/>
                </a:lnTo>
                <a:lnTo>
                  <a:pt x="4595357" y="1850972"/>
                </a:lnTo>
                <a:cubicBezTo>
                  <a:pt x="4613027" y="1833302"/>
                  <a:pt x="4666039" y="1780299"/>
                  <a:pt x="4648365" y="1797964"/>
                </a:cubicBezTo>
                <a:close/>
                <a:moveTo>
                  <a:pt x="4672254" y="1755394"/>
                </a:moveTo>
                <a:lnTo>
                  <a:pt x="4667323" y="1761186"/>
                </a:lnTo>
                <a:lnTo>
                  <a:pt x="4656600" y="1770860"/>
                </a:lnTo>
                <a:lnTo>
                  <a:pt x="4666039" y="1780299"/>
                </a:lnTo>
                <a:cubicBezTo>
                  <a:pt x="4657097" y="1771356"/>
                  <a:pt x="4665927" y="1762517"/>
                  <a:pt x="4672554" y="1755890"/>
                </a:cubicBezTo>
                <a:close/>
                <a:moveTo>
                  <a:pt x="3628487" y="1743981"/>
                </a:moveTo>
                <a:cubicBezTo>
                  <a:pt x="3628487" y="1743981"/>
                  <a:pt x="3628487" y="1743981"/>
                  <a:pt x="3610874" y="1761594"/>
                </a:cubicBezTo>
                <a:cubicBezTo>
                  <a:pt x="3628473" y="1779193"/>
                  <a:pt x="3646086" y="1761580"/>
                  <a:pt x="3628487" y="1743981"/>
                </a:cubicBezTo>
                <a:close/>
                <a:moveTo>
                  <a:pt x="4593422" y="1739421"/>
                </a:moveTo>
                <a:lnTo>
                  <a:pt x="4558463" y="1768493"/>
                </a:lnTo>
                <a:lnTo>
                  <a:pt x="4555069" y="1772233"/>
                </a:lnTo>
                <a:lnTo>
                  <a:pt x="4540568" y="1802332"/>
                </a:lnTo>
                <a:lnTo>
                  <a:pt x="4577036" y="1761974"/>
                </a:lnTo>
                <a:cubicBezTo>
                  <a:pt x="4577149" y="1779755"/>
                  <a:pt x="4568314" y="1788590"/>
                  <a:pt x="4559484" y="1797420"/>
                </a:cubicBezTo>
                <a:lnTo>
                  <a:pt x="4553973" y="1808537"/>
                </a:lnTo>
                <a:lnTo>
                  <a:pt x="4581475" y="1785431"/>
                </a:lnTo>
                <a:close/>
                <a:moveTo>
                  <a:pt x="5465487" y="1696293"/>
                </a:moveTo>
                <a:cubicBezTo>
                  <a:pt x="5447818" y="1713962"/>
                  <a:pt x="5465708" y="1731851"/>
                  <a:pt x="5430149" y="1731631"/>
                </a:cubicBezTo>
                <a:cubicBezTo>
                  <a:pt x="5430149" y="1731631"/>
                  <a:pt x="5430149" y="1731631"/>
                  <a:pt x="5448038" y="1749521"/>
                </a:cubicBezTo>
                <a:cubicBezTo>
                  <a:pt x="5447818" y="1713962"/>
                  <a:pt x="5465708" y="1731851"/>
                  <a:pt x="5465487" y="1696293"/>
                </a:cubicBezTo>
                <a:close/>
                <a:moveTo>
                  <a:pt x="3593298" y="1673566"/>
                </a:moveTo>
                <a:cubicBezTo>
                  <a:pt x="3593298" y="1673566"/>
                  <a:pt x="3575685" y="1691179"/>
                  <a:pt x="3575685" y="1691179"/>
                </a:cubicBezTo>
                <a:cubicBezTo>
                  <a:pt x="3575685" y="1691179"/>
                  <a:pt x="3610897" y="1691165"/>
                  <a:pt x="3593298" y="1673566"/>
                </a:cubicBezTo>
                <a:close/>
                <a:moveTo>
                  <a:pt x="4888964" y="1670272"/>
                </a:moveTo>
                <a:cubicBezTo>
                  <a:pt x="4891469" y="1671121"/>
                  <a:pt x="4893153" y="1673909"/>
                  <a:pt x="4894287" y="1677246"/>
                </a:cubicBezTo>
                <a:lnTo>
                  <a:pt x="4895716" y="1686868"/>
                </a:lnTo>
                <a:lnTo>
                  <a:pt x="4893303" y="1689515"/>
                </a:lnTo>
                <a:lnTo>
                  <a:pt x="4878717" y="1674930"/>
                </a:lnTo>
                <a:cubicBezTo>
                  <a:pt x="4883135" y="1670513"/>
                  <a:pt x="4886460" y="1669423"/>
                  <a:pt x="4888964" y="1670272"/>
                </a:cubicBezTo>
                <a:close/>
                <a:moveTo>
                  <a:pt x="4674513" y="1668745"/>
                </a:moveTo>
                <a:cubicBezTo>
                  <a:pt x="4677265" y="1667643"/>
                  <a:pt x="4680566" y="1668741"/>
                  <a:pt x="4684964" y="1673140"/>
                </a:cubicBezTo>
                <a:lnTo>
                  <a:pt x="4663827" y="1683713"/>
                </a:lnTo>
                <a:lnTo>
                  <a:pt x="4667356" y="1677550"/>
                </a:lnTo>
                <a:cubicBezTo>
                  <a:pt x="4669559" y="1673149"/>
                  <a:pt x="4671762" y="1669847"/>
                  <a:pt x="4674513" y="1668745"/>
                </a:cubicBezTo>
                <a:close/>
                <a:moveTo>
                  <a:pt x="4713952" y="1638809"/>
                </a:moveTo>
                <a:lnTo>
                  <a:pt x="4704785" y="1640121"/>
                </a:lnTo>
                <a:lnTo>
                  <a:pt x="4704091" y="1644968"/>
                </a:lnTo>
                <a:lnTo>
                  <a:pt x="4707124" y="1650980"/>
                </a:lnTo>
                <a:lnTo>
                  <a:pt x="4712218" y="1645886"/>
                </a:lnTo>
                <a:close/>
                <a:moveTo>
                  <a:pt x="5080498" y="1629623"/>
                </a:moveTo>
                <a:lnTo>
                  <a:pt x="5051468" y="1652129"/>
                </a:lnTo>
                <a:lnTo>
                  <a:pt x="5054730" y="1655391"/>
                </a:lnTo>
                <a:close/>
                <a:moveTo>
                  <a:pt x="4718386" y="1620624"/>
                </a:moveTo>
                <a:lnTo>
                  <a:pt x="4713184" y="1625826"/>
                </a:lnTo>
                <a:lnTo>
                  <a:pt x="4715799" y="1624711"/>
                </a:lnTo>
                <a:lnTo>
                  <a:pt x="4716718" y="1627476"/>
                </a:lnTo>
                <a:close/>
                <a:moveTo>
                  <a:pt x="4730886" y="1605866"/>
                </a:moveTo>
                <a:lnTo>
                  <a:pt x="4730844" y="1605917"/>
                </a:lnTo>
                <a:lnTo>
                  <a:pt x="4698833" y="1624074"/>
                </a:lnTo>
                <a:lnTo>
                  <a:pt x="4684978" y="1637928"/>
                </a:lnTo>
                <a:lnTo>
                  <a:pt x="4670590" y="1652316"/>
                </a:lnTo>
                <a:lnTo>
                  <a:pt x="4665383" y="1673627"/>
                </a:lnTo>
                <a:cubicBezTo>
                  <a:pt x="4665383" y="1673627"/>
                  <a:pt x="4683052" y="1655958"/>
                  <a:pt x="4683052" y="1655958"/>
                </a:cubicBezTo>
                <a:lnTo>
                  <a:pt x="4646762" y="1692257"/>
                </a:lnTo>
                <a:lnTo>
                  <a:pt x="4649743" y="1690767"/>
                </a:lnTo>
                <a:lnTo>
                  <a:pt x="4663827" y="1683713"/>
                </a:lnTo>
                <a:lnTo>
                  <a:pt x="4649733" y="1708371"/>
                </a:lnTo>
                <a:cubicBezTo>
                  <a:pt x="4649733" y="1708371"/>
                  <a:pt x="4684964" y="1673140"/>
                  <a:pt x="4684964" y="1673140"/>
                </a:cubicBezTo>
                <a:lnTo>
                  <a:pt x="4697305" y="1660799"/>
                </a:lnTo>
                <a:lnTo>
                  <a:pt x="4694127" y="1649364"/>
                </a:lnTo>
                <a:lnTo>
                  <a:pt x="4694980" y="1647929"/>
                </a:lnTo>
                <a:lnTo>
                  <a:pt x="4684978" y="1637928"/>
                </a:lnTo>
                <a:lnTo>
                  <a:pt x="4711736" y="1626450"/>
                </a:lnTo>
                <a:lnTo>
                  <a:pt x="4730844" y="1605917"/>
                </a:lnTo>
                <a:lnTo>
                  <a:pt x="4730876" y="1605894"/>
                </a:lnTo>
                <a:close/>
                <a:moveTo>
                  <a:pt x="4742261" y="1589522"/>
                </a:moveTo>
                <a:lnTo>
                  <a:pt x="4740227" y="1593928"/>
                </a:lnTo>
                <a:lnTo>
                  <a:pt x="4740630" y="1595390"/>
                </a:lnTo>
                <a:lnTo>
                  <a:pt x="4744243" y="1591505"/>
                </a:lnTo>
                <a:close/>
                <a:moveTo>
                  <a:pt x="3787013" y="1585454"/>
                </a:moveTo>
                <a:cubicBezTo>
                  <a:pt x="3822230" y="1585436"/>
                  <a:pt x="3804612" y="1603053"/>
                  <a:pt x="3786999" y="1620666"/>
                </a:cubicBezTo>
                <a:cubicBezTo>
                  <a:pt x="3786999" y="1620666"/>
                  <a:pt x="3769400" y="1603067"/>
                  <a:pt x="3787013" y="1585454"/>
                </a:cubicBezTo>
                <a:close/>
                <a:moveTo>
                  <a:pt x="5455809" y="1567354"/>
                </a:moveTo>
                <a:cubicBezTo>
                  <a:pt x="5451366" y="1567326"/>
                  <a:pt x="5446946" y="1571746"/>
                  <a:pt x="5446946" y="1571746"/>
                </a:cubicBezTo>
                <a:lnTo>
                  <a:pt x="5443328" y="1573376"/>
                </a:lnTo>
                <a:lnTo>
                  <a:pt x="5434976" y="1583716"/>
                </a:lnTo>
                <a:lnTo>
                  <a:pt x="5446946" y="1571746"/>
                </a:lnTo>
                <a:cubicBezTo>
                  <a:pt x="5446946" y="1571746"/>
                  <a:pt x="5464836" y="1589635"/>
                  <a:pt x="5464836" y="1589635"/>
                </a:cubicBezTo>
                <a:cubicBezTo>
                  <a:pt x="5464733" y="1571853"/>
                  <a:pt x="5460257" y="1567377"/>
                  <a:pt x="5455809" y="1567354"/>
                </a:cubicBezTo>
                <a:close/>
                <a:moveTo>
                  <a:pt x="5171291" y="1552281"/>
                </a:moveTo>
                <a:lnTo>
                  <a:pt x="5168315" y="1561200"/>
                </a:lnTo>
                <a:lnTo>
                  <a:pt x="5180178" y="1552337"/>
                </a:lnTo>
                <a:close/>
                <a:moveTo>
                  <a:pt x="5144619" y="1552117"/>
                </a:moveTo>
                <a:cubicBezTo>
                  <a:pt x="5144619" y="1552117"/>
                  <a:pt x="5144619" y="1552117"/>
                  <a:pt x="5126954" y="1569791"/>
                </a:cubicBezTo>
                <a:lnTo>
                  <a:pt x="5080775" y="1629346"/>
                </a:lnTo>
                <a:lnTo>
                  <a:pt x="5125187" y="1584934"/>
                </a:lnTo>
                <a:lnTo>
                  <a:pt x="5126607" y="1588482"/>
                </a:lnTo>
                <a:lnTo>
                  <a:pt x="5144619" y="1552117"/>
                </a:lnTo>
                <a:lnTo>
                  <a:pt x="5148152" y="1554779"/>
                </a:lnTo>
                <a:lnTo>
                  <a:pt x="5148959" y="1552145"/>
                </a:lnTo>
                <a:close/>
                <a:moveTo>
                  <a:pt x="3839857" y="1532610"/>
                </a:moveTo>
                <a:cubicBezTo>
                  <a:pt x="3857456" y="1550209"/>
                  <a:pt x="3857456" y="1550209"/>
                  <a:pt x="3839843" y="1567822"/>
                </a:cubicBezTo>
                <a:cubicBezTo>
                  <a:pt x="3831046" y="1559025"/>
                  <a:pt x="3826645" y="1563426"/>
                  <a:pt x="3824438" y="1570030"/>
                </a:cubicBezTo>
                <a:lnTo>
                  <a:pt x="3822230" y="1585436"/>
                </a:lnTo>
                <a:lnTo>
                  <a:pt x="3824438" y="1565634"/>
                </a:lnTo>
                <a:cubicBezTo>
                  <a:pt x="3831046" y="1559025"/>
                  <a:pt x="3839853" y="1550219"/>
                  <a:pt x="3839857" y="1532610"/>
                </a:cubicBezTo>
                <a:close/>
                <a:moveTo>
                  <a:pt x="5495581" y="1508637"/>
                </a:moveTo>
                <a:lnTo>
                  <a:pt x="5487492" y="1518658"/>
                </a:lnTo>
                <a:lnTo>
                  <a:pt x="5499959" y="1518733"/>
                </a:lnTo>
                <a:close/>
                <a:moveTo>
                  <a:pt x="5055405" y="1498242"/>
                </a:moveTo>
                <a:cubicBezTo>
                  <a:pt x="5002398" y="1551250"/>
                  <a:pt x="4931940" y="1657477"/>
                  <a:pt x="4878717" y="1674930"/>
                </a:cubicBezTo>
                <a:lnTo>
                  <a:pt x="4808040" y="1745607"/>
                </a:lnTo>
                <a:lnTo>
                  <a:pt x="4666686" y="1886962"/>
                </a:lnTo>
                <a:cubicBezTo>
                  <a:pt x="4684576" y="1904851"/>
                  <a:pt x="4719694" y="1833954"/>
                  <a:pt x="4737583" y="1851843"/>
                </a:cubicBezTo>
                <a:cubicBezTo>
                  <a:pt x="4737583" y="1851843"/>
                  <a:pt x="4737583" y="1851843"/>
                  <a:pt x="4755253" y="1834174"/>
                </a:cubicBezTo>
                <a:cubicBezTo>
                  <a:pt x="4773030" y="1834282"/>
                  <a:pt x="4786279" y="1821032"/>
                  <a:pt x="4795062" y="1803307"/>
                </a:cubicBezTo>
                <a:lnTo>
                  <a:pt x="4808040" y="1745607"/>
                </a:lnTo>
                <a:lnTo>
                  <a:pt x="4836948" y="1748007"/>
                </a:lnTo>
                <a:cubicBezTo>
                  <a:pt x="4839179" y="1750248"/>
                  <a:pt x="4834764" y="1754662"/>
                  <a:pt x="4825930" y="1763497"/>
                </a:cubicBezTo>
                <a:lnTo>
                  <a:pt x="4893303" y="1689515"/>
                </a:lnTo>
                <a:lnTo>
                  <a:pt x="4896602" y="1692815"/>
                </a:lnTo>
                <a:lnTo>
                  <a:pt x="4895716" y="1686868"/>
                </a:lnTo>
                <a:lnTo>
                  <a:pt x="4962780" y="1613224"/>
                </a:lnTo>
                <a:cubicBezTo>
                  <a:pt x="4998090" y="1573442"/>
                  <a:pt x="5029019" y="1542523"/>
                  <a:pt x="5073295" y="1516132"/>
                </a:cubicBezTo>
                <a:cubicBezTo>
                  <a:pt x="5073295" y="1516132"/>
                  <a:pt x="5055405" y="1498242"/>
                  <a:pt x="5055405" y="1498242"/>
                </a:cubicBezTo>
                <a:close/>
                <a:moveTo>
                  <a:pt x="3896216" y="1497370"/>
                </a:moveTo>
                <a:lnTo>
                  <a:pt x="3897097" y="1501776"/>
                </a:lnTo>
                <a:cubicBezTo>
                  <a:pt x="3892692" y="1506181"/>
                  <a:pt x="3883890" y="1506182"/>
                  <a:pt x="3875088" y="1497380"/>
                </a:cubicBezTo>
                <a:close/>
                <a:moveTo>
                  <a:pt x="5516044" y="1483282"/>
                </a:moveTo>
                <a:lnTo>
                  <a:pt x="5508808" y="1492252"/>
                </a:lnTo>
                <a:lnTo>
                  <a:pt x="5517624" y="1501068"/>
                </a:lnTo>
                <a:cubicBezTo>
                  <a:pt x="5517624" y="1501068"/>
                  <a:pt x="5535297" y="1483394"/>
                  <a:pt x="5535297" y="1483394"/>
                </a:cubicBezTo>
                <a:cubicBezTo>
                  <a:pt x="5526458" y="1492234"/>
                  <a:pt x="5521987" y="1487762"/>
                  <a:pt x="5517520" y="1483287"/>
                </a:cubicBezTo>
                <a:close/>
                <a:moveTo>
                  <a:pt x="3963144" y="1444522"/>
                </a:moveTo>
                <a:cubicBezTo>
                  <a:pt x="3945531" y="1462135"/>
                  <a:pt x="3927913" y="1479752"/>
                  <a:pt x="3910300" y="1497365"/>
                </a:cubicBezTo>
                <a:lnTo>
                  <a:pt x="3896216" y="1497370"/>
                </a:lnTo>
                <a:lnTo>
                  <a:pt x="3892701" y="1479766"/>
                </a:lnTo>
                <a:cubicBezTo>
                  <a:pt x="3927913" y="1479752"/>
                  <a:pt x="3927913" y="1479752"/>
                  <a:pt x="3927932" y="1444536"/>
                </a:cubicBezTo>
                <a:cubicBezTo>
                  <a:pt x="3945531" y="1462135"/>
                  <a:pt x="3963144" y="1444522"/>
                  <a:pt x="3963144" y="1444522"/>
                </a:cubicBezTo>
                <a:close/>
                <a:moveTo>
                  <a:pt x="3998361" y="1444512"/>
                </a:moveTo>
                <a:lnTo>
                  <a:pt x="3998885" y="1447662"/>
                </a:lnTo>
                <a:lnTo>
                  <a:pt x="3997264" y="1447812"/>
                </a:lnTo>
                <a:close/>
                <a:moveTo>
                  <a:pt x="4983861" y="1426698"/>
                </a:moveTo>
                <a:lnTo>
                  <a:pt x="4897867" y="1520856"/>
                </a:lnTo>
                <a:lnTo>
                  <a:pt x="4860176" y="1550383"/>
                </a:lnTo>
                <a:lnTo>
                  <a:pt x="4827659" y="1594898"/>
                </a:lnTo>
                <a:lnTo>
                  <a:pt x="4745785" y="1669011"/>
                </a:lnTo>
                <a:lnTo>
                  <a:pt x="4725937" y="1692328"/>
                </a:lnTo>
                <a:lnTo>
                  <a:pt x="4787460" y="1649935"/>
                </a:lnTo>
                <a:lnTo>
                  <a:pt x="4827659" y="1594898"/>
                </a:lnTo>
                <a:lnTo>
                  <a:pt x="4842591" y="1581381"/>
                </a:lnTo>
                <a:lnTo>
                  <a:pt x="4897867" y="1520856"/>
                </a:lnTo>
                <a:lnTo>
                  <a:pt x="4922098" y="1501874"/>
                </a:lnTo>
                <a:cubicBezTo>
                  <a:pt x="4944159" y="1475342"/>
                  <a:pt x="4966192" y="1444367"/>
                  <a:pt x="4983861" y="1426698"/>
                </a:cubicBezTo>
                <a:close/>
                <a:moveTo>
                  <a:pt x="5570416" y="1412506"/>
                </a:moveTo>
                <a:cubicBezTo>
                  <a:pt x="5588301" y="1430391"/>
                  <a:pt x="5552746" y="1430176"/>
                  <a:pt x="5552746" y="1430176"/>
                </a:cubicBezTo>
                <a:cubicBezTo>
                  <a:pt x="5570631" y="1448061"/>
                  <a:pt x="5535077" y="1447845"/>
                  <a:pt x="5552962" y="1465730"/>
                </a:cubicBezTo>
                <a:cubicBezTo>
                  <a:pt x="5570631" y="1448061"/>
                  <a:pt x="5570631" y="1448061"/>
                  <a:pt x="5588301" y="1430391"/>
                </a:cubicBezTo>
                <a:cubicBezTo>
                  <a:pt x="5588301" y="1430391"/>
                  <a:pt x="5588301" y="1430391"/>
                  <a:pt x="5570416" y="1412506"/>
                </a:cubicBezTo>
                <a:close/>
                <a:moveTo>
                  <a:pt x="3875130" y="1391734"/>
                </a:moveTo>
                <a:cubicBezTo>
                  <a:pt x="3870726" y="1396139"/>
                  <a:pt x="3867423" y="1397241"/>
                  <a:pt x="3864947" y="1396416"/>
                </a:cubicBezTo>
                <a:lnTo>
                  <a:pt x="3863333" y="1394291"/>
                </a:lnTo>
                <a:lnTo>
                  <a:pt x="3869627" y="1392287"/>
                </a:lnTo>
                <a:cubicBezTo>
                  <a:pt x="3872929" y="1391735"/>
                  <a:pt x="3875130" y="1391734"/>
                  <a:pt x="3875130" y="1391734"/>
                </a:cubicBezTo>
                <a:close/>
                <a:moveTo>
                  <a:pt x="5033832" y="1376727"/>
                </a:moveTo>
                <a:cubicBezTo>
                  <a:pt x="5037970" y="1372589"/>
                  <a:pt x="4975026" y="1435533"/>
                  <a:pt x="5001531" y="1409029"/>
                </a:cubicBezTo>
                <a:cubicBezTo>
                  <a:pt x="5023615" y="1386944"/>
                  <a:pt x="5032449" y="1378110"/>
                  <a:pt x="5033832" y="1376727"/>
                </a:cubicBezTo>
                <a:close/>
                <a:moveTo>
                  <a:pt x="5614509" y="1354999"/>
                </a:moveTo>
                <a:cubicBezTo>
                  <a:pt x="5610066" y="1354971"/>
                  <a:pt x="5605646" y="1359391"/>
                  <a:pt x="5605754" y="1377168"/>
                </a:cubicBezTo>
                <a:lnTo>
                  <a:pt x="5600664" y="1390056"/>
                </a:lnTo>
                <a:lnTo>
                  <a:pt x="5600664" y="1391069"/>
                </a:lnTo>
                <a:lnTo>
                  <a:pt x="5600167" y="1391322"/>
                </a:lnTo>
                <a:lnTo>
                  <a:pt x="5597004" y="1399332"/>
                </a:lnTo>
                <a:lnTo>
                  <a:pt x="5590602" y="1396107"/>
                </a:lnTo>
                <a:lnTo>
                  <a:pt x="5589768" y="1396520"/>
                </a:lnTo>
                <a:lnTo>
                  <a:pt x="5605970" y="1412722"/>
                </a:lnTo>
                <a:cubicBezTo>
                  <a:pt x="5623639" y="1395053"/>
                  <a:pt x="5641528" y="1412942"/>
                  <a:pt x="5623639" y="1395053"/>
                </a:cubicBezTo>
                <a:cubicBezTo>
                  <a:pt x="5623639" y="1395053"/>
                  <a:pt x="5641308" y="1377383"/>
                  <a:pt x="5623423" y="1359499"/>
                </a:cubicBezTo>
                <a:cubicBezTo>
                  <a:pt x="5623423" y="1359499"/>
                  <a:pt x="5618952" y="1355027"/>
                  <a:pt x="5614509" y="1354999"/>
                </a:cubicBezTo>
                <a:close/>
                <a:moveTo>
                  <a:pt x="4142574" y="1315700"/>
                </a:moveTo>
                <a:lnTo>
                  <a:pt x="4145869" y="1327806"/>
                </a:lnTo>
                <a:lnTo>
                  <a:pt x="4139260" y="1338811"/>
                </a:lnTo>
                <a:close/>
                <a:moveTo>
                  <a:pt x="4153237" y="1306630"/>
                </a:moveTo>
                <a:lnTo>
                  <a:pt x="4149454" y="1308822"/>
                </a:lnTo>
                <a:lnTo>
                  <a:pt x="4146940" y="1307532"/>
                </a:lnTo>
                <a:close/>
                <a:moveTo>
                  <a:pt x="4154684" y="1305792"/>
                </a:moveTo>
                <a:lnTo>
                  <a:pt x="4154769" y="1306411"/>
                </a:lnTo>
                <a:lnTo>
                  <a:pt x="4153237" y="1306630"/>
                </a:lnTo>
                <a:close/>
                <a:moveTo>
                  <a:pt x="4139274" y="1303598"/>
                </a:moveTo>
                <a:lnTo>
                  <a:pt x="4146940" y="1307532"/>
                </a:lnTo>
                <a:lnTo>
                  <a:pt x="4143675" y="1308000"/>
                </a:lnTo>
                <a:lnTo>
                  <a:pt x="4142574" y="1315700"/>
                </a:lnTo>
                <a:close/>
                <a:moveTo>
                  <a:pt x="5694100" y="1288822"/>
                </a:moveTo>
                <a:cubicBezTo>
                  <a:pt x="5676431" y="1306491"/>
                  <a:pt x="5676431" y="1306491"/>
                  <a:pt x="5676431" y="1306491"/>
                </a:cubicBezTo>
                <a:cubicBezTo>
                  <a:pt x="5676431" y="1306491"/>
                  <a:pt x="5694316" y="1324376"/>
                  <a:pt x="5711985" y="1306706"/>
                </a:cubicBezTo>
                <a:cubicBezTo>
                  <a:pt x="5694100" y="1288822"/>
                  <a:pt x="5694100" y="1288822"/>
                  <a:pt x="5694100" y="1288822"/>
                </a:cubicBezTo>
                <a:close/>
                <a:moveTo>
                  <a:pt x="5752173" y="1246398"/>
                </a:moveTo>
                <a:cubicBezTo>
                  <a:pt x="5748281" y="1245819"/>
                  <a:pt x="5744955" y="1246910"/>
                  <a:pt x="5742745" y="1249119"/>
                </a:cubicBezTo>
                <a:cubicBezTo>
                  <a:pt x="5738325" y="1253539"/>
                  <a:pt x="5738386" y="1262430"/>
                  <a:pt x="5747324" y="1271368"/>
                </a:cubicBezTo>
                <a:cubicBezTo>
                  <a:pt x="5764993" y="1253698"/>
                  <a:pt x="5764993" y="1253698"/>
                  <a:pt x="5764993" y="1253698"/>
                </a:cubicBezTo>
                <a:cubicBezTo>
                  <a:pt x="5760522" y="1249227"/>
                  <a:pt x="5756065" y="1246978"/>
                  <a:pt x="5752173" y="1246398"/>
                </a:cubicBezTo>
                <a:close/>
                <a:moveTo>
                  <a:pt x="5087791" y="1222189"/>
                </a:moveTo>
                <a:lnTo>
                  <a:pt x="5061489" y="1243814"/>
                </a:lnTo>
                <a:lnTo>
                  <a:pt x="5051998" y="1251824"/>
                </a:lnTo>
                <a:lnTo>
                  <a:pt x="5013412" y="1302146"/>
                </a:lnTo>
                <a:lnTo>
                  <a:pt x="5007609" y="1308389"/>
                </a:lnTo>
                <a:lnTo>
                  <a:pt x="4965540" y="1337700"/>
                </a:lnTo>
                <a:cubicBezTo>
                  <a:pt x="4956814" y="1364312"/>
                  <a:pt x="4939144" y="1381981"/>
                  <a:pt x="4923682" y="1397443"/>
                </a:cubicBezTo>
                <a:lnTo>
                  <a:pt x="4921578" y="1400869"/>
                </a:lnTo>
                <a:lnTo>
                  <a:pt x="4881595" y="1443852"/>
                </a:lnTo>
                <a:lnTo>
                  <a:pt x="4859525" y="1443716"/>
                </a:lnTo>
                <a:lnTo>
                  <a:pt x="4859670" y="1467417"/>
                </a:lnTo>
                <a:lnTo>
                  <a:pt x="4841762" y="1486675"/>
                </a:lnTo>
                <a:lnTo>
                  <a:pt x="4819017" y="1496035"/>
                </a:lnTo>
                <a:lnTo>
                  <a:pt x="4825892" y="1497014"/>
                </a:lnTo>
                <a:cubicBezTo>
                  <a:pt x="4825892" y="1497014"/>
                  <a:pt x="4808279" y="1514627"/>
                  <a:pt x="4790666" y="1532240"/>
                </a:cubicBezTo>
                <a:lnTo>
                  <a:pt x="4779755" y="1525698"/>
                </a:lnTo>
                <a:lnTo>
                  <a:pt x="4767387" y="1537025"/>
                </a:lnTo>
                <a:lnTo>
                  <a:pt x="4777454" y="1541047"/>
                </a:lnTo>
                <a:cubicBezTo>
                  <a:pt x="4781859" y="1541047"/>
                  <a:pt x="4781859" y="1541047"/>
                  <a:pt x="4773048" y="1549858"/>
                </a:cubicBezTo>
                <a:lnTo>
                  <a:pt x="4749886" y="1573020"/>
                </a:lnTo>
                <a:lnTo>
                  <a:pt x="4746643" y="1580041"/>
                </a:lnTo>
                <a:lnTo>
                  <a:pt x="4764298" y="1569950"/>
                </a:lnTo>
                <a:lnTo>
                  <a:pt x="4769393" y="1564471"/>
                </a:lnTo>
                <a:lnTo>
                  <a:pt x="4773048" y="1549858"/>
                </a:lnTo>
                <a:lnTo>
                  <a:pt x="4778199" y="1555009"/>
                </a:lnTo>
                <a:lnTo>
                  <a:pt x="4841762" y="1486675"/>
                </a:lnTo>
                <a:lnTo>
                  <a:pt x="4859745" y="1479265"/>
                </a:lnTo>
                <a:lnTo>
                  <a:pt x="4859670" y="1467417"/>
                </a:lnTo>
                <a:lnTo>
                  <a:pt x="4881595" y="1443852"/>
                </a:lnTo>
                <a:lnTo>
                  <a:pt x="4895084" y="1443927"/>
                </a:lnTo>
                <a:lnTo>
                  <a:pt x="4921578" y="1400869"/>
                </a:lnTo>
                <a:lnTo>
                  <a:pt x="5007609" y="1308389"/>
                </a:lnTo>
                <a:lnTo>
                  <a:pt x="5009793" y="1306861"/>
                </a:lnTo>
                <a:lnTo>
                  <a:pt x="5013412" y="1302146"/>
                </a:lnTo>
                <a:close/>
                <a:moveTo>
                  <a:pt x="5238510" y="1169828"/>
                </a:moveTo>
                <a:lnTo>
                  <a:pt x="5231226" y="1179333"/>
                </a:lnTo>
                <a:lnTo>
                  <a:pt x="5239620" y="1170939"/>
                </a:lnTo>
                <a:close/>
                <a:moveTo>
                  <a:pt x="5839680" y="1157774"/>
                </a:moveTo>
                <a:cubicBezTo>
                  <a:pt x="5844406" y="1158636"/>
                  <a:pt x="5848864" y="1160886"/>
                  <a:pt x="5853335" y="1165357"/>
                </a:cubicBezTo>
                <a:cubicBezTo>
                  <a:pt x="5853335" y="1165357"/>
                  <a:pt x="5844447" y="1165302"/>
                  <a:pt x="5839977" y="1160830"/>
                </a:cubicBezTo>
                <a:lnTo>
                  <a:pt x="5839478" y="1157784"/>
                </a:lnTo>
                <a:close/>
                <a:moveTo>
                  <a:pt x="5871004" y="1147687"/>
                </a:moveTo>
                <a:lnTo>
                  <a:pt x="5868034" y="1150442"/>
                </a:lnTo>
                <a:lnTo>
                  <a:pt x="5867494" y="1149074"/>
                </a:lnTo>
                <a:close/>
                <a:moveTo>
                  <a:pt x="5639790" y="1128495"/>
                </a:moveTo>
                <a:cubicBezTo>
                  <a:pt x="5622120" y="1146164"/>
                  <a:pt x="5604451" y="1163833"/>
                  <a:pt x="5604451" y="1163833"/>
                </a:cubicBezTo>
                <a:lnTo>
                  <a:pt x="5581566" y="1201033"/>
                </a:lnTo>
                <a:lnTo>
                  <a:pt x="5567013" y="1219157"/>
                </a:lnTo>
                <a:lnTo>
                  <a:pt x="5559541" y="1228183"/>
                </a:lnTo>
                <a:lnTo>
                  <a:pt x="5552393" y="1236012"/>
                </a:lnTo>
                <a:lnTo>
                  <a:pt x="5551140" y="1238332"/>
                </a:lnTo>
                <a:lnTo>
                  <a:pt x="5523121" y="1272179"/>
                </a:lnTo>
                <a:lnTo>
                  <a:pt x="5500699" y="1276528"/>
                </a:lnTo>
                <a:lnTo>
                  <a:pt x="5515889" y="1216626"/>
                </a:lnTo>
                <a:cubicBezTo>
                  <a:pt x="5498435" y="1269849"/>
                  <a:pt x="5445212" y="1287303"/>
                  <a:pt x="5410089" y="1358195"/>
                </a:cubicBezTo>
                <a:lnTo>
                  <a:pt x="5410605" y="1357867"/>
                </a:lnTo>
                <a:lnTo>
                  <a:pt x="5446332" y="1327239"/>
                </a:lnTo>
                <a:lnTo>
                  <a:pt x="5445428" y="1322857"/>
                </a:lnTo>
                <a:lnTo>
                  <a:pt x="5500699" y="1276528"/>
                </a:lnTo>
                <a:lnTo>
                  <a:pt x="5496917" y="1285465"/>
                </a:lnTo>
                <a:lnTo>
                  <a:pt x="5512126" y="1285461"/>
                </a:lnTo>
                <a:lnTo>
                  <a:pt x="5523121" y="1272179"/>
                </a:lnTo>
                <a:lnTo>
                  <a:pt x="5533990" y="1270065"/>
                </a:lnTo>
                <a:lnTo>
                  <a:pt x="5551140" y="1238332"/>
                </a:lnTo>
                <a:lnTo>
                  <a:pt x="5559541" y="1228183"/>
                </a:lnTo>
                <a:lnTo>
                  <a:pt x="5575847" y="1210322"/>
                </a:lnTo>
                <a:lnTo>
                  <a:pt x="5581566" y="1201033"/>
                </a:lnTo>
                <a:close/>
                <a:moveTo>
                  <a:pt x="5861163" y="1127907"/>
                </a:moveTo>
                <a:cubicBezTo>
                  <a:pt x="5862567" y="1130415"/>
                  <a:pt x="5863153" y="1135419"/>
                  <a:pt x="5864298" y="1140981"/>
                </a:cubicBezTo>
                <a:lnTo>
                  <a:pt x="5867494" y="1149074"/>
                </a:lnTo>
                <a:lnTo>
                  <a:pt x="5861832" y="1151310"/>
                </a:lnTo>
                <a:lnTo>
                  <a:pt x="5853120" y="1129802"/>
                </a:lnTo>
                <a:cubicBezTo>
                  <a:pt x="5857537" y="1125385"/>
                  <a:pt x="5859759" y="1125399"/>
                  <a:pt x="5861163" y="1127907"/>
                </a:cubicBezTo>
                <a:close/>
                <a:moveTo>
                  <a:pt x="5896576" y="1113817"/>
                </a:moveTo>
                <a:lnTo>
                  <a:pt x="5896576" y="1140517"/>
                </a:lnTo>
                <a:lnTo>
                  <a:pt x="5888674" y="1130018"/>
                </a:lnTo>
                <a:cubicBezTo>
                  <a:pt x="5888674" y="1130018"/>
                  <a:pt x="5878614" y="1119958"/>
                  <a:pt x="5888583" y="1115019"/>
                </a:cubicBezTo>
                <a:close/>
                <a:moveTo>
                  <a:pt x="5501895" y="1108211"/>
                </a:moveTo>
                <a:cubicBezTo>
                  <a:pt x="5488613" y="1116463"/>
                  <a:pt x="5475482" y="1149714"/>
                  <a:pt x="5462230" y="1162966"/>
                </a:cubicBezTo>
                <a:cubicBezTo>
                  <a:pt x="5479899" y="1145297"/>
                  <a:pt x="5497568" y="1127628"/>
                  <a:pt x="5515238" y="1109959"/>
                </a:cubicBezTo>
                <a:cubicBezTo>
                  <a:pt x="5510767" y="1105488"/>
                  <a:pt x="5506322" y="1105461"/>
                  <a:pt x="5501895" y="1108211"/>
                </a:cubicBezTo>
                <a:close/>
                <a:moveTo>
                  <a:pt x="5319573" y="1090986"/>
                </a:moveTo>
                <a:lnTo>
                  <a:pt x="5278910" y="1119323"/>
                </a:lnTo>
                <a:lnTo>
                  <a:pt x="5266570" y="1143989"/>
                </a:lnTo>
                <a:close/>
                <a:moveTo>
                  <a:pt x="5377783" y="1018491"/>
                </a:moveTo>
                <a:lnTo>
                  <a:pt x="5361585" y="1033526"/>
                </a:lnTo>
                <a:lnTo>
                  <a:pt x="5372581" y="1037978"/>
                </a:lnTo>
                <a:close/>
                <a:moveTo>
                  <a:pt x="5479032" y="1003076"/>
                </a:moveTo>
                <a:cubicBezTo>
                  <a:pt x="5443693" y="1038414"/>
                  <a:pt x="5426019" y="1056079"/>
                  <a:pt x="5408355" y="1073753"/>
                </a:cubicBezTo>
                <a:cubicBezTo>
                  <a:pt x="5426019" y="1056079"/>
                  <a:pt x="5461578" y="1056299"/>
                  <a:pt x="5479032" y="1003076"/>
                </a:cubicBezTo>
                <a:close/>
                <a:moveTo>
                  <a:pt x="5816046" y="880698"/>
                </a:moveTo>
                <a:lnTo>
                  <a:pt x="5798382" y="898363"/>
                </a:lnTo>
                <a:lnTo>
                  <a:pt x="5798373" y="898363"/>
                </a:lnTo>
                <a:cubicBezTo>
                  <a:pt x="5798373" y="898363"/>
                  <a:pt x="5816046" y="880698"/>
                  <a:pt x="5816046" y="880698"/>
                </a:cubicBezTo>
                <a:close/>
                <a:moveTo>
                  <a:pt x="5566938" y="843621"/>
                </a:moveTo>
                <a:lnTo>
                  <a:pt x="5549264" y="861295"/>
                </a:lnTo>
                <a:lnTo>
                  <a:pt x="5533783" y="872304"/>
                </a:lnTo>
                <a:lnTo>
                  <a:pt x="5533732" y="871662"/>
                </a:lnTo>
                <a:lnTo>
                  <a:pt x="5531398" y="874184"/>
                </a:lnTo>
                <a:lnTo>
                  <a:pt x="5549264" y="861295"/>
                </a:lnTo>
                <a:lnTo>
                  <a:pt x="5531604" y="878955"/>
                </a:lnTo>
                <a:cubicBezTo>
                  <a:pt x="5549489" y="896840"/>
                  <a:pt x="5584823" y="861506"/>
                  <a:pt x="5566938" y="843621"/>
                </a:cubicBezTo>
                <a:close/>
                <a:moveTo>
                  <a:pt x="5531389" y="843401"/>
                </a:moveTo>
                <a:cubicBezTo>
                  <a:pt x="5487215" y="887574"/>
                  <a:pt x="5460707" y="914083"/>
                  <a:pt x="5438623" y="936167"/>
                </a:cubicBezTo>
                <a:lnTo>
                  <a:pt x="5407704" y="967086"/>
                </a:lnTo>
                <a:lnTo>
                  <a:pt x="5464578" y="923353"/>
                </a:lnTo>
                <a:lnTo>
                  <a:pt x="5531913" y="849709"/>
                </a:lnTo>
                <a:close/>
                <a:moveTo>
                  <a:pt x="5805025" y="804522"/>
                </a:moveTo>
                <a:cubicBezTo>
                  <a:pt x="5796702" y="806138"/>
                  <a:pt x="5793470" y="822784"/>
                  <a:pt x="5780057" y="809370"/>
                </a:cubicBezTo>
                <a:cubicBezTo>
                  <a:pt x="5780057" y="809370"/>
                  <a:pt x="5762387" y="827039"/>
                  <a:pt x="5762387" y="827039"/>
                </a:cubicBezTo>
                <a:cubicBezTo>
                  <a:pt x="5762387" y="827039"/>
                  <a:pt x="5780272" y="844924"/>
                  <a:pt x="5780272" y="844924"/>
                </a:cubicBezTo>
                <a:cubicBezTo>
                  <a:pt x="5726829" y="826819"/>
                  <a:pt x="5745149" y="915817"/>
                  <a:pt x="5709379" y="880047"/>
                </a:cubicBezTo>
                <a:cubicBezTo>
                  <a:pt x="5727264" y="897932"/>
                  <a:pt x="5656376" y="933050"/>
                  <a:pt x="5656376" y="933050"/>
                </a:cubicBezTo>
                <a:cubicBezTo>
                  <a:pt x="5709811" y="951155"/>
                  <a:pt x="5727264" y="897932"/>
                  <a:pt x="5780272" y="844924"/>
                </a:cubicBezTo>
                <a:cubicBezTo>
                  <a:pt x="5797941" y="827255"/>
                  <a:pt x="5797941" y="827255"/>
                  <a:pt x="5815611" y="809585"/>
                </a:cubicBezTo>
                <a:cubicBezTo>
                  <a:pt x="5811140" y="805114"/>
                  <a:pt x="5807800" y="803983"/>
                  <a:pt x="5805025" y="804522"/>
                </a:cubicBezTo>
                <a:close/>
                <a:moveTo>
                  <a:pt x="5833064" y="756362"/>
                </a:moveTo>
                <a:cubicBezTo>
                  <a:pt x="5815395" y="774031"/>
                  <a:pt x="5815395" y="774031"/>
                  <a:pt x="5797726" y="791700"/>
                </a:cubicBezTo>
                <a:cubicBezTo>
                  <a:pt x="5815611" y="809585"/>
                  <a:pt x="5850949" y="774247"/>
                  <a:pt x="5833064" y="756362"/>
                </a:cubicBezTo>
                <a:close/>
                <a:moveTo>
                  <a:pt x="5520797" y="747233"/>
                </a:moveTo>
                <a:cubicBezTo>
                  <a:pt x="5519689" y="747782"/>
                  <a:pt x="5517480" y="749990"/>
                  <a:pt x="5513063" y="754408"/>
                </a:cubicBezTo>
                <a:cubicBezTo>
                  <a:pt x="5530948" y="772292"/>
                  <a:pt x="5460060" y="807411"/>
                  <a:pt x="5460060" y="807411"/>
                </a:cubicBezTo>
                <a:cubicBezTo>
                  <a:pt x="5460060" y="807411"/>
                  <a:pt x="5459835" y="771857"/>
                  <a:pt x="5495394" y="772077"/>
                </a:cubicBezTo>
                <a:cubicBezTo>
                  <a:pt x="5477509" y="754192"/>
                  <a:pt x="5460060" y="807411"/>
                  <a:pt x="5442175" y="789526"/>
                </a:cubicBezTo>
                <a:lnTo>
                  <a:pt x="5457866" y="773835"/>
                </a:lnTo>
                <a:lnTo>
                  <a:pt x="5457857" y="773834"/>
                </a:lnTo>
                <a:lnTo>
                  <a:pt x="5420822" y="810869"/>
                </a:lnTo>
                <a:lnTo>
                  <a:pt x="5416009" y="818898"/>
                </a:lnTo>
                <a:cubicBezTo>
                  <a:pt x="5402796" y="832110"/>
                  <a:pt x="5389584" y="845322"/>
                  <a:pt x="5389575" y="862926"/>
                </a:cubicBezTo>
                <a:cubicBezTo>
                  <a:pt x="5371962" y="880539"/>
                  <a:pt x="5371962" y="880539"/>
                  <a:pt x="5371962" y="880539"/>
                </a:cubicBezTo>
                <a:cubicBezTo>
                  <a:pt x="5354349" y="898152"/>
                  <a:pt x="5354335" y="933374"/>
                  <a:pt x="5336722" y="950987"/>
                </a:cubicBezTo>
                <a:lnTo>
                  <a:pt x="5359439" y="939621"/>
                </a:lnTo>
                <a:lnTo>
                  <a:pt x="5366492" y="932736"/>
                </a:lnTo>
                <a:lnTo>
                  <a:pt x="5389566" y="898143"/>
                </a:lnTo>
                <a:lnTo>
                  <a:pt x="5370654" y="928677"/>
                </a:lnTo>
                <a:lnTo>
                  <a:pt x="5530948" y="772292"/>
                </a:lnTo>
                <a:cubicBezTo>
                  <a:pt x="5522005" y="763350"/>
                  <a:pt x="5521954" y="754459"/>
                  <a:pt x="5521926" y="750016"/>
                </a:cubicBezTo>
                <a:cubicBezTo>
                  <a:pt x="5521912" y="747795"/>
                  <a:pt x="5521905" y="746684"/>
                  <a:pt x="5520797" y="747233"/>
                </a:cubicBezTo>
                <a:close/>
                <a:moveTo>
                  <a:pt x="5886288" y="738908"/>
                </a:moveTo>
                <a:cubicBezTo>
                  <a:pt x="5868619" y="756578"/>
                  <a:pt x="5868403" y="721023"/>
                  <a:pt x="5868619" y="756578"/>
                </a:cubicBezTo>
                <a:cubicBezTo>
                  <a:pt x="5868619" y="756578"/>
                  <a:pt x="5904173" y="756793"/>
                  <a:pt x="5886288" y="738908"/>
                </a:cubicBezTo>
                <a:close/>
                <a:moveTo>
                  <a:pt x="5725746" y="649044"/>
                </a:moveTo>
                <a:cubicBezTo>
                  <a:pt x="5690187" y="648823"/>
                  <a:pt x="5619510" y="719500"/>
                  <a:pt x="5619730" y="755059"/>
                </a:cubicBezTo>
                <a:cubicBezTo>
                  <a:pt x="5619730" y="755059"/>
                  <a:pt x="5619730" y="755059"/>
                  <a:pt x="5601841" y="737169"/>
                </a:cubicBezTo>
                <a:lnTo>
                  <a:pt x="5601981" y="759797"/>
                </a:lnTo>
                <a:lnTo>
                  <a:pt x="5595326" y="761579"/>
                </a:lnTo>
                <a:lnTo>
                  <a:pt x="5591160" y="761818"/>
                </a:lnTo>
                <a:lnTo>
                  <a:pt x="5586412" y="757070"/>
                </a:lnTo>
                <a:cubicBezTo>
                  <a:pt x="5584176" y="754834"/>
                  <a:pt x="5584176" y="754834"/>
                  <a:pt x="5584176" y="754834"/>
                </a:cubicBezTo>
                <a:cubicBezTo>
                  <a:pt x="5579756" y="759254"/>
                  <a:pt x="5579771" y="761478"/>
                  <a:pt x="5582276" y="762328"/>
                </a:cubicBezTo>
                <a:lnTo>
                  <a:pt x="5591160" y="761818"/>
                </a:lnTo>
                <a:lnTo>
                  <a:pt x="5602066" y="772724"/>
                </a:lnTo>
                <a:lnTo>
                  <a:pt x="5601981" y="759797"/>
                </a:lnTo>
                <a:lnTo>
                  <a:pt x="5619730" y="755059"/>
                </a:lnTo>
                <a:cubicBezTo>
                  <a:pt x="5655069" y="719721"/>
                  <a:pt x="5690407" y="684382"/>
                  <a:pt x="5708077" y="666713"/>
                </a:cubicBezTo>
                <a:cubicBezTo>
                  <a:pt x="5708077" y="666713"/>
                  <a:pt x="5708077" y="666713"/>
                  <a:pt x="5725746" y="649044"/>
                </a:cubicBezTo>
                <a:close/>
                <a:moveTo>
                  <a:pt x="5761084" y="613705"/>
                </a:moveTo>
                <a:cubicBezTo>
                  <a:pt x="5761300" y="649259"/>
                  <a:pt x="5761300" y="649259"/>
                  <a:pt x="5761300" y="649259"/>
                </a:cubicBezTo>
                <a:cubicBezTo>
                  <a:pt x="5743415" y="631374"/>
                  <a:pt x="5743631" y="666928"/>
                  <a:pt x="5725961" y="684598"/>
                </a:cubicBezTo>
                <a:cubicBezTo>
                  <a:pt x="5672738" y="702051"/>
                  <a:pt x="5637615" y="772944"/>
                  <a:pt x="5602276" y="808283"/>
                </a:cubicBezTo>
                <a:cubicBezTo>
                  <a:pt x="5602276" y="808283"/>
                  <a:pt x="5620161" y="826167"/>
                  <a:pt x="5637835" y="808503"/>
                </a:cubicBezTo>
                <a:cubicBezTo>
                  <a:pt x="5655284" y="755275"/>
                  <a:pt x="5708292" y="702267"/>
                  <a:pt x="5761300" y="649259"/>
                </a:cubicBezTo>
                <a:cubicBezTo>
                  <a:pt x="5761300" y="649259"/>
                  <a:pt x="5778969" y="631590"/>
                  <a:pt x="5778969" y="631590"/>
                </a:cubicBezTo>
                <a:cubicBezTo>
                  <a:pt x="5778969" y="631590"/>
                  <a:pt x="5778969" y="631590"/>
                  <a:pt x="5761084" y="613705"/>
                </a:cubicBezTo>
                <a:close/>
                <a:moveTo>
                  <a:pt x="4984719" y="563758"/>
                </a:moveTo>
                <a:cubicBezTo>
                  <a:pt x="4967106" y="581371"/>
                  <a:pt x="4967106" y="581371"/>
                  <a:pt x="4949493" y="598984"/>
                </a:cubicBezTo>
                <a:cubicBezTo>
                  <a:pt x="4967092" y="616582"/>
                  <a:pt x="4984705" y="598969"/>
                  <a:pt x="5002318" y="581356"/>
                </a:cubicBezTo>
                <a:cubicBezTo>
                  <a:pt x="4967106" y="581371"/>
                  <a:pt x="4984719" y="563758"/>
                  <a:pt x="4984719" y="563758"/>
                </a:cubicBezTo>
                <a:close/>
                <a:moveTo>
                  <a:pt x="5636312" y="559610"/>
                </a:moveTo>
                <a:cubicBezTo>
                  <a:pt x="5627477" y="568444"/>
                  <a:pt x="5614223" y="581699"/>
                  <a:pt x="5603209" y="597184"/>
                </a:cubicBezTo>
                <a:lnTo>
                  <a:pt x="5602047" y="600202"/>
                </a:lnTo>
                <a:lnTo>
                  <a:pt x="5600964" y="616339"/>
                </a:lnTo>
                <a:lnTo>
                  <a:pt x="5592579" y="624723"/>
                </a:lnTo>
                <a:lnTo>
                  <a:pt x="5583524" y="648176"/>
                </a:lnTo>
                <a:cubicBezTo>
                  <a:pt x="5565851" y="665841"/>
                  <a:pt x="5530296" y="665625"/>
                  <a:pt x="5548186" y="683515"/>
                </a:cubicBezTo>
                <a:cubicBezTo>
                  <a:pt x="5548186" y="683515"/>
                  <a:pt x="5583524" y="648176"/>
                  <a:pt x="5583524" y="648176"/>
                </a:cubicBezTo>
                <a:cubicBezTo>
                  <a:pt x="5601409" y="666061"/>
                  <a:pt x="5636748" y="630722"/>
                  <a:pt x="5654417" y="613053"/>
                </a:cubicBezTo>
                <a:cubicBezTo>
                  <a:pt x="5636528" y="595164"/>
                  <a:pt x="5636528" y="595164"/>
                  <a:pt x="5636312" y="559610"/>
                </a:cubicBezTo>
                <a:close/>
                <a:moveTo>
                  <a:pt x="5796203" y="542807"/>
                </a:moveTo>
                <a:cubicBezTo>
                  <a:pt x="5796203" y="542807"/>
                  <a:pt x="5805094" y="542868"/>
                  <a:pt x="5811777" y="545127"/>
                </a:cubicBezTo>
                <a:lnTo>
                  <a:pt x="5813507" y="556783"/>
                </a:lnTo>
                <a:lnTo>
                  <a:pt x="5811111" y="559488"/>
                </a:lnTo>
                <a:lnTo>
                  <a:pt x="5791811" y="551670"/>
                </a:lnTo>
                <a:cubicBezTo>
                  <a:pt x="5791783" y="547227"/>
                  <a:pt x="5796203" y="542807"/>
                  <a:pt x="5796203" y="542807"/>
                </a:cubicBezTo>
                <a:close/>
                <a:moveTo>
                  <a:pt x="5072774" y="510900"/>
                </a:moveTo>
                <a:lnTo>
                  <a:pt x="5074185" y="513716"/>
                </a:lnTo>
                <a:lnTo>
                  <a:pt x="5055161" y="528512"/>
                </a:lnTo>
                <a:cubicBezTo>
                  <a:pt x="5055161" y="528512"/>
                  <a:pt x="5072774" y="510900"/>
                  <a:pt x="5072774" y="510900"/>
                </a:cubicBezTo>
                <a:close/>
                <a:moveTo>
                  <a:pt x="5583552" y="105725"/>
                </a:moveTo>
                <a:cubicBezTo>
                  <a:pt x="5565939" y="123338"/>
                  <a:pt x="5548322" y="140955"/>
                  <a:pt x="5530709" y="158569"/>
                </a:cubicBezTo>
                <a:cubicBezTo>
                  <a:pt x="5548322" y="140955"/>
                  <a:pt x="5583552" y="105725"/>
                  <a:pt x="5583552" y="105725"/>
                </a:cubicBezTo>
                <a:close/>
                <a:moveTo>
                  <a:pt x="5794871" y="35216"/>
                </a:moveTo>
                <a:lnTo>
                  <a:pt x="5793030" y="37058"/>
                </a:lnTo>
                <a:lnTo>
                  <a:pt x="5790068" y="40020"/>
                </a:lnTo>
                <a:lnTo>
                  <a:pt x="5787716" y="42372"/>
                </a:lnTo>
                <a:cubicBezTo>
                  <a:pt x="5788266" y="41821"/>
                  <a:pt x="5790468" y="39620"/>
                  <a:pt x="5794871" y="35216"/>
                </a:cubicBezTo>
                <a:close/>
                <a:moveTo>
                  <a:pt x="5794881" y="0"/>
                </a:moveTo>
                <a:cubicBezTo>
                  <a:pt x="5777268" y="17613"/>
                  <a:pt x="5812485" y="17603"/>
                  <a:pt x="5812485" y="17603"/>
                </a:cubicBezTo>
                <a:cubicBezTo>
                  <a:pt x="5794871" y="35216"/>
                  <a:pt x="5777268" y="17613"/>
                  <a:pt x="5777254" y="52834"/>
                </a:cubicBezTo>
                <a:cubicBezTo>
                  <a:pt x="5777254" y="52834"/>
                  <a:pt x="5742037" y="52843"/>
                  <a:pt x="5759641" y="70447"/>
                </a:cubicBezTo>
                <a:cubicBezTo>
                  <a:pt x="5759641" y="70447"/>
                  <a:pt x="5759641" y="70447"/>
                  <a:pt x="5777254" y="52834"/>
                </a:cubicBezTo>
                <a:lnTo>
                  <a:pt x="5790068" y="40020"/>
                </a:lnTo>
                <a:lnTo>
                  <a:pt x="5790466" y="39622"/>
                </a:lnTo>
                <a:lnTo>
                  <a:pt x="5793030" y="37058"/>
                </a:lnTo>
                <a:lnTo>
                  <a:pt x="5812485" y="17603"/>
                </a:lnTo>
                <a:cubicBezTo>
                  <a:pt x="5794871" y="35216"/>
                  <a:pt x="5794871" y="35216"/>
                  <a:pt x="5812470" y="52816"/>
                </a:cubicBezTo>
                <a:cubicBezTo>
                  <a:pt x="5777254" y="52834"/>
                  <a:pt x="5724415" y="105673"/>
                  <a:pt x="5724396" y="140890"/>
                </a:cubicBezTo>
                <a:cubicBezTo>
                  <a:pt x="5742014" y="123272"/>
                  <a:pt x="5759627" y="105659"/>
                  <a:pt x="5759627" y="105659"/>
                </a:cubicBezTo>
                <a:cubicBezTo>
                  <a:pt x="5759627" y="105659"/>
                  <a:pt x="5777240" y="88046"/>
                  <a:pt x="5794844" y="105650"/>
                </a:cubicBezTo>
                <a:cubicBezTo>
                  <a:pt x="5794844" y="105650"/>
                  <a:pt x="5794844" y="105650"/>
                  <a:pt x="5777230" y="123263"/>
                </a:cubicBezTo>
                <a:cubicBezTo>
                  <a:pt x="5794829" y="140862"/>
                  <a:pt x="5794844" y="105650"/>
                  <a:pt x="5812456" y="88037"/>
                </a:cubicBezTo>
                <a:cubicBezTo>
                  <a:pt x="5830055" y="105636"/>
                  <a:pt x="5794844" y="105650"/>
                  <a:pt x="5812443" y="123249"/>
                </a:cubicBezTo>
                <a:cubicBezTo>
                  <a:pt x="5812443" y="123249"/>
                  <a:pt x="5830055" y="105636"/>
                  <a:pt x="5830055" y="105636"/>
                </a:cubicBezTo>
                <a:cubicBezTo>
                  <a:pt x="5847654" y="123235"/>
                  <a:pt x="5794829" y="140862"/>
                  <a:pt x="5812428" y="158461"/>
                </a:cubicBezTo>
                <a:cubicBezTo>
                  <a:pt x="5794815" y="176074"/>
                  <a:pt x="5794815" y="176074"/>
                  <a:pt x="5777198" y="193691"/>
                </a:cubicBezTo>
                <a:cubicBezTo>
                  <a:pt x="5777198" y="193691"/>
                  <a:pt x="5759585" y="211304"/>
                  <a:pt x="5741971" y="228918"/>
                </a:cubicBezTo>
                <a:cubicBezTo>
                  <a:pt x="5759585" y="211304"/>
                  <a:pt x="5759585" y="211304"/>
                  <a:pt x="5759585" y="211304"/>
                </a:cubicBezTo>
                <a:cubicBezTo>
                  <a:pt x="5741971" y="228918"/>
                  <a:pt x="5724354" y="246535"/>
                  <a:pt x="5741957" y="264139"/>
                </a:cubicBezTo>
                <a:cubicBezTo>
                  <a:pt x="5724354" y="246535"/>
                  <a:pt x="5724354" y="246535"/>
                  <a:pt x="5724354" y="246535"/>
                </a:cubicBezTo>
                <a:cubicBezTo>
                  <a:pt x="5706741" y="264148"/>
                  <a:pt x="5706741" y="264148"/>
                  <a:pt x="5724344" y="281752"/>
                </a:cubicBezTo>
                <a:cubicBezTo>
                  <a:pt x="5724344" y="281752"/>
                  <a:pt x="5741957" y="264139"/>
                  <a:pt x="5741957" y="264139"/>
                </a:cubicBezTo>
                <a:cubicBezTo>
                  <a:pt x="5741957" y="264139"/>
                  <a:pt x="5759575" y="246521"/>
                  <a:pt x="5759575" y="246521"/>
                </a:cubicBezTo>
                <a:cubicBezTo>
                  <a:pt x="5741957" y="264139"/>
                  <a:pt x="5759561" y="281733"/>
                  <a:pt x="5759561" y="281733"/>
                </a:cubicBezTo>
                <a:cubicBezTo>
                  <a:pt x="5741948" y="299346"/>
                  <a:pt x="5706717" y="334577"/>
                  <a:pt x="5724316" y="352176"/>
                </a:cubicBezTo>
                <a:cubicBezTo>
                  <a:pt x="5706703" y="369789"/>
                  <a:pt x="5689086" y="387407"/>
                  <a:pt x="5671473" y="405020"/>
                </a:cubicBezTo>
                <a:cubicBezTo>
                  <a:pt x="5653859" y="422633"/>
                  <a:pt x="5636246" y="440246"/>
                  <a:pt x="5636232" y="475467"/>
                </a:cubicBezTo>
                <a:cubicBezTo>
                  <a:pt x="5653850" y="457850"/>
                  <a:pt x="5653850" y="457850"/>
                  <a:pt x="5671463" y="440237"/>
                </a:cubicBezTo>
                <a:lnTo>
                  <a:pt x="5672246" y="443119"/>
                </a:lnTo>
                <a:lnTo>
                  <a:pt x="5807370" y="287382"/>
                </a:lnTo>
                <a:lnTo>
                  <a:pt x="5815448" y="283219"/>
                </a:lnTo>
                <a:lnTo>
                  <a:pt x="5823231" y="269102"/>
                </a:lnTo>
                <a:lnTo>
                  <a:pt x="5847687" y="240916"/>
                </a:lnTo>
                <a:cubicBezTo>
                  <a:pt x="5838744" y="231973"/>
                  <a:pt x="5834382" y="245280"/>
                  <a:pt x="5827811" y="260796"/>
                </a:cubicBezTo>
                <a:lnTo>
                  <a:pt x="5823231" y="269102"/>
                </a:lnTo>
                <a:lnTo>
                  <a:pt x="5807370" y="287382"/>
                </a:lnTo>
                <a:lnTo>
                  <a:pt x="5794679" y="293924"/>
                </a:lnTo>
                <a:cubicBezTo>
                  <a:pt x="5812348" y="276255"/>
                  <a:pt x="5847472" y="205362"/>
                  <a:pt x="5865356" y="223247"/>
                </a:cubicBezTo>
                <a:lnTo>
                  <a:pt x="5896576" y="192028"/>
                </a:lnTo>
                <a:lnTo>
                  <a:pt x="5896576" y="294708"/>
                </a:lnTo>
                <a:lnTo>
                  <a:pt x="5859329" y="327650"/>
                </a:lnTo>
                <a:cubicBezTo>
                  <a:pt x="5835033" y="351946"/>
                  <a:pt x="5813005" y="382917"/>
                  <a:pt x="5795551" y="436140"/>
                </a:cubicBezTo>
                <a:cubicBezTo>
                  <a:pt x="5777666" y="418255"/>
                  <a:pt x="5759992" y="435929"/>
                  <a:pt x="5777887" y="453814"/>
                </a:cubicBezTo>
                <a:cubicBezTo>
                  <a:pt x="5742328" y="453594"/>
                  <a:pt x="5706989" y="488933"/>
                  <a:pt x="5689320" y="506602"/>
                </a:cubicBezTo>
                <a:cubicBezTo>
                  <a:pt x="5671651" y="524271"/>
                  <a:pt x="5707205" y="524487"/>
                  <a:pt x="5689540" y="542161"/>
                </a:cubicBezTo>
                <a:cubicBezTo>
                  <a:pt x="5671866" y="559825"/>
                  <a:pt x="5671651" y="524271"/>
                  <a:pt x="5653981" y="541940"/>
                </a:cubicBezTo>
                <a:cubicBezTo>
                  <a:pt x="5671866" y="559825"/>
                  <a:pt x="5636312" y="559610"/>
                  <a:pt x="5672086" y="595384"/>
                </a:cubicBezTo>
                <a:cubicBezTo>
                  <a:pt x="5707397" y="555602"/>
                  <a:pt x="5744085" y="513884"/>
                  <a:pt x="5781807" y="470783"/>
                </a:cubicBezTo>
                <a:lnTo>
                  <a:pt x="5896576" y="339204"/>
                </a:lnTo>
                <a:lnTo>
                  <a:pt x="5896576" y="428159"/>
                </a:lnTo>
                <a:lnTo>
                  <a:pt x="5880867" y="443053"/>
                </a:lnTo>
                <a:cubicBezTo>
                  <a:pt x="5872319" y="453278"/>
                  <a:pt x="5866825" y="463243"/>
                  <a:pt x="5866880" y="472130"/>
                </a:cubicBezTo>
                <a:cubicBezTo>
                  <a:pt x="5813656" y="489584"/>
                  <a:pt x="5831757" y="543032"/>
                  <a:pt x="5796203" y="542807"/>
                </a:cubicBezTo>
                <a:cubicBezTo>
                  <a:pt x="5778533" y="560477"/>
                  <a:pt x="5778533" y="560477"/>
                  <a:pt x="5760864" y="578146"/>
                </a:cubicBezTo>
                <a:cubicBezTo>
                  <a:pt x="5760864" y="578146"/>
                  <a:pt x="5725526" y="613484"/>
                  <a:pt x="5743415" y="631374"/>
                </a:cubicBezTo>
                <a:cubicBezTo>
                  <a:pt x="5743195" y="595815"/>
                  <a:pt x="5760864" y="578146"/>
                  <a:pt x="5760864" y="578146"/>
                </a:cubicBezTo>
                <a:cubicBezTo>
                  <a:pt x="5778533" y="560477"/>
                  <a:pt x="5778533" y="560477"/>
                  <a:pt x="5778754" y="596036"/>
                </a:cubicBezTo>
                <a:lnTo>
                  <a:pt x="5811111" y="559488"/>
                </a:lnTo>
                <a:lnTo>
                  <a:pt x="5814092" y="560697"/>
                </a:lnTo>
                <a:lnTo>
                  <a:pt x="5813507" y="556783"/>
                </a:lnTo>
                <a:lnTo>
                  <a:pt x="5882477" y="478898"/>
                </a:lnTo>
                <a:lnTo>
                  <a:pt x="5896576" y="464304"/>
                </a:lnTo>
                <a:lnTo>
                  <a:pt x="5896576" y="513983"/>
                </a:lnTo>
                <a:lnTo>
                  <a:pt x="5872935" y="537624"/>
                </a:lnTo>
                <a:lnTo>
                  <a:pt x="5858481" y="552078"/>
                </a:lnTo>
                <a:lnTo>
                  <a:pt x="5855449" y="555110"/>
                </a:lnTo>
                <a:lnTo>
                  <a:pt x="5814308" y="596251"/>
                </a:lnTo>
                <a:cubicBezTo>
                  <a:pt x="5805469" y="605090"/>
                  <a:pt x="5818723" y="591836"/>
                  <a:pt x="5838600" y="571959"/>
                </a:cubicBezTo>
                <a:lnTo>
                  <a:pt x="5855449" y="555110"/>
                </a:lnTo>
                <a:lnTo>
                  <a:pt x="5872935" y="537624"/>
                </a:lnTo>
                <a:lnTo>
                  <a:pt x="5883877" y="526682"/>
                </a:lnTo>
                <a:lnTo>
                  <a:pt x="5896576" y="513983"/>
                </a:lnTo>
                <a:lnTo>
                  <a:pt x="5896576" y="593478"/>
                </a:lnTo>
                <a:lnTo>
                  <a:pt x="5879201" y="606065"/>
                </a:lnTo>
                <a:lnTo>
                  <a:pt x="5885421" y="596687"/>
                </a:lnTo>
                <a:cubicBezTo>
                  <a:pt x="5885421" y="596687"/>
                  <a:pt x="5885421" y="596687"/>
                  <a:pt x="5867752" y="614356"/>
                </a:cubicBezTo>
                <a:lnTo>
                  <a:pt x="5879201" y="606065"/>
                </a:lnTo>
                <a:lnTo>
                  <a:pt x="5858996" y="636525"/>
                </a:lnTo>
                <a:cubicBezTo>
                  <a:pt x="5850185" y="649807"/>
                  <a:pt x="5841355" y="658637"/>
                  <a:pt x="5832413" y="649695"/>
                </a:cubicBezTo>
                <a:cubicBezTo>
                  <a:pt x="5850298" y="667580"/>
                  <a:pt x="5814959" y="702918"/>
                  <a:pt x="5797290" y="720588"/>
                </a:cubicBezTo>
                <a:cubicBezTo>
                  <a:pt x="5779621" y="738257"/>
                  <a:pt x="5726613" y="791265"/>
                  <a:pt x="5691274" y="826603"/>
                </a:cubicBezTo>
                <a:cubicBezTo>
                  <a:pt x="5691274" y="826603"/>
                  <a:pt x="5691274" y="826603"/>
                  <a:pt x="5673605" y="844273"/>
                </a:cubicBezTo>
                <a:cubicBezTo>
                  <a:pt x="5673605" y="844273"/>
                  <a:pt x="5673605" y="844273"/>
                  <a:pt x="5655936" y="861942"/>
                </a:cubicBezTo>
                <a:cubicBezTo>
                  <a:pt x="5620382" y="861726"/>
                  <a:pt x="5655936" y="861942"/>
                  <a:pt x="5638267" y="879611"/>
                </a:cubicBezTo>
                <a:cubicBezTo>
                  <a:pt x="5620597" y="897280"/>
                  <a:pt x="5620597" y="897280"/>
                  <a:pt x="5585263" y="932614"/>
                </a:cubicBezTo>
                <a:cubicBezTo>
                  <a:pt x="5567594" y="950284"/>
                  <a:pt x="5603148" y="950499"/>
                  <a:pt x="5585479" y="968168"/>
                </a:cubicBezTo>
                <a:cubicBezTo>
                  <a:pt x="5549925" y="967953"/>
                  <a:pt x="5479248" y="1038630"/>
                  <a:pt x="5479463" y="1074184"/>
                </a:cubicBezTo>
                <a:cubicBezTo>
                  <a:pt x="5443693" y="1038414"/>
                  <a:pt x="5461794" y="1091853"/>
                  <a:pt x="5443909" y="1073969"/>
                </a:cubicBezTo>
                <a:cubicBezTo>
                  <a:pt x="5338109" y="1215538"/>
                  <a:pt x="5161421" y="1392226"/>
                  <a:pt x="5073075" y="1480573"/>
                </a:cubicBezTo>
                <a:cubicBezTo>
                  <a:pt x="5302991" y="1286436"/>
                  <a:pt x="5514802" y="1038846"/>
                  <a:pt x="5726829" y="826819"/>
                </a:cubicBezTo>
                <a:cubicBezTo>
                  <a:pt x="5726829" y="826819"/>
                  <a:pt x="5726829" y="826819"/>
                  <a:pt x="5744498" y="809150"/>
                </a:cubicBezTo>
                <a:cubicBezTo>
                  <a:pt x="5762167" y="791480"/>
                  <a:pt x="5779621" y="738257"/>
                  <a:pt x="5815175" y="738472"/>
                </a:cubicBezTo>
                <a:cubicBezTo>
                  <a:pt x="5823956" y="720749"/>
                  <a:pt x="5837167" y="700831"/>
                  <a:pt x="5852873" y="680095"/>
                </a:cubicBezTo>
                <a:lnTo>
                  <a:pt x="5896576" y="627580"/>
                </a:lnTo>
                <a:lnTo>
                  <a:pt x="5896576" y="692850"/>
                </a:lnTo>
                <a:lnTo>
                  <a:pt x="5889109" y="700317"/>
                </a:lnTo>
                <a:cubicBezTo>
                  <a:pt x="5883863" y="705563"/>
                  <a:pt x="5877238" y="712189"/>
                  <a:pt x="5868403" y="721023"/>
                </a:cubicBezTo>
                <a:cubicBezTo>
                  <a:pt x="5872874" y="725495"/>
                  <a:pt x="5877319" y="725522"/>
                  <a:pt x="5882025" y="723050"/>
                </a:cubicBezTo>
                <a:lnTo>
                  <a:pt x="5896576" y="710640"/>
                </a:lnTo>
                <a:lnTo>
                  <a:pt x="5896576" y="759524"/>
                </a:lnTo>
                <a:lnTo>
                  <a:pt x="5880615" y="765261"/>
                </a:lnTo>
                <a:cubicBezTo>
                  <a:pt x="5859879" y="780967"/>
                  <a:pt x="5846748" y="814218"/>
                  <a:pt x="5833496" y="827470"/>
                </a:cubicBezTo>
                <a:cubicBezTo>
                  <a:pt x="5745149" y="915817"/>
                  <a:pt x="5639138" y="1021828"/>
                  <a:pt x="5568681" y="1128063"/>
                </a:cubicBezTo>
                <a:cubicBezTo>
                  <a:pt x="5533122" y="1127844"/>
                  <a:pt x="5515669" y="1181067"/>
                  <a:pt x="5480115" y="1180851"/>
                </a:cubicBezTo>
                <a:cubicBezTo>
                  <a:pt x="5480115" y="1180851"/>
                  <a:pt x="5480115" y="1180851"/>
                  <a:pt x="5498004" y="1198741"/>
                </a:cubicBezTo>
                <a:cubicBezTo>
                  <a:pt x="5462666" y="1234079"/>
                  <a:pt x="5444992" y="1251744"/>
                  <a:pt x="5409653" y="1287083"/>
                </a:cubicBezTo>
                <a:cubicBezTo>
                  <a:pt x="5356646" y="1340090"/>
                  <a:pt x="5303642" y="1393093"/>
                  <a:pt x="5286193" y="1446322"/>
                </a:cubicBezTo>
                <a:cubicBezTo>
                  <a:pt x="5374319" y="1322416"/>
                  <a:pt x="5515889" y="1216626"/>
                  <a:pt x="5568681" y="1128063"/>
                </a:cubicBezTo>
                <a:cubicBezTo>
                  <a:pt x="5612850" y="1083886"/>
                  <a:pt x="5648184" y="1048552"/>
                  <a:pt x="5685739" y="1011006"/>
                </a:cubicBezTo>
                <a:lnTo>
                  <a:pt x="5798382" y="898363"/>
                </a:lnTo>
                <a:lnTo>
                  <a:pt x="5829381" y="880778"/>
                </a:lnTo>
                <a:cubicBezTo>
                  <a:pt x="5833763" y="871915"/>
                  <a:pt x="5833711" y="863025"/>
                  <a:pt x="5833711" y="863025"/>
                </a:cubicBezTo>
                <a:cubicBezTo>
                  <a:pt x="5851385" y="845360"/>
                  <a:pt x="5886719" y="810017"/>
                  <a:pt x="5886504" y="774462"/>
                </a:cubicBezTo>
                <a:lnTo>
                  <a:pt x="5896576" y="768286"/>
                </a:lnTo>
                <a:lnTo>
                  <a:pt x="5896576" y="832671"/>
                </a:lnTo>
                <a:lnTo>
                  <a:pt x="5867523" y="849902"/>
                </a:lnTo>
                <a:cubicBezTo>
                  <a:pt x="5832706" y="879688"/>
                  <a:pt x="5803010" y="929505"/>
                  <a:pt x="5763254" y="969260"/>
                </a:cubicBezTo>
                <a:cubicBezTo>
                  <a:pt x="5781139" y="987146"/>
                  <a:pt x="5798593" y="933922"/>
                  <a:pt x="5816478" y="951807"/>
                </a:cubicBezTo>
                <a:cubicBezTo>
                  <a:pt x="5816478" y="951807"/>
                  <a:pt x="5798808" y="969476"/>
                  <a:pt x="5798808" y="969476"/>
                </a:cubicBezTo>
                <a:cubicBezTo>
                  <a:pt x="5816586" y="969584"/>
                  <a:pt x="5838674" y="947495"/>
                  <a:pt x="5860731" y="920967"/>
                </a:cubicBezTo>
                <a:lnTo>
                  <a:pt x="5896576" y="877333"/>
                </a:lnTo>
                <a:lnTo>
                  <a:pt x="5896576" y="935696"/>
                </a:lnTo>
                <a:lnTo>
                  <a:pt x="5891953" y="938935"/>
                </a:lnTo>
                <a:cubicBezTo>
                  <a:pt x="5874284" y="956605"/>
                  <a:pt x="5861087" y="978747"/>
                  <a:pt x="5852252" y="987581"/>
                </a:cubicBezTo>
                <a:cubicBezTo>
                  <a:pt x="5852252" y="987581"/>
                  <a:pt x="5887806" y="987797"/>
                  <a:pt x="5887806" y="987797"/>
                </a:cubicBezTo>
                <a:cubicBezTo>
                  <a:pt x="5892223" y="983380"/>
                  <a:pt x="5894419" y="978949"/>
                  <a:pt x="5895782" y="974791"/>
                </a:cubicBezTo>
                <a:lnTo>
                  <a:pt x="5896576" y="971770"/>
                </a:lnTo>
                <a:lnTo>
                  <a:pt x="5896576" y="981989"/>
                </a:lnTo>
                <a:lnTo>
                  <a:pt x="5885877" y="990285"/>
                </a:lnTo>
                <a:cubicBezTo>
                  <a:pt x="5880076" y="995527"/>
                  <a:pt x="5874554" y="1001049"/>
                  <a:pt x="5870137" y="1005466"/>
                </a:cubicBezTo>
                <a:cubicBezTo>
                  <a:pt x="5879025" y="1005520"/>
                  <a:pt x="5885692" y="1005560"/>
                  <a:pt x="5890692" y="1005591"/>
                </a:cubicBezTo>
                <a:lnTo>
                  <a:pt x="5896576" y="1005626"/>
                </a:lnTo>
                <a:lnTo>
                  <a:pt x="5896576" y="1076909"/>
                </a:lnTo>
                <a:lnTo>
                  <a:pt x="5890849" y="1076978"/>
                </a:lnTo>
                <a:cubicBezTo>
                  <a:pt x="5885021" y="1077775"/>
                  <a:pt x="5901710" y="1081212"/>
                  <a:pt x="5888458" y="1094464"/>
                </a:cubicBezTo>
                <a:lnTo>
                  <a:pt x="5896576" y="1089486"/>
                </a:lnTo>
                <a:lnTo>
                  <a:pt x="5896576" y="1105417"/>
                </a:lnTo>
                <a:lnTo>
                  <a:pt x="5885422" y="1097500"/>
                </a:lnTo>
                <a:cubicBezTo>
                  <a:pt x="5880136" y="1096078"/>
                  <a:pt x="5876258" y="1097721"/>
                  <a:pt x="5872944" y="1101035"/>
                </a:cubicBezTo>
                <a:cubicBezTo>
                  <a:pt x="5866317" y="1107662"/>
                  <a:pt x="5861954" y="1120968"/>
                  <a:pt x="5853120" y="1129802"/>
                </a:cubicBezTo>
                <a:cubicBezTo>
                  <a:pt x="5844286" y="1138636"/>
                  <a:pt x="5839883" y="1145275"/>
                  <a:pt x="5838247" y="1150264"/>
                </a:cubicBezTo>
                <a:lnTo>
                  <a:pt x="5839478" y="1157784"/>
                </a:lnTo>
                <a:lnTo>
                  <a:pt x="5824409" y="1158513"/>
                </a:lnTo>
                <a:cubicBezTo>
                  <a:pt x="5813313" y="1160666"/>
                  <a:pt x="5800008" y="1165029"/>
                  <a:pt x="5782231" y="1164921"/>
                </a:cubicBezTo>
                <a:cubicBezTo>
                  <a:pt x="5817785" y="1165136"/>
                  <a:pt x="5800116" y="1182806"/>
                  <a:pt x="5782447" y="1200475"/>
                </a:cubicBezTo>
                <a:cubicBezTo>
                  <a:pt x="5818001" y="1200691"/>
                  <a:pt x="5818001" y="1200691"/>
                  <a:pt x="5818001" y="1200691"/>
                </a:cubicBezTo>
                <a:cubicBezTo>
                  <a:pt x="5835670" y="1183021"/>
                  <a:pt x="5800332" y="1218360"/>
                  <a:pt x="5800116" y="1182806"/>
                </a:cubicBezTo>
                <a:cubicBezTo>
                  <a:pt x="5835670" y="1183021"/>
                  <a:pt x="5835670" y="1183021"/>
                  <a:pt x="5853335" y="1165357"/>
                </a:cubicBezTo>
                <a:cubicBezTo>
                  <a:pt x="5844397" y="1156419"/>
                  <a:pt x="5844397" y="1156419"/>
                  <a:pt x="5848845" y="1156443"/>
                </a:cubicBezTo>
                <a:lnTo>
                  <a:pt x="5861832" y="1151310"/>
                </a:lnTo>
                <a:lnTo>
                  <a:pt x="5862146" y="1152074"/>
                </a:lnTo>
                <a:cubicBezTo>
                  <a:pt x="5862160" y="1154296"/>
                  <a:pt x="5862167" y="1155406"/>
                  <a:pt x="5863274" y="1154858"/>
                </a:cubicBezTo>
                <a:lnTo>
                  <a:pt x="5868034" y="1150442"/>
                </a:lnTo>
                <a:lnTo>
                  <a:pt x="5870785" y="1157408"/>
                </a:lnTo>
                <a:cubicBezTo>
                  <a:pt x="5874425" y="1162151"/>
                  <a:pt x="5880000" y="1165518"/>
                  <a:pt x="5888889" y="1165572"/>
                </a:cubicBezTo>
                <a:lnTo>
                  <a:pt x="5896576" y="1155291"/>
                </a:lnTo>
                <a:lnTo>
                  <a:pt x="5896576" y="1449658"/>
                </a:lnTo>
                <a:lnTo>
                  <a:pt x="5892868" y="1452250"/>
                </a:lnTo>
                <a:lnTo>
                  <a:pt x="5863159" y="1480498"/>
                </a:lnTo>
                <a:lnTo>
                  <a:pt x="5855294" y="1485353"/>
                </a:lnTo>
                <a:lnTo>
                  <a:pt x="5854357" y="1488859"/>
                </a:lnTo>
                <a:lnTo>
                  <a:pt x="5802286" y="1538361"/>
                </a:lnTo>
                <a:cubicBezTo>
                  <a:pt x="5811228" y="1547304"/>
                  <a:pt x="5824480" y="1534052"/>
                  <a:pt x="5835524" y="1523008"/>
                </a:cubicBezTo>
                <a:lnTo>
                  <a:pt x="5849617" y="1511151"/>
                </a:lnTo>
                <a:lnTo>
                  <a:pt x="5855510" y="1520908"/>
                </a:lnTo>
                <a:cubicBezTo>
                  <a:pt x="5855456" y="1512019"/>
                  <a:pt x="5853220" y="1509783"/>
                  <a:pt x="5849618" y="1511150"/>
                </a:cubicBezTo>
                <a:lnTo>
                  <a:pt x="5849617" y="1511151"/>
                </a:lnTo>
                <a:lnTo>
                  <a:pt x="5848775" y="1509758"/>
                </a:lnTo>
                <a:lnTo>
                  <a:pt x="5854357" y="1488859"/>
                </a:lnTo>
                <a:lnTo>
                  <a:pt x="5863159" y="1480498"/>
                </a:lnTo>
                <a:lnTo>
                  <a:pt x="5896576" y="1459848"/>
                </a:lnTo>
                <a:lnTo>
                  <a:pt x="5896576" y="1546754"/>
                </a:lnTo>
                <a:lnTo>
                  <a:pt x="5867170" y="1565146"/>
                </a:lnTo>
                <a:cubicBezTo>
                  <a:pt x="5834828" y="1590782"/>
                  <a:pt x="5824970" y="1614053"/>
                  <a:pt x="5785053" y="1627143"/>
                </a:cubicBezTo>
                <a:cubicBezTo>
                  <a:pt x="5785268" y="1662698"/>
                  <a:pt x="5767383" y="1644813"/>
                  <a:pt x="5785268" y="1662698"/>
                </a:cubicBezTo>
                <a:cubicBezTo>
                  <a:pt x="5732045" y="1680151"/>
                  <a:pt x="5696706" y="1715490"/>
                  <a:pt x="5714591" y="1733375"/>
                </a:cubicBezTo>
                <a:cubicBezTo>
                  <a:pt x="5687980" y="1742102"/>
                  <a:pt x="5652641" y="1777440"/>
                  <a:pt x="5617331" y="1817222"/>
                </a:cubicBezTo>
                <a:lnTo>
                  <a:pt x="5534299" y="1911727"/>
                </a:lnTo>
                <a:lnTo>
                  <a:pt x="5504664" y="1925417"/>
                </a:lnTo>
                <a:cubicBezTo>
                  <a:pt x="5493566" y="1927563"/>
                  <a:pt x="5484680" y="1927517"/>
                  <a:pt x="5484680" y="1927517"/>
                </a:cubicBezTo>
                <a:cubicBezTo>
                  <a:pt x="5466790" y="1909627"/>
                  <a:pt x="5537688" y="1874509"/>
                  <a:pt x="5519798" y="1856619"/>
                </a:cubicBezTo>
                <a:cubicBezTo>
                  <a:pt x="5555357" y="1856840"/>
                  <a:pt x="5590475" y="1785942"/>
                  <a:pt x="5608144" y="1768273"/>
                </a:cubicBezTo>
                <a:cubicBezTo>
                  <a:pt x="5608144" y="1768273"/>
                  <a:pt x="5590259" y="1750388"/>
                  <a:pt x="5625814" y="1750603"/>
                </a:cubicBezTo>
                <a:cubicBezTo>
                  <a:pt x="5661368" y="1750828"/>
                  <a:pt x="5607929" y="1732718"/>
                  <a:pt x="5643478" y="1732939"/>
                </a:cubicBezTo>
                <a:cubicBezTo>
                  <a:pt x="5643703" y="1768493"/>
                  <a:pt x="5678817" y="1697600"/>
                  <a:pt x="5696706" y="1715490"/>
                </a:cubicBezTo>
                <a:cubicBezTo>
                  <a:pt x="5679042" y="1733155"/>
                  <a:pt x="5643478" y="1732939"/>
                  <a:pt x="5661368" y="1750828"/>
                </a:cubicBezTo>
                <a:cubicBezTo>
                  <a:pt x="5679042" y="1733155"/>
                  <a:pt x="5679042" y="1733155"/>
                  <a:pt x="5696706" y="1715490"/>
                </a:cubicBezTo>
                <a:cubicBezTo>
                  <a:pt x="5696491" y="1679926"/>
                  <a:pt x="5661152" y="1715265"/>
                  <a:pt x="5661152" y="1715265"/>
                </a:cubicBezTo>
                <a:cubicBezTo>
                  <a:pt x="5678817" y="1697600"/>
                  <a:pt x="5678817" y="1697600"/>
                  <a:pt x="5696491" y="1679926"/>
                </a:cubicBezTo>
                <a:cubicBezTo>
                  <a:pt x="5696491" y="1679926"/>
                  <a:pt x="5696706" y="1715490"/>
                  <a:pt x="5714380" y="1697816"/>
                </a:cubicBezTo>
                <a:cubicBezTo>
                  <a:pt x="5696491" y="1679926"/>
                  <a:pt x="5731825" y="1644592"/>
                  <a:pt x="5731825" y="1644592"/>
                </a:cubicBezTo>
                <a:cubicBezTo>
                  <a:pt x="5749714" y="1662482"/>
                  <a:pt x="5714380" y="1697816"/>
                  <a:pt x="5732045" y="1680151"/>
                </a:cubicBezTo>
                <a:cubicBezTo>
                  <a:pt x="5749714" y="1662482"/>
                  <a:pt x="5749714" y="1662482"/>
                  <a:pt x="5749714" y="1662482"/>
                </a:cubicBezTo>
                <a:cubicBezTo>
                  <a:pt x="5749714" y="1662482"/>
                  <a:pt x="5731825" y="1644592"/>
                  <a:pt x="5731825" y="1644592"/>
                </a:cubicBezTo>
                <a:cubicBezTo>
                  <a:pt x="5749714" y="1662482"/>
                  <a:pt x="5766948" y="1573700"/>
                  <a:pt x="5802722" y="1609474"/>
                </a:cubicBezTo>
                <a:cubicBezTo>
                  <a:pt x="5784832" y="1591585"/>
                  <a:pt x="5855730" y="1556466"/>
                  <a:pt x="5837840" y="1538577"/>
                </a:cubicBezTo>
                <a:cubicBezTo>
                  <a:pt x="5820171" y="1556246"/>
                  <a:pt x="5767163" y="1609254"/>
                  <a:pt x="5766948" y="1573700"/>
                </a:cubicBezTo>
                <a:cubicBezTo>
                  <a:pt x="5766948" y="1573700"/>
                  <a:pt x="5749278" y="1591369"/>
                  <a:pt x="5731609" y="1609038"/>
                </a:cubicBezTo>
                <a:cubicBezTo>
                  <a:pt x="5731609" y="1609038"/>
                  <a:pt x="5731394" y="1573484"/>
                  <a:pt x="5713724" y="1591154"/>
                </a:cubicBezTo>
                <a:cubicBezTo>
                  <a:pt x="5696055" y="1608823"/>
                  <a:pt x="5731609" y="1609038"/>
                  <a:pt x="5713940" y="1626708"/>
                </a:cubicBezTo>
                <a:cubicBezTo>
                  <a:pt x="5625593" y="1715054"/>
                  <a:pt x="5555137" y="1821280"/>
                  <a:pt x="5466575" y="1874073"/>
                </a:cubicBezTo>
                <a:cubicBezTo>
                  <a:pt x="5413567" y="1927081"/>
                  <a:pt x="5414003" y="1998194"/>
                  <a:pt x="5360775" y="2015643"/>
                </a:cubicBezTo>
                <a:cubicBezTo>
                  <a:pt x="5378664" y="2033532"/>
                  <a:pt x="5307556" y="2033092"/>
                  <a:pt x="5307771" y="2068646"/>
                </a:cubicBezTo>
                <a:cubicBezTo>
                  <a:pt x="5290102" y="2086315"/>
                  <a:pt x="5325440" y="2050977"/>
                  <a:pt x="5289886" y="2050761"/>
                </a:cubicBezTo>
                <a:cubicBezTo>
                  <a:pt x="5307771" y="2068646"/>
                  <a:pt x="5290102" y="2086315"/>
                  <a:pt x="5290102" y="2086315"/>
                </a:cubicBezTo>
                <a:cubicBezTo>
                  <a:pt x="5254543" y="2086104"/>
                  <a:pt x="5219645" y="2192551"/>
                  <a:pt x="5184086" y="2192331"/>
                </a:cubicBezTo>
                <a:cubicBezTo>
                  <a:pt x="5184086" y="2192331"/>
                  <a:pt x="5166417" y="2210000"/>
                  <a:pt x="5148532" y="2192115"/>
                </a:cubicBezTo>
                <a:cubicBezTo>
                  <a:pt x="5148748" y="2227669"/>
                  <a:pt x="5113194" y="2227453"/>
                  <a:pt x="5113409" y="2263008"/>
                </a:cubicBezTo>
                <a:cubicBezTo>
                  <a:pt x="5113409" y="2263008"/>
                  <a:pt x="5131079" y="2245338"/>
                  <a:pt x="5148748" y="2227669"/>
                </a:cubicBezTo>
                <a:lnTo>
                  <a:pt x="5123106" y="2263069"/>
                </a:lnTo>
                <a:lnTo>
                  <a:pt x="5090397" y="2290688"/>
                </a:lnTo>
                <a:lnTo>
                  <a:pt x="5078071" y="2298346"/>
                </a:lnTo>
                <a:lnTo>
                  <a:pt x="5077649" y="2301459"/>
                </a:lnTo>
                <a:lnTo>
                  <a:pt x="5060401" y="2316016"/>
                </a:lnTo>
                <a:cubicBezTo>
                  <a:pt x="5060401" y="2316016"/>
                  <a:pt x="5069292" y="2316067"/>
                  <a:pt x="5075943" y="2313888"/>
                </a:cubicBezTo>
                <a:lnTo>
                  <a:pt x="5077649" y="2301459"/>
                </a:lnTo>
                <a:lnTo>
                  <a:pt x="5090397" y="2290688"/>
                </a:lnTo>
                <a:lnTo>
                  <a:pt x="5113489" y="2276342"/>
                </a:lnTo>
                <a:lnTo>
                  <a:pt x="5123106" y="2263069"/>
                </a:lnTo>
                <a:lnTo>
                  <a:pt x="5175360" y="2218943"/>
                </a:lnTo>
                <a:cubicBezTo>
                  <a:pt x="5210698" y="2183604"/>
                  <a:pt x="5246037" y="2148275"/>
                  <a:pt x="5290322" y="2121874"/>
                </a:cubicBezTo>
                <a:cubicBezTo>
                  <a:pt x="5290322" y="2121874"/>
                  <a:pt x="5290322" y="2121874"/>
                  <a:pt x="5290102" y="2086315"/>
                </a:cubicBezTo>
                <a:cubicBezTo>
                  <a:pt x="5343110" y="2033307"/>
                  <a:pt x="5449341" y="1962855"/>
                  <a:pt x="5484680" y="1927517"/>
                </a:cubicBezTo>
                <a:cubicBezTo>
                  <a:pt x="5467010" y="1945186"/>
                  <a:pt x="5502564" y="1945402"/>
                  <a:pt x="5484895" y="1963071"/>
                </a:cubicBezTo>
                <a:cubicBezTo>
                  <a:pt x="5467010" y="1945186"/>
                  <a:pt x="5467010" y="1945186"/>
                  <a:pt x="5467010" y="1945186"/>
                </a:cubicBezTo>
                <a:cubicBezTo>
                  <a:pt x="5484895" y="1963071"/>
                  <a:pt x="5449341" y="1962855"/>
                  <a:pt x="5449557" y="1998409"/>
                </a:cubicBezTo>
                <a:cubicBezTo>
                  <a:pt x="5431887" y="2016079"/>
                  <a:pt x="5414003" y="1998194"/>
                  <a:pt x="5414218" y="2033748"/>
                </a:cubicBezTo>
                <a:cubicBezTo>
                  <a:pt x="5414110" y="2015971"/>
                  <a:pt x="5409639" y="2011500"/>
                  <a:pt x="5400781" y="2015886"/>
                </a:cubicBezTo>
                <a:lnTo>
                  <a:pt x="5396357" y="2019814"/>
                </a:lnTo>
                <a:lnTo>
                  <a:pt x="5396333" y="2015863"/>
                </a:lnTo>
                <a:lnTo>
                  <a:pt x="5391796" y="2023859"/>
                </a:lnTo>
                <a:lnTo>
                  <a:pt x="5360995" y="2051202"/>
                </a:lnTo>
                <a:cubicBezTo>
                  <a:pt x="5343330" y="2068866"/>
                  <a:pt x="5343330" y="2068866"/>
                  <a:pt x="5325661" y="2086536"/>
                </a:cubicBezTo>
                <a:cubicBezTo>
                  <a:pt x="5361215" y="2086751"/>
                  <a:pt x="5343546" y="2104420"/>
                  <a:pt x="5361431" y="2122305"/>
                </a:cubicBezTo>
                <a:cubicBezTo>
                  <a:pt x="5361431" y="2122305"/>
                  <a:pt x="5361431" y="2122305"/>
                  <a:pt x="5379100" y="2104636"/>
                </a:cubicBezTo>
                <a:cubicBezTo>
                  <a:pt x="5361215" y="2086751"/>
                  <a:pt x="5361215" y="2086751"/>
                  <a:pt x="5360995" y="2051202"/>
                </a:cubicBezTo>
                <a:cubicBezTo>
                  <a:pt x="5369937" y="2060144"/>
                  <a:pt x="5374357" y="2055724"/>
                  <a:pt x="5378749" y="2046861"/>
                </a:cubicBezTo>
                <a:lnTo>
                  <a:pt x="5391796" y="2023859"/>
                </a:lnTo>
                <a:lnTo>
                  <a:pt x="5396357" y="2019814"/>
                </a:lnTo>
                <a:lnTo>
                  <a:pt x="5396549" y="2051417"/>
                </a:lnTo>
                <a:cubicBezTo>
                  <a:pt x="5449772" y="2033964"/>
                  <a:pt x="5502780" y="1980955"/>
                  <a:pt x="5520234" y="1927732"/>
                </a:cubicBezTo>
                <a:cubicBezTo>
                  <a:pt x="5555788" y="1927948"/>
                  <a:pt x="5590911" y="1857055"/>
                  <a:pt x="5626465" y="1857271"/>
                </a:cubicBezTo>
                <a:cubicBezTo>
                  <a:pt x="5626465" y="1857271"/>
                  <a:pt x="5626686" y="1892829"/>
                  <a:pt x="5644355" y="1875160"/>
                </a:cubicBezTo>
                <a:cubicBezTo>
                  <a:pt x="5644463" y="1892937"/>
                  <a:pt x="5635572" y="1892886"/>
                  <a:pt x="5626686" y="1892829"/>
                </a:cubicBezTo>
                <a:lnTo>
                  <a:pt x="5591126" y="1892609"/>
                </a:lnTo>
                <a:cubicBezTo>
                  <a:pt x="5582292" y="1901444"/>
                  <a:pt x="5586763" y="1905915"/>
                  <a:pt x="5595678" y="1910414"/>
                </a:cubicBezTo>
                <a:lnTo>
                  <a:pt x="5601611" y="1913826"/>
                </a:lnTo>
                <a:lnTo>
                  <a:pt x="5584635" y="1921457"/>
                </a:lnTo>
                <a:cubicBezTo>
                  <a:pt x="5583545" y="1924782"/>
                  <a:pt x="5583015" y="1928668"/>
                  <a:pt x="5581651" y="1932827"/>
                </a:cubicBezTo>
                <a:lnTo>
                  <a:pt x="5575992" y="1942053"/>
                </a:lnTo>
                <a:lnTo>
                  <a:pt x="5563676" y="1945774"/>
                </a:lnTo>
                <a:cubicBezTo>
                  <a:pt x="5559252" y="1949081"/>
                  <a:pt x="5555953" y="1954617"/>
                  <a:pt x="5556008" y="1963506"/>
                </a:cubicBezTo>
                <a:cubicBezTo>
                  <a:pt x="5556008" y="1963506"/>
                  <a:pt x="5556008" y="1963506"/>
                  <a:pt x="5538119" y="1945617"/>
                </a:cubicBezTo>
                <a:cubicBezTo>
                  <a:pt x="5520449" y="1963286"/>
                  <a:pt x="5520670" y="1998845"/>
                  <a:pt x="5502780" y="1980955"/>
                </a:cubicBezTo>
                <a:cubicBezTo>
                  <a:pt x="5502780" y="1980955"/>
                  <a:pt x="5520670" y="1998845"/>
                  <a:pt x="5520670" y="1998845"/>
                </a:cubicBezTo>
                <a:cubicBezTo>
                  <a:pt x="5502996" y="2016510"/>
                  <a:pt x="5485111" y="1998625"/>
                  <a:pt x="5502996" y="2016510"/>
                </a:cubicBezTo>
                <a:cubicBezTo>
                  <a:pt x="5502996" y="2016510"/>
                  <a:pt x="5502996" y="2016510"/>
                  <a:pt x="5520670" y="1998845"/>
                </a:cubicBezTo>
                <a:cubicBezTo>
                  <a:pt x="5538555" y="2016730"/>
                  <a:pt x="5502996" y="2016510"/>
                  <a:pt x="5503216" y="2052068"/>
                </a:cubicBezTo>
                <a:cubicBezTo>
                  <a:pt x="5502996" y="2016510"/>
                  <a:pt x="5467657" y="2051848"/>
                  <a:pt x="5467442" y="2016294"/>
                </a:cubicBezTo>
                <a:cubicBezTo>
                  <a:pt x="5449772" y="2033964"/>
                  <a:pt x="5467657" y="2051848"/>
                  <a:pt x="5485552" y="2069733"/>
                </a:cubicBezTo>
                <a:cubicBezTo>
                  <a:pt x="5467657" y="2051848"/>
                  <a:pt x="5467657" y="2051848"/>
                  <a:pt x="5467657" y="2051848"/>
                </a:cubicBezTo>
                <a:cubicBezTo>
                  <a:pt x="5432103" y="2051633"/>
                  <a:pt x="5467878" y="2087407"/>
                  <a:pt x="5485552" y="2069733"/>
                </a:cubicBezTo>
                <a:cubicBezTo>
                  <a:pt x="5467878" y="2087407"/>
                  <a:pt x="5432319" y="2087187"/>
                  <a:pt x="5450208" y="2105076"/>
                </a:cubicBezTo>
                <a:cubicBezTo>
                  <a:pt x="5432539" y="2122746"/>
                  <a:pt x="5432319" y="2087187"/>
                  <a:pt x="5432319" y="2087187"/>
                </a:cubicBezTo>
                <a:cubicBezTo>
                  <a:pt x="5432319" y="2087187"/>
                  <a:pt x="5432319" y="2087187"/>
                  <a:pt x="5396985" y="2122521"/>
                </a:cubicBezTo>
                <a:cubicBezTo>
                  <a:pt x="5396985" y="2122521"/>
                  <a:pt x="5432539" y="2122746"/>
                  <a:pt x="5432539" y="2122746"/>
                </a:cubicBezTo>
                <a:cubicBezTo>
                  <a:pt x="5397205" y="2158080"/>
                  <a:pt x="5326528" y="2228757"/>
                  <a:pt x="5291190" y="2264095"/>
                </a:cubicBezTo>
                <a:cubicBezTo>
                  <a:pt x="5326744" y="2264311"/>
                  <a:pt x="5379536" y="2175749"/>
                  <a:pt x="5432539" y="2122746"/>
                </a:cubicBezTo>
                <a:cubicBezTo>
                  <a:pt x="5432539" y="2122746"/>
                  <a:pt x="5450424" y="2140631"/>
                  <a:pt x="5450424" y="2140631"/>
                </a:cubicBezTo>
                <a:cubicBezTo>
                  <a:pt x="5468093" y="2122961"/>
                  <a:pt x="5485552" y="2069733"/>
                  <a:pt x="5503216" y="2052068"/>
                </a:cubicBezTo>
                <a:cubicBezTo>
                  <a:pt x="5574109" y="2016946"/>
                  <a:pt x="5644786" y="1946269"/>
                  <a:pt x="5679909" y="1875376"/>
                </a:cubicBezTo>
                <a:cubicBezTo>
                  <a:pt x="5768466" y="1822588"/>
                  <a:pt x="5803594" y="1751691"/>
                  <a:pt x="5856597" y="1698688"/>
                </a:cubicBezTo>
                <a:lnTo>
                  <a:pt x="5896576" y="1685576"/>
                </a:lnTo>
                <a:lnTo>
                  <a:pt x="5896576" y="1687241"/>
                </a:lnTo>
                <a:lnTo>
                  <a:pt x="5892151" y="1698903"/>
                </a:lnTo>
                <a:lnTo>
                  <a:pt x="5896576" y="1694478"/>
                </a:lnTo>
                <a:lnTo>
                  <a:pt x="5896576" y="2907274"/>
                </a:lnTo>
                <a:lnTo>
                  <a:pt x="5886194" y="2905482"/>
                </a:lnTo>
                <a:cubicBezTo>
                  <a:pt x="5877332" y="2909871"/>
                  <a:pt x="5868525" y="2923151"/>
                  <a:pt x="5859663" y="2927540"/>
                </a:cubicBezTo>
                <a:lnTo>
                  <a:pt x="5846314" y="2925236"/>
                </a:lnTo>
                <a:lnTo>
                  <a:pt x="5881653" y="2889897"/>
                </a:lnTo>
                <a:cubicBezTo>
                  <a:pt x="5877236" y="2894314"/>
                  <a:pt x="5870609" y="2900940"/>
                  <a:pt x="5862603" y="2908947"/>
                </a:cubicBezTo>
                <a:lnTo>
                  <a:pt x="5846314" y="2925235"/>
                </a:lnTo>
                <a:lnTo>
                  <a:pt x="5846314" y="2925235"/>
                </a:lnTo>
                <a:lnTo>
                  <a:pt x="5846314" y="2925236"/>
                </a:lnTo>
                <a:lnTo>
                  <a:pt x="5835271" y="2936279"/>
                </a:lnTo>
                <a:cubicBezTo>
                  <a:pt x="5815393" y="2956157"/>
                  <a:pt x="5793307" y="2978243"/>
                  <a:pt x="5775637" y="2995913"/>
                </a:cubicBezTo>
                <a:lnTo>
                  <a:pt x="5846314" y="2925236"/>
                </a:lnTo>
                <a:lnTo>
                  <a:pt x="5853895" y="2938338"/>
                </a:lnTo>
                <a:cubicBezTo>
                  <a:pt x="5856472" y="2950853"/>
                  <a:pt x="5846530" y="2960789"/>
                  <a:pt x="5846530" y="2960789"/>
                </a:cubicBezTo>
                <a:cubicBezTo>
                  <a:pt x="5828865" y="2978464"/>
                  <a:pt x="5793306" y="2978243"/>
                  <a:pt x="5828865" y="2978464"/>
                </a:cubicBezTo>
                <a:cubicBezTo>
                  <a:pt x="5793306" y="2978243"/>
                  <a:pt x="5793527" y="3013802"/>
                  <a:pt x="5775857" y="3031472"/>
                </a:cubicBezTo>
                <a:cubicBezTo>
                  <a:pt x="5775857" y="3031472"/>
                  <a:pt x="5775857" y="3031472"/>
                  <a:pt x="5757968" y="3013582"/>
                </a:cubicBezTo>
                <a:cubicBezTo>
                  <a:pt x="5757752" y="2978028"/>
                  <a:pt x="5740298" y="3031251"/>
                  <a:pt x="5740298" y="3031251"/>
                </a:cubicBezTo>
                <a:cubicBezTo>
                  <a:pt x="5757968" y="3013582"/>
                  <a:pt x="5757968" y="3013582"/>
                  <a:pt x="5757968" y="3013582"/>
                </a:cubicBezTo>
                <a:cubicBezTo>
                  <a:pt x="5740519" y="3066810"/>
                  <a:pt x="5740519" y="3066810"/>
                  <a:pt x="5687295" y="3084254"/>
                </a:cubicBezTo>
                <a:lnTo>
                  <a:pt x="5716939" y="3086415"/>
                </a:lnTo>
                <a:lnTo>
                  <a:pt x="5669621" y="3101928"/>
                </a:lnTo>
                <a:cubicBezTo>
                  <a:pt x="5669842" y="3137478"/>
                  <a:pt x="5669842" y="3137478"/>
                  <a:pt x="5687727" y="3155372"/>
                </a:cubicBezTo>
                <a:cubicBezTo>
                  <a:pt x="5705400" y="3137698"/>
                  <a:pt x="5705400" y="3137698"/>
                  <a:pt x="5705400" y="3137698"/>
                </a:cubicBezTo>
                <a:cubicBezTo>
                  <a:pt x="5705559" y="3164367"/>
                  <a:pt x="5715416" y="3141096"/>
                  <a:pt x="5727880" y="3135339"/>
                </a:cubicBezTo>
                <a:lnTo>
                  <a:pt x="5740950" y="3137919"/>
                </a:lnTo>
                <a:lnTo>
                  <a:pt x="5738745" y="3140123"/>
                </a:lnTo>
                <a:cubicBezTo>
                  <a:pt x="5732120" y="3146748"/>
                  <a:pt x="5723285" y="3155583"/>
                  <a:pt x="5723285" y="3155583"/>
                </a:cubicBezTo>
                <a:cubicBezTo>
                  <a:pt x="5696566" y="3146533"/>
                  <a:pt x="5692142" y="3150948"/>
                  <a:pt x="5694410" y="3157631"/>
                </a:cubicBezTo>
                <a:lnTo>
                  <a:pt x="5700339" y="3165903"/>
                </a:lnTo>
                <a:lnTo>
                  <a:pt x="5698905" y="3166550"/>
                </a:lnTo>
                <a:lnTo>
                  <a:pt x="5695914" y="3173196"/>
                </a:lnTo>
                <a:lnTo>
                  <a:pt x="5687839" y="3173144"/>
                </a:lnTo>
                <a:cubicBezTo>
                  <a:pt x="5683419" y="3177564"/>
                  <a:pt x="5679004" y="3181979"/>
                  <a:pt x="5670062" y="3173037"/>
                </a:cubicBezTo>
                <a:cubicBezTo>
                  <a:pt x="5670062" y="3173037"/>
                  <a:pt x="5669842" y="3137478"/>
                  <a:pt x="5669842" y="3137478"/>
                </a:cubicBezTo>
                <a:cubicBezTo>
                  <a:pt x="5634283" y="3137267"/>
                  <a:pt x="5634283" y="3137267"/>
                  <a:pt x="5634503" y="3172816"/>
                </a:cubicBezTo>
                <a:cubicBezTo>
                  <a:pt x="5616618" y="3154931"/>
                  <a:pt x="5598949" y="3172601"/>
                  <a:pt x="5581280" y="3190270"/>
                </a:cubicBezTo>
                <a:cubicBezTo>
                  <a:pt x="5581280" y="3190270"/>
                  <a:pt x="5581280" y="3190270"/>
                  <a:pt x="5563610" y="3207939"/>
                </a:cubicBezTo>
                <a:cubicBezTo>
                  <a:pt x="5581280" y="3190270"/>
                  <a:pt x="5581280" y="3190270"/>
                  <a:pt x="5563395" y="3172385"/>
                </a:cubicBezTo>
                <a:cubicBezTo>
                  <a:pt x="5545726" y="3190054"/>
                  <a:pt x="5581280" y="3190270"/>
                  <a:pt x="5545726" y="3190054"/>
                </a:cubicBezTo>
                <a:cubicBezTo>
                  <a:pt x="5545941" y="3225608"/>
                  <a:pt x="5581500" y="3225829"/>
                  <a:pt x="5581500" y="3225829"/>
                </a:cubicBezTo>
                <a:cubicBezTo>
                  <a:pt x="5581500" y="3225829"/>
                  <a:pt x="5581500" y="3225829"/>
                  <a:pt x="5563831" y="3243498"/>
                </a:cubicBezTo>
                <a:cubicBezTo>
                  <a:pt x="5563831" y="3243498"/>
                  <a:pt x="5563610" y="3207939"/>
                  <a:pt x="5528056" y="3207724"/>
                </a:cubicBezTo>
                <a:cubicBezTo>
                  <a:pt x="5536998" y="3216666"/>
                  <a:pt x="5532581" y="3221083"/>
                  <a:pt x="5525928" y="3223265"/>
                </a:cubicBezTo>
                <a:lnTo>
                  <a:pt x="5517802" y="3224755"/>
                </a:lnTo>
                <a:lnTo>
                  <a:pt x="5517875" y="3223494"/>
                </a:lnTo>
                <a:cubicBezTo>
                  <a:pt x="5517026" y="3220989"/>
                  <a:pt x="5514804" y="3220976"/>
                  <a:pt x="5510387" y="3225393"/>
                </a:cubicBezTo>
                <a:cubicBezTo>
                  <a:pt x="5510387" y="3225393"/>
                  <a:pt x="5512609" y="3225407"/>
                  <a:pt x="5515663" y="3225147"/>
                </a:cubicBezTo>
                <a:lnTo>
                  <a:pt x="5517802" y="3224755"/>
                </a:lnTo>
                <a:lnTo>
                  <a:pt x="5517121" y="3236544"/>
                </a:lnTo>
                <a:cubicBezTo>
                  <a:pt x="5514966" y="3247641"/>
                  <a:pt x="5510603" y="3260947"/>
                  <a:pt x="5510603" y="3260947"/>
                </a:cubicBezTo>
                <a:cubicBezTo>
                  <a:pt x="5510603" y="3260947"/>
                  <a:pt x="5492933" y="3278616"/>
                  <a:pt x="5492933" y="3278616"/>
                </a:cubicBezTo>
                <a:cubicBezTo>
                  <a:pt x="5492933" y="3278616"/>
                  <a:pt x="5528272" y="3243278"/>
                  <a:pt x="5492718" y="3243062"/>
                </a:cubicBezTo>
                <a:cubicBezTo>
                  <a:pt x="5475049" y="3260731"/>
                  <a:pt x="5475049" y="3260731"/>
                  <a:pt x="5457379" y="3278401"/>
                </a:cubicBezTo>
                <a:lnTo>
                  <a:pt x="5422045" y="3313735"/>
                </a:lnTo>
                <a:lnTo>
                  <a:pt x="5459751" y="3302856"/>
                </a:lnTo>
                <a:cubicBezTo>
                  <a:pt x="5466373" y="3296234"/>
                  <a:pt x="5466321" y="3287343"/>
                  <a:pt x="5457379" y="3278401"/>
                </a:cubicBezTo>
                <a:cubicBezTo>
                  <a:pt x="5475264" y="3296286"/>
                  <a:pt x="5475264" y="3296286"/>
                  <a:pt x="5493153" y="3314175"/>
                </a:cubicBezTo>
                <a:cubicBezTo>
                  <a:pt x="5457595" y="3313955"/>
                  <a:pt x="5439925" y="3331624"/>
                  <a:pt x="5439925" y="3331624"/>
                </a:cubicBezTo>
                <a:lnTo>
                  <a:pt x="5422041" y="3313739"/>
                </a:lnTo>
                <a:lnTo>
                  <a:pt x="5386702" y="3349078"/>
                </a:lnTo>
                <a:cubicBezTo>
                  <a:pt x="5386702" y="3349078"/>
                  <a:pt x="5386702" y="3349078"/>
                  <a:pt x="5388938" y="3351314"/>
                </a:cubicBezTo>
                <a:lnTo>
                  <a:pt x="5400163" y="3362539"/>
                </a:lnTo>
                <a:lnTo>
                  <a:pt x="5394285" y="3368602"/>
                </a:lnTo>
                <a:cubicBezTo>
                  <a:pt x="5391567" y="3372717"/>
                  <a:pt x="5389100" y="3377979"/>
                  <a:pt x="5386918" y="3384632"/>
                </a:cubicBezTo>
                <a:cubicBezTo>
                  <a:pt x="5404802" y="3402517"/>
                  <a:pt x="5404802" y="3402517"/>
                  <a:pt x="5404802" y="3402517"/>
                </a:cubicBezTo>
                <a:cubicBezTo>
                  <a:pt x="5422476" y="3384852"/>
                  <a:pt x="5404802" y="3402517"/>
                  <a:pt x="5422476" y="3384852"/>
                </a:cubicBezTo>
                <a:cubicBezTo>
                  <a:pt x="5422476" y="3384852"/>
                  <a:pt x="5440141" y="3367178"/>
                  <a:pt x="5440141" y="3367178"/>
                </a:cubicBezTo>
                <a:cubicBezTo>
                  <a:pt x="5440141" y="3367178"/>
                  <a:pt x="5458026" y="3385063"/>
                  <a:pt x="5458026" y="3385063"/>
                </a:cubicBezTo>
                <a:cubicBezTo>
                  <a:pt x="5440361" y="3402737"/>
                  <a:pt x="5440361" y="3402737"/>
                  <a:pt x="5422687" y="3420402"/>
                </a:cubicBezTo>
                <a:cubicBezTo>
                  <a:pt x="5458246" y="3420622"/>
                  <a:pt x="5458246" y="3420622"/>
                  <a:pt x="5475920" y="3402948"/>
                </a:cubicBezTo>
                <a:cubicBezTo>
                  <a:pt x="5458026" y="3385063"/>
                  <a:pt x="5458026" y="3385063"/>
                  <a:pt x="5458026" y="3385063"/>
                </a:cubicBezTo>
                <a:cubicBezTo>
                  <a:pt x="5440141" y="3367178"/>
                  <a:pt x="5475700" y="3367399"/>
                  <a:pt x="5475700" y="3367399"/>
                </a:cubicBezTo>
                <a:cubicBezTo>
                  <a:pt x="5457923" y="3367291"/>
                  <a:pt x="5440089" y="3358288"/>
                  <a:pt x="5424520" y="3355972"/>
                </a:cubicBezTo>
                <a:cubicBezTo>
                  <a:pt x="5416735" y="3354815"/>
                  <a:pt x="5409517" y="3355327"/>
                  <a:pt x="5403153" y="3359455"/>
                </a:cubicBezTo>
                <a:lnTo>
                  <a:pt x="5401484" y="3361176"/>
                </a:lnTo>
                <a:lnTo>
                  <a:pt x="5397564" y="3353866"/>
                </a:lnTo>
                <a:cubicBezTo>
                  <a:pt x="5396654" y="3341361"/>
                  <a:pt x="5413259" y="3331463"/>
                  <a:pt x="5439925" y="3331624"/>
                </a:cubicBezTo>
                <a:cubicBezTo>
                  <a:pt x="5422256" y="3349293"/>
                  <a:pt x="5457815" y="3349514"/>
                  <a:pt x="5475480" y="3331840"/>
                </a:cubicBezTo>
                <a:cubicBezTo>
                  <a:pt x="5493153" y="3314175"/>
                  <a:pt x="5475700" y="3367399"/>
                  <a:pt x="5493364" y="3349725"/>
                </a:cubicBezTo>
                <a:cubicBezTo>
                  <a:pt x="5497837" y="3354197"/>
                  <a:pt x="5504504" y="3354238"/>
                  <a:pt x="5511437" y="3352337"/>
                </a:cubicBezTo>
                <a:lnTo>
                  <a:pt x="5524263" y="3346438"/>
                </a:lnTo>
                <a:lnTo>
                  <a:pt x="5528923" y="3349945"/>
                </a:lnTo>
                <a:cubicBezTo>
                  <a:pt x="5546593" y="3332276"/>
                  <a:pt x="5542175" y="3336693"/>
                  <a:pt x="5531104" y="3343291"/>
                </a:cubicBezTo>
                <a:lnTo>
                  <a:pt x="5524263" y="3346438"/>
                </a:lnTo>
                <a:lnTo>
                  <a:pt x="5511064" y="3336504"/>
                </a:lnTo>
                <a:cubicBezTo>
                  <a:pt x="5506620" y="3336477"/>
                  <a:pt x="5502201" y="3340893"/>
                  <a:pt x="5493364" y="3349725"/>
                </a:cubicBezTo>
                <a:cubicBezTo>
                  <a:pt x="5475480" y="3331840"/>
                  <a:pt x="5493153" y="3314175"/>
                  <a:pt x="5493153" y="3314175"/>
                </a:cubicBezTo>
                <a:cubicBezTo>
                  <a:pt x="5528703" y="3314386"/>
                  <a:pt x="5528492" y="3278837"/>
                  <a:pt x="5528492" y="3278837"/>
                </a:cubicBezTo>
                <a:cubicBezTo>
                  <a:pt x="5546377" y="3296722"/>
                  <a:pt x="5528703" y="3314386"/>
                  <a:pt x="5528703" y="3314386"/>
                </a:cubicBezTo>
                <a:cubicBezTo>
                  <a:pt x="5546377" y="3296722"/>
                  <a:pt x="5564046" y="3279052"/>
                  <a:pt x="5564262" y="3314606"/>
                </a:cubicBezTo>
                <a:cubicBezTo>
                  <a:pt x="5564262" y="3314606"/>
                  <a:pt x="5564262" y="3314606"/>
                  <a:pt x="5581931" y="3296937"/>
                </a:cubicBezTo>
                <a:cubicBezTo>
                  <a:pt x="5581931" y="3296937"/>
                  <a:pt x="5581931" y="3296937"/>
                  <a:pt x="5599601" y="3279268"/>
                </a:cubicBezTo>
                <a:cubicBezTo>
                  <a:pt x="5617270" y="3261599"/>
                  <a:pt x="5634939" y="3243929"/>
                  <a:pt x="5634939" y="3243929"/>
                </a:cubicBezTo>
                <a:cubicBezTo>
                  <a:pt x="5634939" y="3243929"/>
                  <a:pt x="5652824" y="3261814"/>
                  <a:pt x="5670493" y="3244145"/>
                </a:cubicBezTo>
                <a:cubicBezTo>
                  <a:pt x="5652608" y="3226260"/>
                  <a:pt x="5652608" y="3226260"/>
                  <a:pt x="5670278" y="3208591"/>
                </a:cubicBezTo>
                <a:cubicBezTo>
                  <a:pt x="5670278" y="3208591"/>
                  <a:pt x="5690277" y="3208712"/>
                  <a:pt x="5692731" y="3201227"/>
                </a:cubicBezTo>
                <a:lnTo>
                  <a:pt x="5690731" y="3196919"/>
                </a:lnTo>
                <a:lnTo>
                  <a:pt x="5696860" y="3195422"/>
                </a:lnTo>
                <a:cubicBezTo>
                  <a:pt x="5705721" y="3191033"/>
                  <a:pt x="5714554" y="3182199"/>
                  <a:pt x="5705612" y="3173257"/>
                </a:cubicBezTo>
                <a:lnTo>
                  <a:pt x="5700339" y="3165903"/>
                </a:lnTo>
                <a:lnTo>
                  <a:pt x="5723285" y="3155583"/>
                </a:lnTo>
                <a:cubicBezTo>
                  <a:pt x="5723285" y="3155583"/>
                  <a:pt x="5723285" y="3155583"/>
                  <a:pt x="5740950" y="3137919"/>
                </a:cubicBezTo>
                <a:cubicBezTo>
                  <a:pt x="5776509" y="3138129"/>
                  <a:pt x="5740950" y="3137919"/>
                  <a:pt x="5758624" y="3120244"/>
                </a:cubicBezTo>
                <a:cubicBezTo>
                  <a:pt x="5758624" y="3120244"/>
                  <a:pt x="5776509" y="3138129"/>
                  <a:pt x="5794173" y="3120465"/>
                </a:cubicBezTo>
                <a:cubicBezTo>
                  <a:pt x="5776289" y="3102580"/>
                  <a:pt x="5811843" y="3102795"/>
                  <a:pt x="5793958" y="3084911"/>
                </a:cubicBezTo>
                <a:cubicBezTo>
                  <a:pt x="5793958" y="3084911"/>
                  <a:pt x="5829512" y="3085126"/>
                  <a:pt x="5811843" y="3102795"/>
                </a:cubicBezTo>
                <a:cubicBezTo>
                  <a:pt x="5829512" y="3085126"/>
                  <a:pt x="5829296" y="3049572"/>
                  <a:pt x="5829296" y="3049572"/>
                </a:cubicBezTo>
                <a:cubicBezTo>
                  <a:pt x="5847181" y="3067457"/>
                  <a:pt x="5847181" y="3067457"/>
                  <a:pt x="5864851" y="3049788"/>
                </a:cubicBezTo>
                <a:cubicBezTo>
                  <a:pt x="5864851" y="3049788"/>
                  <a:pt x="5878158" y="3045425"/>
                  <a:pt x="5891465" y="3041063"/>
                </a:cubicBezTo>
                <a:lnTo>
                  <a:pt x="5896576" y="3039388"/>
                </a:lnTo>
                <a:lnTo>
                  <a:pt x="5896576" y="3095922"/>
                </a:lnTo>
                <a:lnTo>
                  <a:pt x="5882956" y="3103231"/>
                </a:lnTo>
                <a:cubicBezTo>
                  <a:pt x="5882956" y="3103231"/>
                  <a:pt x="5882956" y="3103231"/>
                  <a:pt x="5865286" y="3120901"/>
                </a:cubicBezTo>
                <a:cubicBezTo>
                  <a:pt x="5865286" y="3120901"/>
                  <a:pt x="5829732" y="3120685"/>
                  <a:pt x="5829948" y="3156239"/>
                </a:cubicBezTo>
                <a:cubicBezTo>
                  <a:pt x="5812283" y="3173904"/>
                  <a:pt x="5776724" y="3173693"/>
                  <a:pt x="5776945" y="3209242"/>
                </a:cubicBezTo>
                <a:cubicBezTo>
                  <a:pt x="5776945" y="3209242"/>
                  <a:pt x="5759060" y="3191357"/>
                  <a:pt x="5759060" y="3191357"/>
                </a:cubicBezTo>
                <a:cubicBezTo>
                  <a:pt x="5759271" y="3226916"/>
                  <a:pt x="5776945" y="3209242"/>
                  <a:pt x="5776945" y="3209242"/>
                </a:cubicBezTo>
                <a:cubicBezTo>
                  <a:pt x="5759271" y="3226916"/>
                  <a:pt x="5706052" y="3244365"/>
                  <a:pt x="5706268" y="3279920"/>
                </a:cubicBezTo>
                <a:cubicBezTo>
                  <a:pt x="5706268" y="3279920"/>
                  <a:pt x="5688598" y="3297589"/>
                  <a:pt x="5670713" y="3279704"/>
                </a:cubicBezTo>
                <a:cubicBezTo>
                  <a:pt x="5670713" y="3279704"/>
                  <a:pt x="5670713" y="3279704"/>
                  <a:pt x="5652824" y="3261814"/>
                </a:cubicBezTo>
                <a:cubicBezTo>
                  <a:pt x="5652824" y="3261814"/>
                  <a:pt x="5653044" y="3297373"/>
                  <a:pt x="5635155" y="3279483"/>
                </a:cubicBezTo>
                <a:cubicBezTo>
                  <a:pt x="5617485" y="3297153"/>
                  <a:pt x="5635375" y="3315042"/>
                  <a:pt x="5617705" y="3332712"/>
                </a:cubicBezTo>
                <a:cubicBezTo>
                  <a:pt x="5635590" y="3350597"/>
                  <a:pt x="5635155" y="3279483"/>
                  <a:pt x="5670713" y="3279704"/>
                </a:cubicBezTo>
                <a:cubicBezTo>
                  <a:pt x="5661987" y="3306315"/>
                  <a:pt x="5648732" y="3319570"/>
                  <a:pt x="5633271" y="3335022"/>
                </a:cubicBezTo>
                <a:lnTo>
                  <a:pt x="5590967" y="3392258"/>
                </a:lnTo>
                <a:lnTo>
                  <a:pt x="5558207" y="3414567"/>
                </a:lnTo>
                <a:cubicBezTo>
                  <a:pt x="5551608" y="3425637"/>
                  <a:pt x="5547249" y="3438938"/>
                  <a:pt x="5529575" y="3456612"/>
                </a:cubicBezTo>
                <a:cubicBezTo>
                  <a:pt x="5511695" y="3438723"/>
                  <a:pt x="5494020" y="3456397"/>
                  <a:pt x="5476356" y="3474061"/>
                </a:cubicBezTo>
                <a:cubicBezTo>
                  <a:pt x="5476356" y="3474061"/>
                  <a:pt x="5494236" y="3491951"/>
                  <a:pt x="5494236" y="3491951"/>
                </a:cubicBezTo>
                <a:cubicBezTo>
                  <a:pt x="5476356" y="3474061"/>
                  <a:pt x="5476567" y="3509620"/>
                  <a:pt x="5441018" y="3509400"/>
                </a:cubicBezTo>
                <a:cubicBezTo>
                  <a:pt x="5458682" y="3491735"/>
                  <a:pt x="5458682" y="3491735"/>
                  <a:pt x="5458682" y="3491735"/>
                </a:cubicBezTo>
                <a:cubicBezTo>
                  <a:pt x="5458466" y="3456172"/>
                  <a:pt x="5440793" y="3473845"/>
                  <a:pt x="5440793" y="3473845"/>
                </a:cubicBezTo>
                <a:cubicBezTo>
                  <a:pt x="5423128" y="3491510"/>
                  <a:pt x="5458682" y="3491735"/>
                  <a:pt x="5441018" y="3509400"/>
                </a:cubicBezTo>
                <a:cubicBezTo>
                  <a:pt x="5405679" y="3544738"/>
                  <a:pt x="5388010" y="3562408"/>
                  <a:pt x="5388225" y="3597962"/>
                </a:cubicBezTo>
                <a:cubicBezTo>
                  <a:pt x="5370340" y="3580077"/>
                  <a:pt x="5388010" y="3562408"/>
                  <a:pt x="5388010" y="3562408"/>
                </a:cubicBezTo>
                <a:cubicBezTo>
                  <a:pt x="5352671" y="3597746"/>
                  <a:pt x="5352671" y="3597746"/>
                  <a:pt x="5352887" y="3633300"/>
                </a:cubicBezTo>
                <a:cubicBezTo>
                  <a:pt x="5335002" y="3615415"/>
                  <a:pt x="5317333" y="3633085"/>
                  <a:pt x="5317333" y="3633085"/>
                </a:cubicBezTo>
                <a:cubicBezTo>
                  <a:pt x="5335002" y="3615415"/>
                  <a:pt x="5335002" y="3615415"/>
                  <a:pt x="5335002" y="3615415"/>
                </a:cubicBezTo>
                <a:cubicBezTo>
                  <a:pt x="5317108" y="3597530"/>
                  <a:pt x="5317333" y="3633085"/>
                  <a:pt x="5299443" y="3615195"/>
                </a:cubicBezTo>
                <a:cubicBezTo>
                  <a:pt x="5299663" y="3650754"/>
                  <a:pt x="5299443" y="3615195"/>
                  <a:pt x="5317333" y="3633085"/>
                </a:cubicBezTo>
                <a:cubicBezTo>
                  <a:pt x="5304081" y="3646336"/>
                  <a:pt x="5300889" y="3669649"/>
                  <a:pt x="5292576" y="3672931"/>
                </a:cubicBezTo>
                <a:lnTo>
                  <a:pt x="5285473" y="3669905"/>
                </a:lnTo>
                <a:lnTo>
                  <a:pt x="5286438" y="3668450"/>
                </a:lnTo>
                <a:cubicBezTo>
                  <a:pt x="5287529" y="3665123"/>
                  <a:pt x="5286411" y="3664006"/>
                  <a:pt x="5281994" y="3668423"/>
                </a:cubicBezTo>
                <a:lnTo>
                  <a:pt x="5285473" y="3669905"/>
                </a:lnTo>
                <a:lnTo>
                  <a:pt x="5277630" y="3681729"/>
                </a:lnTo>
                <a:cubicBezTo>
                  <a:pt x="5268795" y="3690563"/>
                  <a:pt x="5255488" y="3694925"/>
                  <a:pt x="5246435" y="3668203"/>
                </a:cubicBezTo>
                <a:cubicBezTo>
                  <a:pt x="5264540" y="3721647"/>
                  <a:pt x="5228766" y="3685873"/>
                  <a:pt x="5211317" y="3739100"/>
                </a:cubicBezTo>
                <a:cubicBezTo>
                  <a:pt x="5175978" y="3774439"/>
                  <a:pt x="5122971" y="3827446"/>
                  <a:pt x="5122971" y="3827446"/>
                </a:cubicBezTo>
                <a:cubicBezTo>
                  <a:pt x="5052293" y="3898124"/>
                  <a:pt x="5016740" y="3897898"/>
                  <a:pt x="4981621" y="3968796"/>
                </a:cubicBezTo>
                <a:cubicBezTo>
                  <a:pt x="4963731" y="3950907"/>
                  <a:pt x="4928393" y="3986245"/>
                  <a:pt x="4946282" y="4004135"/>
                </a:cubicBezTo>
                <a:cubicBezTo>
                  <a:pt x="4928613" y="4021804"/>
                  <a:pt x="4946282" y="4004135"/>
                  <a:pt x="4928393" y="3986245"/>
                </a:cubicBezTo>
                <a:cubicBezTo>
                  <a:pt x="4915141" y="3999497"/>
                  <a:pt x="4921891" y="4012873"/>
                  <a:pt x="4918640" y="4026187"/>
                </a:cubicBezTo>
                <a:lnTo>
                  <a:pt x="4910944" y="4039472"/>
                </a:lnTo>
                <a:lnTo>
                  <a:pt x="4910944" y="4039473"/>
                </a:lnTo>
                <a:lnTo>
                  <a:pt x="4908708" y="4037237"/>
                </a:lnTo>
                <a:cubicBezTo>
                  <a:pt x="4906472" y="4035001"/>
                  <a:pt x="4902000" y="4030528"/>
                  <a:pt x="4893055" y="4021583"/>
                </a:cubicBezTo>
                <a:cubicBezTo>
                  <a:pt x="4893274" y="4057143"/>
                  <a:pt x="4875385" y="4039253"/>
                  <a:pt x="4893274" y="4057143"/>
                </a:cubicBezTo>
                <a:lnTo>
                  <a:pt x="4910944" y="4039473"/>
                </a:lnTo>
                <a:lnTo>
                  <a:pt x="4910944" y="4039473"/>
                </a:lnTo>
                <a:lnTo>
                  <a:pt x="4910944" y="4039472"/>
                </a:lnTo>
                <a:lnTo>
                  <a:pt x="4937448" y="4012969"/>
                </a:lnTo>
                <a:cubicBezTo>
                  <a:pt x="4950699" y="3999717"/>
                  <a:pt x="4963951" y="3986466"/>
                  <a:pt x="4981621" y="3968796"/>
                </a:cubicBezTo>
                <a:cubicBezTo>
                  <a:pt x="4981621" y="3968796"/>
                  <a:pt x="5017175" y="3969012"/>
                  <a:pt x="5016959" y="3933458"/>
                </a:cubicBezTo>
                <a:cubicBezTo>
                  <a:pt x="5052514" y="3933673"/>
                  <a:pt x="5034844" y="3951343"/>
                  <a:pt x="5052514" y="3933673"/>
                </a:cubicBezTo>
                <a:cubicBezTo>
                  <a:pt x="5034629" y="3915788"/>
                  <a:pt x="5070178" y="3916009"/>
                  <a:pt x="5069967" y="3880450"/>
                </a:cubicBezTo>
                <a:cubicBezTo>
                  <a:pt x="5105517" y="3880670"/>
                  <a:pt x="5123191" y="3862996"/>
                  <a:pt x="5140856" y="3845331"/>
                </a:cubicBezTo>
                <a:cubicBezTo>
                  <a:pt x="5140856" y="3845331"/>
                  <a:pt x="5140856" y="3845331"/>
                  <a:pt x="5158525" y="3827662"/>
                </a:cubicBezTo>
                <a:cubicBezTo>
                  <a:pt x="5140640" y="3809777"/>
                  <a:pt x="5211748" y="3810209"/>
                  <a:pt x="5211532" y="3774655"/>
                </a:cubicBezTo>
                <a:cubicBezTo>
                  <a:pt x="5211748" y="3810209"/>
                  <a:pt x="5229202" y="3756985"/>
                  <a:pt x="5247087" y="3774870"/>
                </a:cubicBezTo>
                <a:cubicBezTo>
                  <a:pt x="5229202" y="3756985"/>
                  <a:pt x="5229202" y="3756985"/>
                  <a:pt x="5246871" y="3739316"/>
                </a:cubicBezTo>
                <a:cubicBezTo>
                  <a:pt x="5246871" y="3739316"/>
                  <a:pt x="5255706" y="3730481"/>
                  <a:pt x="5262332" y="3723855"/>
                </a:cubicBezTo>
                <a:lnTo>
                  <a:pt x="5264541" y="3721647"/>
                </a:lnTo>
                <a:lnTo>
                  <a:pt x="5319784" y="3670874"/>
                </a:lnTo>
                <a:cubicBezTo>
                  <a:pt x="5339689" y="3655441"/>
                  <a:pt x="5361829" y="3642243"/>
                  <a:pt x="5388441" y="3633516"/>
                </a:cubicBezTo>
                <a:cubicBezTo>
                  <a:pt x="5388441" y="3633516"/>
                  <a:pt x="5370556" y="3615631"/>
                  <a:pt x="5370556" y="3615631"/>
                </a:cubicBezTo>
                <a:cubicBezTo>
                  <a:pt x="5459118" y="3562839"/>
                  <a:pt x="5529575" y="3456612"/>
                  <a:pt x="5635806" y="3386151"/>
                </a:cubicBezTo>
                <a:cubicBezTo>
                  <a:pt x="5653475" y="3368481"/>
                  <a:pt x="5653475" y="3368481"/>
                  <a:pt x="5653475" y="3368481"/>
                </a:cubicBezTo>
                <a:cubicBezTo>
                  <a:pt x="5671145" y="3350812"/>
                  <a:pt x="5671145" y="3350812"/>
                  <a:pt x="5689030" y="3368697"/>
                </a:cubicBezTo>
                <a:cubicBezTo>
                  <a:pt x="5688814" y="3333143"/>
                  <a:pt x="5671145" y="3350812"/>
                  <a:pt x="5671145" y="3350812"/>
                </a:cubicBezTo>
                <a:cubicBezTo>
                  <a:pt x="5671145" y="3350812"/>
                  <a:pt x="5671145" y="3350812"/>
                  <a:pt x="5688814" y="3333143"/>
                </a:cubicBezTo>
                <a:cubicBezTo>
                  <a:pt x="5688814" y="3333143"/>
                  <a:pt x="5723937" y="3262250"/>
                  <a:pt x="5777376" y="3280360"/>
                </a:cubicBezTo>
                <a:cubicBezTo>
                  <a:pt x="5759486" y="3262470"/>
                  <a:pt x="5759486" y="3262470"/>
                  <a:pt x="5759486" y="3262470"/>
                </a:cubicBezTo>
                <a:cubicBezTo>
                  <a:pt x="5777376" y="3280360"/>
                  <a:pt x="5759486" y="3262470"/>
                  <a:pt x="5777160" y="3244796"/>
                </a:cubicBezTo>
                <a:cubicBezTo>
                  <a:pt x="5794722" y="3209350"/>
                  <a:pt x="5838948" y="3174067"/>
                  <a:pt x="5880965" y="3140992"/>
                </a:cubicBezTo>
                <a:lnTo>
                  <a:pt x="5896576" y="3128100"/>
                </a:lnTo>
                <a:lnTo>
                  <a:pt x="5896576" y="3232700"/>
                </a:lnTo>
                <a:lnTo>
                  <a:pt x="5886032" y="3243243"/>
                </a:lnTo>
                <a:cubicBezTo>
                  <a:pt x="5883823" y="3245452"/>
                  <a:pt x="5883823" y="3245452"/>
                  <a:pt x="5883823" y="3245452"/>
                </a:cubicBezTo>
                <a:lnTo>
                  <a:pt x="5896576" y="3234587"/>
                </a:lnTo>
                <a:lnTo>
                  <a:pt x="5896576" y="4484994"/>
                </a:lnTo>
                <a:lnTo>
                  <a:pt x="5891430" y="4489890"/>
                </a:lnTo>
                <a:lnTo>
                  <a:pt x="5896576" y="4486053"/>
                </a:lnTo>
                <a:lnTo>
                  <a:pt x="5896576" y="4521906"/>
                </a:lnTo>
                <a:lnTo>
                  <a:pt x="5888336" y="4529313"/>
                </a:lnTo>
                <a:cubicBezTo>
                  <a:pt x="5876185" y="4540905"/>
                  <a:pt x="5865142" y="4551948"/>
                  <a:pt x="5856307" y="4560783"/>
                </a:cubicBezTo>
                <a:lnTo>
                  <a:pt x="5775150" y="4653151"/>
                </a:lnTo>
                <a:lnTo>
                  <a:pt x="5767965" y="4649124"/>
                </a:lnTo>
                <a:lnTo>
                  <a:pt x="5750033" y="4679205"/>
                </a:lnTo>
                <a:lnTo>
                  <a:pt x="5661949" y="4755140"/>
                </a:lnTo>
                <a:cubicBezTo>
                  <a:pt x="5679726" y="4755248"/>
                  <a:pt x="5706282" y="4737635"/>
                  <a:pt x="5728375" y="4715551"/>
                </a:cubicBezTo>
                <a:lnTo>
                  <a:pt x="5750033" y="4679205"/>
                </a:lnTo>
                <a:lnTo>
                  <a:pt x="5759210" y="4671293"/>
                </a:lnTo>
                <a:lnTo>
                  <a:pt x="5775150" y="4653151"/>
                </a:lnTo>
                <a:lnTo>
                  <a:pt x="5788034" y="4660364"/>
                </a:lnTo>
                <a:cubicBezTo>
                  <a:pt x="5799099" y="4653760"/>
                  <a:pt x="5812354" y="4640505"/>
                  <a:pt x="5821188" y="4631671"/>
                </a:cubicBezTo>
                <a:cubicBezTo>
                  <a:pt x="5803514" y="4649345"/>
                  <a:pt x="5768180" y="4684679"/>
                  <a:pt x="5786070" y="4702569"/>
                </a:cubicBezTo>
                <a:lnTo>
                  <a:pt x="5768180" y="4684679"/>
                </a:lnTo>
                <a:cubicBezTo>
                  <a:pt x="5750511" y="4702348"/>
                  <a:pt x="5750511" y="4702348"/>
                  <a:pt x="5732842" y="4720017"/>
                </a:cubicBezTo>
                <a:cubicBezTo>
                  <a:pt x="5750731" y="4737907"/>
                  <a:pt x="5768180" y="4684679"/>
                  <a:pt x="5786070" y="4702569"/>
                </a:cubicBezTo>
                <a:cubicBezTo>
                  <a:pt x="5786178" y="4720346"/>
                  <a:pt x="5781758" y="4724765"/>
                  <a:pt x="5777315" y="4724737"/>
                </a:cubicBezTo>
                <a:lnTo>
                  <a:pt x="5768401" y="4720238"/>
                </a:lnTo>
                <a:lnTo>
                  <a:pt x="5786285" y="4738123"/>
                </a:lnTo>
                <a:cubicBezTo>
                  <a:pt x="5786285" y="4738123"/>
                  <a:pt x="5786285" y="4738123"/>
                  <a:pt x="5803955" y="4720453"/>
                </a:cubicBezTo>
                <a:lnTo>
                  <a:pt x="5786070" y="4702569"/>
                </a:lnTo>
                <a:lnTo>
                  <a:pt x="5821404" y="4667234"/>
                </a:lnTo>
                <a:lnTo>
                  <a:pt x="5843572" y="4658480"/>
                </a:lnTo>
                <a:lnTo>
                  <a:pt x="5841674" y="4654707"/>
                </a:lnTo>
                <a:lnTo>
                  <a:pt x="5896576" y="4620785"/>
                </a:lnTo>
                <a:lnTo>
                  <a:pt x="5896576" y="4628372"/>
                </a:lnTo>
                <a:lnTo>
                  <a:pt x="5892301" y="4632107"/>
                </a:lnTo>
                <a:cubicBezTo>
                  <a:pt x="5821625" y="4702784"/>
                  <a:pt x="5786501" y="4773677"/>
                  <a:pt x="5733278" y="4791130"/>
                </a:cubicBezTo>
                <a:cubicBezTo>
                  <a:pt x="5786501" y="4773677"/>
                  <a:pt x="5821625" y="4702784"/>
                  <a:pt x="5892522" y="4667666"/>
                </a:cubicBezTo>
                <a:lnTo>
                  <a:pt x="5896576" y="4662238"/>
                </a:lnTo>
                <a:lnTo>
                  <a:pt x="5896576" y="4675165"/>
                </a:lnTo>
                <a:lnTo>
                  <a:pt x="5888156" y="4680969"/>
                </a:lnTo>
                <a:cubicBezTo>
                  <a:pt x="5874905" y="4694222"/>
                  <a:pt x="5866126" y="4711946"/>
                  <a:pt x="5875068" y="4720889"/>
                </a:cubicBezTo>
                <a:lnTo>
                  <a:pt x="5896576" y="4699381"/>
                </a:lnTo>
                <a:lnTo>
                  <a:pt x="5896576" y="5183563"/>
                </a:lnTo>
                <a:lnTo>
                  <a:pt x="5714448" y="5346545"/>
                </a:lnTo>
                <a:cubicBezTo>
                  <a:pt x="5599545" y="5452505"/>
                  <a:pt x="5480225" y="5562882"/>
                  <a:pt x="5347600" y="5677622"/>
                </a:cubicBezTo>
                <a:cubicBezTo>
                  <a:pt x="5276923" y="5748299"/>
                  <a:pt x="5188361" y="5801091"/>
                  <a:pt x="5100015" y="5889437"/>
                </a:cubicBezTo>
                <a:cubicBezTo>
                  <a:pt x="4923111" y="6030572"/>
                  <a:pt x="4692979" y="6189155"/>
                  <a:pt x="4551409" y="6294955"/>
                </a:cubicBezTo>
                <a:cubicBezTo>
                  <a:pt x="4498402" y="6347962"/>
                  <a:pt x="4480732" y="6365632"/>
                  <a:pt x="4445174" y="6365411"/>
                </a:cubicBezTo>
                <a:cubicBezTo>
                  <a:pt x="4427508" y="6383086"/>
                  <a:pt x="4427508" y="6383086"/>
                  <a:pt x="4409835" y="6400750"/>
                </a:cubicBezTo>
                <a:lnTo>
                  <a:pt x="4374281" y="6400535"/>
                </a:lnTo>
                <a:cubicBezTo>
                  <a:pt x="4374281" y="6400535"/>
                  <a:pt x="4374281" y="6400535"/>
                  <a:pt x="4391950" y="6382865"/>
                </a:cubicBezTo>
                <a:lnTo>
                  <a:pt x="4374281" y="6400535"/>
                </a:lnTo>
                <a:lnTo>
                  <a:pt x="4358819" y="6415996"/>
                </a:lnTo>
                <a:cubicBezTo>
                  <a:pt x="4352248" y="6431510"/>
                  <a:pt x="4347894" y="6444815"/>
                  <a:pt x="4338942" y="6435873"/>
                </a:cubicBezTo>
                <a:cubicBezTo>
                  <a:pt x="4321057" y="6417988"/>
                  <a:pt x="4321057" y="6417988"/>
                  <a:pt x="4338726" y="6400319"/>
                </a:cubicBezTo>
                <a:cubicBezTo>
                  <a:pt x="4303388" y="6435657"/>
                  <a:pt x="4268050" y="6470996"/>
                  <a:pt x="4214831" y="6488445"/>
                </a:cubicBezTo>
                <a:cubicBezTo>
                  <a:pt x="4214831" y="6488445"/>
                  <a:pt x="4232500" y="6470776"/>
                  <a:pt x="4232500" y="6470776"/>
                </a:cubicBezTo>
                <a:cubicBezTo>
                  <a:pt x="4197162" y="6506114"/>
                  <a:pt x="4161603" y="6505894"/>
                  <a:pt x="4126264" y="6541233"/>
                </a:cubicBezTo>
                <a:lnTo>
                  <a:pt x="4135633" y="6520400"/>
                </a:lnTo>
                <a:lnTo>
                  <a:pt x="4146191" y="6514502"/>
                </a:lnTo>
                <a:lnTo>
                  <a:pt x="4148596" y="6513871"/>
                </a:lnTo>
                <a:cubicBezTo>
                  <a:pt x="4152754" y="6512507"/>
                  <a:pt x="4157185" y="6510311"/>
                  <a:pt x="4161603" y="6505894"/>
                </a:cubicBezTo>
                <a:lnTo>
                  <a:pt x="4146191" y="6514502"/>
                </a:lnTo>
                <a:lnTo>
                  <a:pt x="4137226" y="6516857"/>
                </a:lnTo>
                <a:lnTo>
                  <a:pt x="4135633" y="6520400"/>
                </a:lnTo>
                <a:lnTo>
                  <a:pt x="4090738" y="6545460"/>
                </a:lnTo>
                <a:cubicBezTo>
                  <a:pt x="4064150" y="6558634"/>
                  <a:pt x="4037594" y="6576248"/>
                  <a:pt x="4020033" y="6611694"/>
                </a:cubicBezTo>
                <a:cubicBezTo>
                  <a:pt x="4037702" y="6594025"/>
                  <a:pt x="4019817" y="6576140"/>
                  <a:pt x="4019817" y="6576140"/>
                </a:cubicBezTo>
                <a:cubicBezTo>
                  <a:pt x="4002143" y="6593804"/>
                  <a:pt x="3984479" y="6611478"/>
                  <a:pt x="3966804" y="6629143"/>
                </a:cubicBezTo>
                <a:cubicBezTo>
                  <a:pt x="3948919" y="6611258"/>
                  <a:pt x="3948919" y="6611258"/>
                  <a:pt x="3913365" y="6611043"/>
                </a:cubicBezTo>
                <a:cubicBezTo>
                  <a:pt x="3931035" y="6593374"/>
                  <a:pt x="3895481" y="6593158"/>
                  <a:pt x="3877811" y="6610827"/>
                </a:cubicBezTo>
                <a:cubicBezTo>
                  <a:pt x="3895481" y="6593158"/>
                  <a:pt x="3895481" y="6593158"/>
                  <a:pt x="3895260" y="6557599"/>
                </a:cubicBezTo>
                <a:cubicBezTo>
                  <a:pt x="3895260" y="6557599"/>
                  <a:pt x="3877591" y="6575268"/>
                  <a:pt x="3877591" y="6575268"/>
                </a:cubicBezTo>
                <a:cubicBezTo>
                  <a:pt x="3912930" y="6539929"/>
                  <a:pt x="3948053" y="6469037"/>
                  <a:pt x="4001060" y="6416029"/>
                </a:cubicBezTo>
                <a:cubicBezTo>
                  <a:pt x="4018941" y="6433918"/>
                  <a:pt x="4071738" y="6345352"/>
                  <a:pt x="4054069" y="6363021"/>
                </a:cubicBezTo>
                <a:cubicBezTo>
                  <a:pt x="4036399" y="6380690"/>
                  <a:pt x="4018729" y="6398360"/>
                  <a:pt x="4001060" y="6416029"/>
                </a:cubicBezTo>
                <a:cubicBezTo>
                  <a:pt x="3930168" y="6451152"/>
                  <a:pt x="3877375" y="6539714"/>
                  <a:pt x="3806699" y="6610391"/>
                </a:cubicBezTo>
                <a:cubicBezTo>
                  <a:pt x="3788814" y="6592506"/>
                  <a:pt x="3753480" y="6627840"/>
                  <a:pt x="3735805" y="6645514"/>
                </a:cubicBezTo>
                <a:cubicBezTo>
                  <a:pt x="3717701" y="6592070"/>
                  <a:pt x="3753259" y="6592281"/>
                  <a:pt x="3770929" y="6574621"/>
                </a:cubicBezTo>
                <a:cubicBezTo>
                  <a:pt x="3806267" y="6539283"/>
                  <a:pt x="3841386" y="6468385"/>
                  <a:pt x="3894393" y="6415378"/>
                </a:cubicBezTo>
                <a:cubicBezTo>
                  <a:pt x="3894393" y="6415378"/>
                  <a:pt x="3876724" y="6433047"/>
                  <a:pt x="3876724" y="6433047"/>
                </a:cubicBezTo>
                <a:cubicBezTo>
                  <a:pt x="3841386" y="6468385"/>
                  <a:pt x="3819302" y="6490469"/>
                  <a:pt x="3797212" y="6512559"/>
                </a:cubicBezTo>
                <a:lnTo>
                  <a:pt x="3753044" y="6556727"/>
                </a:lnTo>
                <a:lnTo>
                  <a:pt x="3752936" y="6538950"/>
                </a:lnTo>
                <a:lnTo>
                  <a:pt x="3752824" y="6521178"/>
                </a:lnTo>
                <a:cubicBezTo>
                  <a:pt x="3752824" y="6521178"/>
                  <a:pt x="3770493" y="6503508"/>
                  <a:pt x="3770493" y="6503508"/>
                </a:cubicBezTo>
                <a:lnTo>
                  <a:pt x="3752824" y="6521178"/>
                </a:lnTo>
                <a:lnTo>
                  <a:pt x="3739574" y="6534427"/>
                </a:lnTo>
                <a:cubicBezTo>
                  <a:pt x="3721905" y="6552097"/>
                  <a:pt x="3699820" y="6574181"/>
                  <a:pt x="3682151" y="6591850"/>
                </a:cubicBezTo>
                <a:cubicBezTo>
                  <a:pt x="3664266" y="6573965"/>
                  <a:pt x="3752824" y="6521178"/>
                  <a:pt x="3788162" y="6485839"/>
                </a:cubicBezTo>
                <a:cubicBezTo>
                  <a:pt x="3752608" y="6485624"/>
                  <a:pt x="3699605" y="6538627"/>
                  <a:pt x="3664266" y="6573965"/>
                </a:cubicBezTo>
                <a:cubicBezTo>
                  <a:pt x="3663830" y="6502852"/>
                  <a:pt x="3628928" y="6609304"/>
                  <a:pt x="3575700" y="6626752"/>
                </a:cubicBezTo>
                <a:cubicBezTo>
                  <a:pt x="3575479" y="6591203"/>
                  <a:pt x="3575479" y="6591203"/>
                  <a:pt x="3575479" y="6591203"/>
                </a:cubicBezTo>
                <a:cubicBezTo>
                  <a:pt x="3593153" y="6573529"/>
                  <a:pt x="3575268" y="6555644"/>
                  <a:pt x="3592933" y="6537980"/>
                </a:cubicBezTo>
                <a:cubicBezTo>
                  <a:pt x="3557384" y="6537759"/>
                  <a:pt x="3539930" y="6590983"/>
                  <a:pt x="3522260" y="6608653"/>
                </a:cubicBezTo>
                <a:cubicBezTo>
                  <a:pt x="3486922" y="6643991"/>
                  <a:pt x="3486701" y="6608432"/>
                  <a:pt x="3433263" y="6590332"/>
                </a:cubicBezTo>
                <a:cubicBezTo>
                  <a:pt x="3379819" y="6572226"/>
                  <a:pt x="3344701" y="6643123"/>
                  <a:pt x="3291688" y="6696127"/>
                </a:cubicBezTo>
                <a:cubicBezTo>
                  <a:pt x="3220800" y="6731245"/>
                  <a:pt x="3185461" y="6766584"/>
                  <a:pt x="3132233" y="6784042"/>
                </a:cubicBezTo>
                <a:cubicBezTo>
                  <a:pt x="3132233" y="6784042"/>
                  <a:pt x="3096895" y="6819381"/>
                  <a:pt x="3114780" y="6837266"/>
                </a:cubicBezTo>
                <a:cubicBezTo>
                  <a:pt x="3079231" y="6837045"/>
                  <a:pt x="3079231" y="6837045"/>
                  <a:pt x="3043892" y="6872384"/>
                </a:cubicBezTo>
                <a:cubicBezTo>
                  <a:pt x="3043892" y="6872384"/>
                  <a:pt x="3043892" y="6872384"/>
                  <a:pt x="3026007" y="6854499"/>
                </a:cubicBezTo>
                <a:cubicBezTo>
                  <a:pt x="3008333" y="6872164"/>
                  <a:pt x="3008553" y="6907722"/>
                  <a:pt x="2990668" y="6889837"/>
                </a:cubicBezTo>
                <a:cubicBezTo>
                  <a:pt x="2990668" y="6889837"/>
                  <a:pt x="3008333" y="6872164"/>
                  <a:pt x="2990448" y="6854279"/>
                </a:cubicBezTo>
                <a:cubicBezTo>
                  <a:pt x="2990448" y="6854279"/>
                  <a:pt x="3025786" y="6818940"/>
                  <a:pt x="3007901" y="6801055"/>
                </a:cubicBezTo>
                <a:cubicBezTo>
                  <a:pt x="2990232" y="6818725"/>
                  <a:pt x="2972563" y="6836394"/>
                  <a:pt x="2990448" y="6854279"/>
                </a:cubicBezTo>
                <a:cubicBezTo>
                  <a:pt x="2990448" y="6854279"/>
                  <a:pt x="2972779" y="6871948"/>
                  <a:pt x="2972779" y="6871948"/>
                </a:cubicBezTo>
                <a:cubicBezTo>
                  <a:pt x="2990448" y="6854279"/>
                  <a:pt x="2937009" y="6836178"/>
                  <a:pt x="2990232" y="6818725"/>
                </a:cubicBezTo>
                <a:cubicBezTo>
                  <a:pt x="2972347" y="6800840"/>
                  <a:pt x="2954678" y="6818509"/>
                  <a:pt x="2972347" y="6800840"/>
                </a:cubicBezTo>
                <a:cubicBezTo>
                  <a:pt x="2936789" y="6800619"/>
                  <a:pt x="2919124" y="6818293"/>
                  <a:pt x="2901450" y="6835958"/>
                </a:cubicBezTo>
                <a:cubicBezTo>
                  <a:pt x="2883565" y="6818073"/>
                  <a:pt x="2883565" y="6818073"/>
                  <a:pt x="2901235" y="6800404"/>
                </a:cubicBezTo>
                <a:lnTo>
                  <a:pt x="2870775" y="6819531"/>
                </a:lnTo>
                <a:lnTo>
                  <a:pt x="2828055" y="6824400"/>
                </a:lnTo>
                <a:cubicBezTo>
                  <a:pt x="2808150" y="6839834"/>
                  <a:pt x="2786061" y="6861923"/>
                  <a:pt x="2759449" y="6870650"/>
                </a:cubicBezTo>
                <a:cubicBezTo>
                  <a:pt x="2741780" y="6888319"/>
                  <a:pt x="2724111" y="6905988"/>
                  <a:pt x="2706446" y="6923653"/>
                </a:cubicBezTo>
                <a:cubicBezTo>
                  <a:pt x="2688336" y="6870214"/>
                  <a:pt x="2617448" y="6905332"/>
                  <a:pt x="2564436" y="6958335"/>
                </a:cubicBezTo>
                <a:cubicBezTo>
                  <a:pt x="2546551" y="6940450"/>
                  <a:pt x="2528666" y="6922565"/>
                  <a:pt x="2493112" y="6922350"/>
                </a:cubicBezTo>
                <a:cubicBezTo>
                  <a:pt x="2475222" y="6904460"/>
                  <a:pt x="2528445" y="6887016"/>
                  <a:pt x="2475007" y="6868906"/>
                </a:cubicBezTo>
                <a:cubicBezTo>
                  <a:pt x="2457122" y="6851021"/>
                  <a:pt x="2457338" y="6886575"/>
                  <a:pt x="2457338" y="6886575"/>
                </a:cubicBezTo>
                <a:cubicBezTo>
                  <a:pt x="2439668" y="6904244"/>
                  <a:pt x="2474791" y="6833352"/>
                  <a:pt x="2439227" y="6833137"/>
                </a:cubicBezTo>
                <a:cubicBezTo>
                  <a:pt x="2474791" y="6833352"/>
                  <a:pt x="2528010" y="6815903"/>
                  <a:pt x="2527799" y="6780344"/>
                </a:cubicBezTo>
                <a:cubicBezTo>
                  <a:pt x="2545468" y="6762675"/>
                  <a:pt x="2563133" y="6745010"/>
                  <a:pt x="2563133" y="6745010"/>
                </a:cubicBezTo>
                <a:cubicBezTo>
                  <a:pt x="2616572" y="6763111"/>
                  <a:pt x="2651694" y="6692218"/>
                  <a:pt x="2704918" y="6674764"/>
                </a:cubicBezTo>
                <a:cubicBezTo>
                  <a:pt x="2633590" y="6638774"/>
                  <a:pt x="2616140" y="6692003"/>
                  <a:pt x="2545248" y="6727125"/>
                </a:cubicBezTo>
                <a:cubicBezTo>
                  <a:pt x="2554080" y="6718288"/>
                  <a:pt x="2545191" y="6718232"/>
                  <a:pt x="2536303" y="6718177"/>
                </a:cubicBezTo>
                <a:lnTo>
                  <a:pt x="2536299" y="6718177"/>
                </a:lnTo>
                <a:lnTo>
                  <a:pt x="2527358" y="6709236"/>
                </a:lnTo>
                <a:cubicBezTo>
                  <a:pt x="2522942" y="6713652"/>
                  <a:pt x="2522956" y="6715874"/>
                  <a:pt x="2525185" y="6716998"/>
                </a:cubicBezTo>
                <a:lnTo>
                  <a:pt x="2536299" y="6718177"/>
                </a:lnTo>
                <a:lnTo>
                  <a:pt x="2536303" y="6718181"/>
                </a:lnTo>
                <a:cubicBezTo>
                  <a:pt x="2540775" y="6722653"/>
                  <a:pt x="2545248" y="6727125"/>
                  <a:pt x="2545248" y="6727125"/>
                </a:cubicBezTo>
                <a:cubicBezTo>
                  <a:pt x="2527578" y="6744786"/>
                  <a:pt x="2474355" y="6762239"/>
                  <a:pt x="2474566" y="6797798"/>
                </a:cubicBezTo>
                <a:cubicBezTo>
                  <a:pt x="2421342" y="6815252"/>
                  <a:pt x="2386009" y="6850585"/>
                  <a:pt x="2332785" y="6868039"/>
                </a:cubicBezTo>
                <a:cubicBezTo>
                  <a:pt x="2350454" y="6850370"/>
                  <a:pt x="2332565" y="6832481"/>
                  <a:pt x="2314896" y="6850150"/>
                </a:cubicBezTo>
                <a:cubicBezTo>
                  <a:pt x="2296795" y="6796711"/>
                  <a:pt x="2208229" y="6849498"/>
                  <a:pt x="2190128" y="6796059"/>
                </a:cubicBezTo>
                <a:cubicBezTo>
                  <a:pt x="2154574" y="6795843"/>
                  <a:pt x="2154574" y="6795843"/>
                  <a:pt x="2154574" y="6795843"/>
                </a:cubicBezTo>
                <a:cubicBezTo>
                  <a:pt x="2154574" y="6795843"/>
                  <a:pt x="2154574" y="6795843"/>
                  <a:pt x="2172243" y="6778174"/>
                </a:cubicBezTo>
                <a:cubicBezTo>
                  <a:pt x="2136684" y="6777954"/>
                  <a:pt x="2118800" y="6760069"/>
                  <a:pt x="2101130" y="6777738"/>
                </a:cubicBezTo>
                <a:cubicBezTo>
                  <a:pt x="2100915" y="6742184"/>
                  <a:pt x="2012132" y="6759418"/>
                  <a:pt x="2029587" y="6706194"/>
                </a:cubicBezTo>
                <a:cubicBezTo>
                  <a:pt x="1976358" y="6723643"/>
                  <a:pt x="1958473" y="6705758"/>
                  <a:pt x="1905250" y="6723212"/>
                </a:cubicBezTo>
                <a:cubicBezTo>
                  <a:pt x="1905034" y="6687658"/>
                  <a:pt x="1905034" y="6687658"/>
                  <a:pt x="1904814" y="6652099"/>
                </a:cubicBezTo>
                <a:cubicBezTo>
                  <a:pt x="1887145" y="6669768"/>
                  <a:pt x="1887145" y="6669768"/>
                  <a:pt x="1869260" y="6651883"/>
                </a:cubicBezTo>
                <a:cubicBezTo>
                  <a:pt x="1869260" y="6651883"/>
                  <a:pt x="1904814" y="6652099"/>
                  <a:pt x="1922484" y="6634429"/>
                </a:cubicBezTo>
                <a:cubicBezTo>
                  <a:pt x="1904599" y="6616544"/>
                  <a:pt x="1886929" y="6634214"/>
                  <a:pt x="1869260" y="6651883"/>
                </a:cubicBezTo>
                <a:cubicBezTo>
                  <a:pt x="1869044" y="6616329"/>
                  <a:pt x="1922268" y="6598875"/>
                  <a:pt x="1975491" y="6581422"/>
                </a:cubicBezTo>
                <a:cubicBezTo>
                  <a:pt x="1958042" y="6634650"/>
                  <a:pt x="2011050" y="6581642"/>
                  <a:pt x="2011050" y="6581642"/>
                </a:cubicBezTo>
                <a:cubicBezTo>
                  <a:pt x="2019884" y="6572808"/>
                  <a:pt x="2037605" y="6564029"/>
                  <a:pt x="2055331" y="6555246"/>
                </a:cubicBezTo>
                <a:lnTo>
                  <a:pt x="2070090" y="6546449"/>
                </a:lnTo>
                <a:lnTo>
                  <a:pt x="2081943" y="6546519"/>
                </a:lnTo>
                <a:lnTo>
                  <a:pt x="2085626" y="6537183"/>
                </a:lnTo>
                <a:lnTo>
                  <a:pt x="2099612" y="6528850"/>
                </a:lnTo>
                <a:cubicBezTo>
                  <a:pt x="2108447" y="6520015"/>
                  <a:pt x="2099555" y="6519964"/>
                  <a:pt x="2090693" y="6524355"/>
                </a:cubicBezTo>
                <a:lnTo>
                  <a:pt x="2085626" y="6537183"/>
                </a:lnTo>
                <a:lnTo>
                  <a:pt x="2070090" y="6546449"/>
                </a:lnTo>
                <a:lnTo>
                  <a:pt x="2064165" y="6546412"/>
                </a:lnTo>
                <a:cubicBezTo>
                  <a:pt x="2059694" y="6541940"/>
                  <a:pt x="2055223" y="6537469"/>
                  <a:pt x="2046388" y="6546304"/>
                </a:cubicBezTo>
                <a:cubicBezTo>
                  <a:pt x="2046169" y="6510744"/>
                  <a:pt x="2064058" y="6528634"/>
                  <a:pt x="2081727" y="6510965"/>
                </a:cubicBezTo>
                <a:cubicBezTo>
                  <a:pt x="2099391" y="6493300"/>
                  <a:pt x="2064058" y="6528634"/>
                  <a:pt x="2046169" y="6510744"/>
                </a:cubicBezTo>
                <a:cubicBezTo>
                  <a:pt x="2059421" y="6497492"/>
                  <a:pt x="2072796" y="6504242"/>
                  <a:pt x="2086108" y="6500993"/>
                </a:cubicBezTo>
                <a:lnTo>
                  <a:pt x="2087961" y="6499921"/>
                </a:lnTo>
                <a:lnTo>
                  <a:pt x="2088323" y="6499896"/>
                </a:lnTo>
                <a:cubicBezTo>
                  <a:pt x="2094975" y="6497716"/>
                  <a:pt x="2099391" y="6493300"/>
                  <a:pt x="2099391" y="6493300"/>
                </a:cubicBezTo>
                <a:cubicBezTo>
                  <a:pt x="2099391" y="6493300"/>
                  <a:pt x="2099612" y="6528850"/>
                  <a:pt x="2117276" y="6511185"/>
                </a:cubicBezTo>
                <a:cubicBezTo>
                  <a:pt x="2117276" y="6511185"/>
                  <a:pt x="2117065" y="6475626"/>
                  <a:pt x="2099391" y="6493300"/>
                </a:cubicBezTo>
                <a:lnTo>
                  <a:pt x="2087961" y="6499921"/>
                </a:lnTo>
                <a:lnTo>
                  <a:pt x="2076940" y="6500657"/>
                </a:lnTo>
                <a:cubicBezTo>
                  <a:pt x="2072769" y="6499798"/>
                  <a:pt x="2068310" y="6497548"/>
                  <a:pt x="2063838" y="6493075"/>
                </a:cubicBezTo>
                <a:cubicBezTo>
                  <a:pt x="2063838" y="6493075"/>
                  <a:pt x="2081502" y="6475411"/>
                  <a:pt x="2081502" y="6475411"/>
                </a:cubicBezTo>
                <a:cubicBezTo>
                  <a:pt x="2081502" y="6475411"/>
                  <a:pt x="2045953" y="6475190"/>
                  <a:pt x="2063838" y="6493075"/>
                </a:cubicBezTo>
                <a:cubicBezTo>
                  <a:pt x="2028284" y="6492859"/>
                  <a:pt x="2063622" y="6457521"/>
                  <a:pt x="2063622" y="6457521"/>
                </a:cubicBezTo>
                <a:cubicBezTo>
                  <a:pt x="2081076" y="6404298"/>
                  <a:pt x="2116629" y="6404513"/>
                  <a:pt x="2152179" y="6404733"/>
                </a:cubicBezTo>
                <a:cubicBezTo>
                  <a:pt x="2152179" y="6404733"/>
                  <a:pt x="2169853" y="6387060"/>
                  <a:pt x="2134299" y="6386844"/>
                </a:cubicBezTo>
                <a:cubicBezTo>
                  <a:pt x="2151968" y="6369175"/>
                  <a:pt x="2169633" y="6351510"/>
                  <a:pt x="2187302" y="6333841"/>
                </a:cubicBezTo>
                <a:cubicBezTo>
                  <a:pt x="2151748" y="6333625"/>
                  <a:pt x="2116414" y="6368959"/>
                  <a:pt x="2081076" y="6404298"/>
                </a:cubicBezTo>
                <a:cubicBezTo>
                  <a:pt x="2063186" y="6386408"/>
                  <a:pt x="2045517" y="6404077"/>
                  <a:pt x="2027848" y="6421747"/>
                </a:cubicBezTo>
                <a:lnTo>
                  <a:pt x="1994580" y="6432658"/>
                </a:lnTo>
                <a:lnTo>
                  <a:pt x="1992294" y="6421531"/>
                </a:lnTo>
                <a:lnTo>
                  <a:pt x="1977047" y="6438408"/>
                </a:lnTo>
                <a:lnTo>
                  <a:pt x="1974624" y="6439200"/>
                </a:lnTo>
                <a:lnTo>
                  <a:pt x="1976063" y="6439496"/>
                </a:lnTo>
                <a:lnTo>
                  <a:pt x="1950355" y="6467940"/>
                </a:lnTo>
                <a:cubicBezTo>
                  <a:pt x="1934922" y="6487845"/>
                  <a:pt x="1921729" y="6509990"/>
                  <a:pt x="1921837" y="6527767"/>
                </a:cubicBezTo>
                <a:cubicBezTo>
                  <a:pt x="1886498" y="6563106"/>
                  <a:pt x="1868609" y="6545216"/>
                  <a:pt x="1833269" y="6580555"/>
                </a:cubicBezTo>
                <a:cubicBezTo>
                  <a:pt x="1815385" y="6562670"/>
                  <a:pt x="1833054" y="6545000"/>
                  <a:pt x="1833054" y="6545000"/>
                </a:cubicBezTo>
                <a:cubicBezTo>
                  <a:pt x="1815170" y="6527115"/>
                  <a:pt x="1762157" y="6580119"/>
                  <a:pt x="1726387" y="6544349"/>
                </a:cubicBezTo>
                <a:cubicBezTo>
                  <a:pt x="1761725" y="6509011"/>
                  <a:pt x="1690613" y="6508575"/>
                  <a:pt x="1690613" y="6508575"/>
                </a:cubicBezTo>
                <a:cubicBezTo>
                  <a:pt x="1672948" y="6526249"/>
                  <a:pt x="1690833" y="6544133"/>
                  <a:pt x="1637610" y="6561587"/>
                </a:cubicBezTo>
                <a:cubicBezTo>
                  <a:pt x="1655274" y="6543913"/>
                  <a:pt x="1637389" y="6526028"/>
                  <a:pt x="1637389" y="6526028"/>
                </a:cubicBezTo>
                <a:cubicBezTo>
                  <a:pt x="1583946" y="6507923"/>
                  <a:pt x="1548607" y="6543261"/>
                  <a:pt x="1531163" y="6596485"/>
                </a:cubicBezTo>
                <a:cubicBezTo>
                  <a:pt x="1513273" y="6578595"/>
                  <a:pt x="1513273" y="6578595"/>
                  <a:pt x="1495604" y="6596265"/>
                </a:cubicBezTo>
                <a:cubicBezTo>
                  <a:pt x="1495604" y="6596265"/>
                  <a:pt x="1513273" y="6578595"/>
                  <a:pt x="1495388" y="6560711"/>
                </a:cubicBezTo>
                <a:cubicBezTo>
                  <a:pt x="1477719" y="6578380"/>
                  <a:pt x="1460050" y="6596049"/>
                  <a:pt x="1442165" y="6578164"/>
                </a:cubicBezTo>
                <a:cubicBezTo>
                  <a:pt x="1442165" y="6578164"/>
                  <a:pt x="1424495" y="6595834"/>
                  <a:pt x="1424711" y="6631388"/>
                </a:cubicBezTo>
                <a:cubicBezTo>
                  <a:pt x="1424495" y="6595834"/>
                  <a:pt x="1388936" y="6595614"/>
                  <a:pt x="1353598" y="6630952"/>
                </a:cubicBezTo>
                <a:cubicBezTo>
                  <a:pt x="1353382" y="6595398"/>
                  <a:pt x="1371052" y="6577729"/>
                  <a:pt x="1353167" y="6559844"/>
                </a:cubicBezTo>
                <a:cubicBezTo>
                  <a:pt x="1353167" y="6559844"/>
                  <a:pt x="1335282" y="6541959"/>
                  <a:pt x="1335282" y="6541959"/>
                </a:cubicBezTo>
                <a:cubicBezTo>
                  <a:pt x="1317613" y="6559628"/>
                  <a:pt x="1335497" y="6577513"/>
                  <a:pt x="1335713" y="6613067"/>
                </a:cubicBezTo>
                <a:cubicBezTo>
                  <a:pt x="1318044" y="6630736"/>
                  <a:pt x="1317613" y="6559628"/>
                  <a:pt x="1282274" y="6594967"/>
                </a:cubicBezTo>
                <a:cubicBezTo>
                  <a:pt x="1282274" y="6594967"/>
                  <a:pt x="1299943" y="6577297"/>
                  <a:pt x="1282054" y="6559408"/>
                </a:cubicBezTo>
                <a:cubicBezTo>
                  <a:pt x="1282054" y="6559408"/>
                  <a:pt x="1246715" y="6594746"/>
                  <a:pt x="1246715" y="6594746"/>
                </a:cubicBezTo>
                <a:cubicBezTo>
                  <a:pt x="1228831" y="6576861"/>
                  <a:pt x="1246500" y="6559192"/>
                  <a:pt x="1246284" y="6523638"/>
                </a:cubicBezTo>
                <a:cubicBezTo>
                  <a:pt x="1228610" y="6541303"/>
                  <a:pt x="1228610" y="6541303"/>
                  <a:pt x="1228399" y="6505753"/>
                </a:cubicBezTo>
                <a:cubicBezTo>
                  <a:pt x="1210725" y="6523418"/>
                  <a:pt x="1192840" y="6505533"/>
                  <a:pt x="1193061" y="6541092"/>
                </a:cubicBezTo>
                <a:cubicBezTo>
                  <a:pt x="1175387" y="6558756"/>
                  <a:pt x="1175171" y="6523202"/>
                  <a:pt x="1175171" y="6523202"/>
                </a:cubicBezTo>
                <a:cubicBezTo>
                  <a:pt x="1139617" y="6522986"/>
                  <a:pt x="1157502" y="6540871"/>
                  <a:pt x="1139833" y="6558540"/>
                </a:cubicBezTo>
                <a:cubicBezTo>
                  <a:pt x="1086174" y="6504881"/>
                  <a:pt x="1032950" y="6522335"/>
                  <a:pt x="979506" y="6504230"/>
                </a:cubicBezTo>
                <a:cubicBezTo>
                  <a:pt x="961621" y="6486345"/>
                  <a:pt x="961621" y="6486345"/>
                  <a:pt x="961621" y="6486345"/>
                </a:cubicBezTo>
                <a:cubicBezTo>
                  <a:pt x="943952" y="6504014"/>
                  <a:pt x="961837" y="6521899"/>
                  <a:pt x="961837" y="6521899"/>
                </a:cubicBezTo>
                <a:cubicBezTo>
                  <a:pt x="943952" y="6504014"/>
                  <a:pt x="890293" y="6450355"/>
                  <a:pt x="854958" y="6485689"/>
                </a:cubicBezTo>
                <a:cubicBezTo>
                  <a:pt x="837074" y="6467804"/>
                  <a:pt x="819184" y="6449915"/>
                  <a:pt x="801516" y="6467584"/>
                </a:cubicBezTo>
                <a:cubicBezTo>
                  <a:pt x="783630" y="6449699"/>
                  <a:pt x="783630" y="6449699"/>
                  <a:pt x="783630" y="6449699"/>
                </a:cubicBezTo>
                <a:cubicBezTo>
                  <a:pt x="730407" y="6467152"/>
                  <a:pt x="712297" y="6413713"/>
                  <a:pt x="694412" y="6395828"/>
                </a:cubicBezTo>
                <a:cubicBezTo>
                  <a:pt x="676528" y="6377943"/>
                  <a:pt x="712086" y="6378155"/>
                  <a:pt x="729751" y="6360490"/>
                </a:cubicBezTo>
                <a:cubicBezTo>
                  <a:pt x="711866" y="6342605"/>
                  <a:pt x="694201" y="6360270"/>
                  <a:pt x="676528" y="6377943"/>
                </a:cubicBezTo>
                <a:cubicBezTo>
                  <a:pt x="658638" y="6360054"/>
                  <a:pt x="676312" y="6342380"/>
                  <a:pt x="658427" y="6324496"/>
                </a:cubicBezTo>
                <a:cubicBezTo>
                  <a:pt x="658427" y="6324496"/>
                  <a:pt x="640758" y="6342165"/>
                  <a:pt x="605204" y="6341949"/>
                </a:cubicBezTo>
                <a:cubicBezTo>
                  <a:pt x="640322" y="6271052"/>
                  <a:pt x="515985" y="6288069"/>
                  <a:pt x="551108" y="6217177"/>
                </a:cubicBezTo>
                <a:cubicBezTo>
                  <a:pt x="515554" y="6216961"/>
                  <a:pt x="479996" y="6216741"/>
                  <a:pt x="461891" y="6163306"/>
                </a:cubicBezTo>
                <a:cubicBezTo>
                  <a:pt x="461891" y="6163306"/>
                  <a:pt x="479564" y="6145633"/>
                  <a:pt x="479344" y="6110083"/>
                </a:cubicBezTo>
                <a:cubicBezTo>
                  <a:pt x="461679" y="6127748"/>
                  <a:pt x="461679" y="6127748"/>
                  <a:pt x="444006" y="6145421"/>
                </a:cubicBezTo>
                <a:cubicBezTo>
                  <a:pt x="443790" y="6109858"/>
                  <a:pt x="443790" y="6109858"/>
                  <a:pt x="479129" y="6074519"/>
                </a:cubicBezTo>
                <a:cubicBezTo>
                  <a:pt x="479129" y="6074519"/>
                  <a:pt x="443570" y="6074309"/>
                  <a:pt x="443570" y="6074309"/>
                </a:cubicBezTo>
                <a:cubicBezTo>
                  <a:pt x="443570" y="6074309"/>
                  <a:pt x="479129" y="6074519"/>
                  <a:pt x="478908" y="6038970"/>
                </a:cubicBezTo>
                <a:cubicBezTo>
                  <a:pt x="461244" y="6056634"/>
                  <a:pt x="461244" y="6056634"/>
                  <a:pt x="425685" y="6056415"/>
                </a:cubicBezTo>
                <a:cubicBezTo>
                  <a:pt x="443134" y="6003196"/>
                  <a:pt x="425249" y="5985311"/>
                  <a:pt x="460372" y="5914418"/>
                </a:cubicBezTo>
                <a:cubicBezTo>
                  <a:pt x="442702" y="5932088"/>
                  <a:pt x="424813" y="5914198"/>
                  <a:pt x="407144" y="5931867"/>
                </a:cubicBezTo>
                <a:cubicBezTo>
                  <a:pt x="402672" y="5927396"/>
                  <a:pt x="401528" y="5921834"/>
                  <a:pt x="402046" y="5915726"/>
                </a:cubicBezTo>
                <a:lnTo>
                  <a:pt x="406928" y="5896313"/>
                </a:lnTo>
                <a:lnTo>
                  <a:pt x="406928" y="5896313"/>
                </a:lnTo>
                <a:lnTo>
                  <a:pt x="406928" y="5896313"/>
                </a:lnTo>
                <a:lnTo>
                  <a:pt x="406928" y="5896313"/>
                </a:lnTo>
                <a:cubicBezTo>
                  <a:pt x="411291" y="5883007"/>
                  <a:pt x="415655" y="5869701"/>
                  <a:pt x="406712" y="5860759"/>
                </a:cubicBezTo>
                <a:cubicBezTo>
                  <a:pt x="406712" y="5860759"/>
                  <a:pt x="406833" y="5880758"/>
                  <a:pt x="406894" y="5890758"/>
                </a:cubicBezTo>
                <a:lnTo>
                  <a:pt x="406928" y="5896313"/>
                </a:lnTo>
                <a:lnTo>
                  <a:pt x="406928" y="5896313"/>
                </a:lnTo>
                <a:lnTo>
                  <a:pt x="393378" y="5860676"/>
                </a:lnTo>
                <a:cubicBezTo>
                  <a:pt x="393296" y="5847343"/>
                  <a:pt x="397660" y="5834037"/>
                  <a:pt x="406497" y="5825204"/>
                </a:cubicBezTo>
                <a:cubicBezTo>
                  <a:pt x="424382" y="5843089"/>
                  <a:pt x="406497" y="5825204"/>
                  <a:pt x="424382" y="5843089"/>
                </a:cubicBezTo>
                <a:cubicBezTo>
                  <a:pt x="442051" y="5825420"/>
                  <a:pt x="424161" y="5807530"/>
                  <a:pt x="424161" y="5807530"/>
                </a:cubicBezTo>
                <a:cubicBezTo>
                  <a:pt x="441835" y="5789866"/>
                  <a:pt x="441835" y="5789866"/>
                  <a:pt x="423946" y="5771976"/>
                </a:cubicBezTo>
                <a:lnTo>
                  <a:pt x="504737" y="5654047"/>
                </a:lnTo>
                <a:lnTo>
                  <a:pt x="457630" y="5654071"/>
                </a:lnTo>
                <a:cubicBezTo>
                  <a:pt x="457640" y="5618854"/>
                  <a:pt x="422427" y="5618868"/>
                  <a:pt x="422427" y="5618868"/>
                </a:cubicBezTo>
                <a:cubicBezTo>
                  <a:pt x="422446" y="5583651"/>
                  <a:pt x="475271" y="5566024"/>
                  <a:pt x="475285" y="5530812"/>
                </a:cubicBezTo>
                <a:cubicBezTo>
                  <a:pt x="457681" y="5513208"/>
                  <a:pt x="422455" y="5548434"/>
                  <a:pt x="404871" y="5495623"/>
                </a:cubicBezTo>
                <a:cubicBezTo>
                  <a:pt x="404871" y="5495623"/>
                  <a:pt x="404871" y="5495623"/>
                  <a:pt x="387267" y="5478019"/>
                </a:cubicBezTo>
                <a:cubicBezTo>
                  <a:pt x="369668" y="5460420"/>
                  <a:pt x="387281" y="5442808"/>
                  <a:pt x="369677" y="5425204"/>
                </a:cubicBezTo>
                <a:cubicBezTo>
                  <a:pt x="404908" y="5389973"/>
                  <a:pt x="369696" y="5389987"/>
                  <a:pt x="404922" y="5354761"/>
                </a:cubicBezTo>
                <a:cubicBezTo>
                  <a:pt x="387332" y="5301946"/>
                  <a:pt x="334508" y="5319573"/>
                  <a:pt x="299304" y="5284370"/>
                </a:cubicBezTo>
                <a:cubicBezTo>
                  <a:pt x="281692" y="5301983"/>
                  <a:pt x="316909" y="5301974"/>
                  <a:pt x="299295" y="5319586"/>
                </a:cubicBezTo>
                <a:cubicBezTo>
                  <a:pt x="264073" y="5319601"/>
                  <a:pt x="246475" y="5302002"/>
                  <a:pt x="228871" y="5284398"/>
                </a:cubicBezTo>
                <a:cubicBezTo>
                  <a:pt x="193660" y="5284412"/>
                  <a:pt x="158433" y="5319638"/>
                  <a:pt x="140830" y="5302034"/>
                </a:cubicBezTo>
                <a:cubicBezTo>
                  <a:pt x="158442" y="5284422"/>
                  <a:pt x="193668" y="5249196"/>
                  <a:pt x="228891" y="5249181"/>
                </a:cubicBezTo>
                <a:cubicBezTo>
                  <a:pt x="246503" y="5231568"/>
                  <a:pt x="228899" y="5213965"/>
                  <a:pt x="228899" y="5213965"/>
                </a:cubicBezTo>
                <a:cubicBezTo>
                  <a:pt x="211300" y="5196366"/>
                  <a:pt x="193688" y="5213978"/>
                  <a:pt x="193701" y="5178767"/>
                </a:cubicBezTo>
                <a:cubicBezTo>
                  <a:pt x="176084" y="5196384"/>
                  <a:pt x="176084" y="5196384"/>
                  <a:pt x="176084" y="5196384"/>
                </a:cubicBezTo>
                <a:lnTo>
                  <a:pt x="158470" y="5213998"/>
                </a:lnTo>
                <a:lnTo>
                  <a:pt x="35212" y="5231653"/>
                </a:lnTo>
                <a:cubicBezTo>
                  <a:pt x="17599" y="5249266"/>
                  <a:pt x="17599" y="5249266"/>
                  <a:pt x="0" y="5231666"/>
                </a:cubicBezTo>
                <a:cubicBezTo>
                  <a:pt x="9" y="5196450"/>
                  <a:pt x="70429" y="5231634"/>
                  <a:pt x="105655" y="5196408"/>
                </a:cubicBezTo>
                <a:cubicBezTo>
                  <a:pt x="105669" y="5161196"/>
                  <a:pt x="88056" y="5178809"/>
                  <a:pt x="105669" y="5161196"/>
                </a:cubicBezTo>
                <a:cubicBezTo>
                  <a:pt x="105669" y="5161196"/>
                  <a:pt x="140886" y="5161177"/>
                  <a:pt x="123287" y="5143578"/>
                </a:cubicBezTo>
                <a:cubicBezTo>
                  <a:pt x="123287" y="5143578"/>
                  <a:pt x="127688" y="5147979"/>
                  <a:pt x="132089" y="5147974"/>
                </a:cubicBezTo>
                <a:lnTo>
                  <a:pt x="133850" y="5143578"/>
                </a:lnTo>
                <a:lnTo>
                  <a:pt x="158499" y="5143564"/>
                </a:lnTo>
                <a:cubicBezTo>
                  <a:pt x="176112" y="5125951"/>
                  <a:pt x="176098" y="5161163"/>
                  <a:pt x="211315" y="5161153"/>
                </a:cubicBezTo>
                <a:cubicBezTo>
                  <a:pt x="211315" y="5161153"/>
                  <a:pt x="211315" y="5161153"/>
                  <a:pt x="211300" y="5196366"/>
                </a:cubicBezTo>
                <a:cubicBezTo>
                  <a:pt x="228914" y="5178752"/>
                  <a:pt x="246526" y="5161140"/>
                  <a:pt x="228927" y="5143541"/>
                </a:cubicBezTo>
                <a:cubicBezTo>
                  <a:pt x="264139" y="5143527"/>
                  <a:pt x="281757" y="5125909"/>
                  <a:pt x="299356" y="5143508"/>
                </a:cubicBezTo>
                <a:cubicBezTo>
                  <a:pt x="334573" y="5143498"/>
                  <a:pt x="316960" y="5161112"/>
                  <a:pt x="334559" y="5178711"/>
                </a:cubicBezTo>
                <a:cubicBezTo>
                  <a:pt x="334559" y="5178711"/>
                  <a:pt x="369776" y="5178701"/>
                  <a:pt x="387394" y="5161083"/>
                </a:cubicBezTo>
                <a:cubicBezTo>
                  <a:pt x="422596" y="5196286"/>
                  <a:pt x="457831" y="5125843"/>
                  <a:pt x="510647" y="5143433"/>
                </a:cubicBezTo>
                <a:cubicBezTo>
                  <a:pt x="545878" y="5108202"/>
                  <a:pt x="598702" y="5090575"/>
                  <a:pt x="598722" y="5055358"/>
                </a:cubicBezTo>
                <a:cubicBezTo>
                  <a:pt x="616321" y="5072957"/>
                  <a:pt x="616321" y="5072957"/>
                  <a:pt x="616321" y="5072957"/>
                </a:cubicBezTo>
                <a:cubicBezTo>
                  <a:pt x="633933" y="5055344"/>
                  <a:pt x="669164" y="5020113"/>
                  <a:pt x="686768" y="5037717"/>
                </a:cubicBezTo>
                <a:cubicBezTo>
                  <a:pt x="721994" y="5002491"/>
                  <a:pt x="757207" y="5002477"/>
                  <a:pt x="792427" y="5002463"/>
                </a:cubicBezTo>
                <a:cubicBezTo>
                  <a:pt x="792427" y="5002463"/>
                  <a:pt x="792427" y="5002463"/>
                  <a:pt x="774810" y="5020081"/>
                </a:cubicBezTo>
                <a:cubicBezTo>
                  <a:pt x="792413" y="5037675"/>
                  <a:pt x="810026" y="5020062"/>
                  <a:pt x="845239" y="5020048"/>
                </a:cubicBezTo>
                <a:cubicBezTo>
                  <a:pt x="845257" y="4984831"/>
                  <a:pt x="915686" y="4984808"/>
                  <a:pt x="915695" y="4949591"/>
                </a:cubicBezTo>
                <a:cubicBezTo>
                  <a:pt x="898096" y="4931992"/>
                  <a:pt x="862884" y="4932006"/>
                  <a:pt x="827663" y="4932020"/>
                </a:cubicBezTo>
                <a:cubicBezTo>
                  <a:pt x="827663" y="4932020"/>
                  <a:pt x="827681" y="4896804"/>
                  <a:pt x="810064" y="4914421"/>
                </a:cubicBezTo>
                <a:cubicBezTo>
                  <a:pt x="810064" y="4914421"/>
                  <a:pt x="792460" y="4896817"/>
                  <a:pt x="810078" y="4879200"/>
                </a:cubicBezTo>
                <a:cubicBezTo>
                  <a:pt x="810078" y="4879200"/>
                  <a:pt x="792460" y="4896817"/>
                  <a:pt x="792460" y="4896817"/>
                </a:cubicBezTo>
                <a:cubicBezTo>
                  <a:pt x="774861" y="4879218"/>
                  <a:pt x="757249" y="4896832"/>
                  <a:pt x="757267" y="4861615"/>
                </a:cubicBezTo>
                <a:cubicBezTo>
                  <a:pt x="704433" y="4879242"/>
                  <a:pt x="686834" y="4861643"/>
                  <a:pt x="651617" y="4861652"/>
                </a:cubicBezTo>
                <a:cubicBezTo>
                  <a:pt x="563585" y="4844082"/>
                  <a:pt x="510769" y="4826492"/>
                  <a:pt x="457972" y="4773695"/>
                </a:cubicBezTo>
                <a:cubicBezTo>
                  <a:pt x="440369" y="4756091"/>
                  <a:pt x="440359" y="4791308"/>
                  <a:pt x="422756" y="4773704"/>
                </a:cubicBezTo>
                <a:cubicBezTo>
                  <a:pt x="422756" y="4773704"/>
                  <a:pt x="405157" y="4756106"/>
                  <a:pt x="422770" y="4738492"/>
                </a:cubicBezTo>
                <a:cubicBezTo>
                  <a:pt x="422770" y="4738492"/>
                  <a:pt x="405157" y="4756106"/>
                  <a:pt x="405157" y="4756106"/>
                </a:cubicBezTo>
                <a:cubicBezTo>
                  <a:pt x="405166" y="4720888"/>
                  <a:pt x="387567" y="4703289"/>
                  <a:pt x="352350" y="4703299"/>
                </a:cubicBezTo>
                <a:cubicBezTo>
                  <a:pt x="369968" y="4685690"/>
                  <a:pt x="369968" y="4685690"/>
                  <a:pt x="369968" y="4685690"/>
                </a:cubicBezTo>
                <a:cubicBezTo>
                  <a:pt x="334751" y="4685700"/>
                  <a:pt x="352378" y="4632875"/>
                  <a:pt x="317162" y="4632884"/>
                </a:cubicBezTo>
                <a:cubicBezTo>
                  <a:pt x="387618" y="4562427"/>
                  <a:pt x="334836" y="4474409"/>
                  <a:pt x="387675" y="4421570"/>
                </a:cubicBezTo>
                <a:cubicBezTo>
                  <a:pt x="405274" y="4439169"/>
                  <a:pt x="422891" y="4421551"/>
                  <a:pt x="422891" y="4421551"/>
                </a:cubicBezTo>
                <a:cubicBezTo>
                  <a:pt x="440477" y="4474371"/>
                  <a:pt x="405246" y="4509602"/>
                  <a:pt x="405222" y="4580031"/>
                </a:cubicBezTo>
                <a:cubicBezTo>
                  <a:pt x="405222" y="4580031"/>
                  <a:pt x="405222" y="4580031"/>
                  <a:pt x="440434" y="4580017"/>
                </a:cubicBezTo>
                <a:cubicBezTo>
                  <a:pt x="440434" y="4580017"/>
                  <a:pt x="405222" y="4580031"/>
                  <a:pt x="422835" y="4562418"/>
                </a:cubicBezTo>
                <a:cubicBezTo>
                  <a:pt x="458038" y="4597621"/>
                  <a:pt x="475679" y="4509574"/>
                  <a:pt x="493291" y="4491961"/>
                </a:cubicBezTo>
                <a:cubicBezTo>
                  <a:pt x="493291" y="4491961"/>
                  <a:pt x="510890" y="4509560"/>
                  <a:pt x="528508" y="4491943"/>
                </a:cubicBezTo>
                <a:cubicBezTo>
                  <a:pt x="510909" y="4474344"/>
                  <a:pt x="546136" y="4439117"/>
                  <a:pt x="563735" y="4456716"/>
                </a:cubicBezTo>
                <a:cubicBezTo>
                  <a:pt x="598951" y="4456707"/>
                  <a:pt x="581348" y="4439103"/>
                  <a:pt x="598965" y="4421486"/>
                </a:cubicBezTo>
                <a:cubicBezTo>
                  <a:pt x="616569" y="4439090"/>
                  <a:pt x="598951" y="4456707"/>
                  <a:pt x="598951" y="4456707"/>
                </a:cubicBezTo>
                <a:cubicBezTo>
                  <a:pt x="634168" y="4456688"/>
                  <a:pt x="616569" y="4439090"/>
                  <a:pt x="616578" y="4403873"/>
                </a:cubicBezTo>
                <a:cubicBezTo>
                  <a:pt x="651796" y="4403863"/>
                  <a:pt x="669408" y="4386250"/>
                  <a:pt x="687025" y="4368633"/>
                </a:cubicBezTo>
                <a:cubicBezTo>
                  <a:pt x="669421" y="4351029"/>
                  <a:pt x="669421" y="4351029"/>
                  <a:pt x="669421" y="4351029"/>
                </a:cubicBezTo>
                <a:cubicBezTo>
                  <a:pt x="669421" y="4351029"/>
                  <a:pt x="669421" y="4351029"/>
                  <a:pt x="651823" y="4333430"/>
                </a:cubicBezTo>
                <a:cubicBezTo>
                  <a:pt x="651823" y="4333430"/>
                  <a:pt x="651823" y="4333430"/>
                  <a:pt x="634206" y="4351048"/>
                </a:cubicBezTo>
                <a:cubicBezTo>
                  <a:pt x="634215" y="4333435"/>
                  <a:pt x="629814" y="4329034"/>
                  <a:pt x="621008" y="4329038"/>
                </a:cubicBezTo>
                <a:lnTo>
                  <a:pt x="615838" y="4329615"/>
                </a:lnTo>
                <a:lnTo>
                  <a:pt x="612214" y="4311435"/>
                </a:lnTo>
                <a:cubicBezTo>
                  <a:pt x="616616" y="4307034"/>
                  <a:pt x="625422" y="4307029"/>
                  <a:pt x="634219" y="4315826"/>
                </a:cubicBezTo>
                <a:cubicBezTo>
                  <a:pt x="616620" y="4298228"/>
                  <a:pt x="616620" y="4298228"/>
                  <a:pt x="599017" y="4280624"/>
                </a:cubicBezTo>
                <a:cubicBezTo>
                  <a:pt x="616630" y="4263011"/>
                  <a:pt x="599031" y="4245412"/>
                  <a:pt x="616649" y="4227794"/>
                </a:cubicBezTo>
                <a:cubicBezTo>
                  <a:pt x="599050" y="4210195"/>
                  <a:pt x="599050" y="4210195"/>
                  <a:pt x="599050" y="4210195"/>
                </a:cubicBezTo>
                <a:cubicBezTo>
                  <a:pt x="616662" y="4192582"/>
                  <a:pt x="634276" y="4174969"/>
                  <a:pt x="651889" y="4157356"/>
                </a:cubicBezTo>
                <a:cubicBezTo>
                  <a:pt x="634285" y="4139752"/>
                  <a:pt x="616686" y="4122153"/>
                  <a:pt x="669516" y="4104521"/>
                </a:cubicBezTo>
                <a:cubicBezTo>
                  <a:pt x="651917" y="4086922"/>
                  <a:pt x="634299" y="4104540"/>
                  <a:pt x="634318" y="4069323"/>
                </a:cubicBezTo>
                <a:cubicBezTo>
                  <a:pt x="616728" y="4016508"/>
                  <a:pt x="739973" y="4034065"/>
                  <a:pt x="704784" y="3963650"/>
                </a:cubicBezTo>
                <a:cubicBezTo>
                  <a:pt x="722397" y="3946037"/>
                  <a:pt x="740001" y="3963641"/>
                  <a:pt x="740001" y="3963641"/>
                </a:cubicBezTo>
                <a:cubicBezTo>
                  <a:pt x="792830" y="3946009"/>
                  <a:pt x="863278" y="3910769"/>
                  <a:pt x="898504" y="3875543"/>
                </a:cubicBezTo>
                <a:cubicBezTo>
                  <a:pt x="880900" y="3857939"/>
                  <a:pt x="880900" y="3857939"/>
                  <a:pt x="863287" y="3875552"/>
                </a:cubicBezTo>
                <a:cubicBezTo>
                  <a:pt x="863301" y="3840340"/>
                  <a:pt x="845688" y="3857953"/>
                  <a:pt x="828085" y="3840349"/>
                </a:cubicBezTo>
                <a:cubicBezTo>
                  <a:pt x="828085" y="3840349"/>
                  <a:pt x="863301" y="3840340"/>
                  <a:pt x="863301" y="3840340"/>
                </a:cubicBezTo>
                <a:cubicBezTo>
                  <a:pt x="863301" y="3840340"/>
                  <a:pt x="863301" y="3840340"/>
                  <a:pt x="880914" y="3822727"/>
                </a:cubicBezTo>
                <a:cubicBezTo>
                  <a:pt x="863301" y="3840340"/>
                  <a:pt x="880900" y="3857939"/>
                  <a:pt x="880900" y="3857939"/>
                </a:cubicBezTo>
                <a:cubicBezTo>
                  <a:pt x="880900" y="3857939"/>
                  <a:pt x="898513" y="3840326"/>
                  <a:pt x="898513" y="3840326"/>
                </a:cubicBezTo>
                <a:cubicBezTo>
                  <a:pt x="898513" y="3840326"/>
                  <a:pt x="880914" y="3822727"/>
                  <a:pt x="880914" y="3822727"/>
                </a:cubicBezTo>
                <a:cubicBezTo>
                  <a:pt x="898532" y="3805109"/>
                  <a:pt x="916131" y="3822708"/>
                  <a:pt x="916131" y="3822708"/>
                </a:cubicBezTo>
                <a:cubicBezTo>
                  <a:pt x="916131" y="3822708"/>
                  <a:pt x="916131" y="3822708"/>
                  <a:pt x="933734" y="3840312"/>
                </a:cubicBezTo>
                <a:cubicBezTo>
                  <a:pt x="951348" y="3822699"/>
                  <a:pt x="933744" y="3805095"/>
                  <a:pt x="916131" y="3822708"/>
                </a:cubicBezTo>
                <a:lnTo>
                  <a:pt x="933744" y="3805095"/>
                </a:lnTo>
                <a:lnTo>
                  <a:pt x="949154" y="3802892"/>
                </a:lnTo>
                <a:lnTo>
                  <a:pt x="949918" y="3797544"/>
                </a:lnTo>
                <a:lnTo>
                  <a:pt x="966767" y="3789675"/>
                </a:lnTo>
                <a:lnTo>
                  <a:pt x="971255" y="3789058"/>
                </a:lnTo>
                <a:lnTo>
                  <a:pt x="976120" y="3792425"/>
                </a:lnTo>
                <a:cubicBezTo>
                  <a:pt x="978872" y="3792975"/>
                  <a:pt x="982174" y="3791873"/>
                  <a:pt x="986579" y="3787468"/>
                </a:cubicBezTo>
                <a:cubicBezTo>
                  <a:pt x="986579" y="3787468"/>
                  <a:pt x="984377" y="3787469"/>
                  <a:pt x="980800" y="3787746"/>
                </a:cubicBezTo>
                <a:lnTo>
                  <a:pt x="971255" y="3789058"/>
                </a:lnTo>
                <a:lnTo>
                  <a:pt x="968968" y="3787475"/>
                </a:lnTo>
                <a:cubicBezTo>
                  <a:pt x="964567" y="3783074"/>
                  <a:pt x="960166" y="3778673"/>
                  <a:pt x="951357" y="3787482"/>
                </a:cubicBezTo>
                <a:lnTo>
                  <a:pt x="949918" y="3797544"/>
                </a:lnTo>
                <a:lnTo>
                  <a:pt x="933744" y="3805095"/>
                </a:lnTo>
                <a:lnTo>
                  <a:pt x="968975" y="3769864"/>
                </a:lnTo>
                <a:cubicBezTo>
                  <a:pt x="1021805" y="3752242"/>
                  <a:pt x="1021813" y="3717025"/>
                  <a:pt x="1074648" y="3699398"/>
                </a:cubicBezTo>
                <a:cubicBezTo>
                  <a:pt x="1074648" y="3699398"/>
                  <a:pt x="1109875" y="3664172"/>
                  <a:pt x="1127474" y="3681771"/>
                </a:cubicBezTo>
                <a:cubicBezTo>
                  <a:pt x="1145091" y="3664153"/>
                  <a:pt x="1145091" y="3664153"/>
                  <a:pt x="1162704" y="3646540"/>
                </a:cubicBezTo>
                <a:cubicBezTo>
                  <a:pt x="1197935" y="3611309"/>
                  <a:pt x="1233147" y="3611295"/>
                  <a:pt x="1215543" y="3593701"/>
                </a:cubicBezTo>
                <a:cubicBezTo>
                  <a:pt x="1233147" y="3611295"/>
                  <a:pt x="1250760" y="3593683"/>
                  <a:pt x="1250760" y="3593683"/>
                </a:cubicBezTo>
                <a:cubicBezTo>
                  <a:pt x="1233161" y="3576084"/>
                  <a:pt x="1250760" y="3593683"/>
                  <a:pt x="1233161" y="3576084"/>
                </a:cubicBezTo>
                <a:cubicBezTo>
                  <a:pt x="1250774" y="3558470"/>
                  <a:pt x="1303604" y="3540838"/>
                  <a:pt x="1303617" y="3505627"/>
                </a:cubicBezTo>
                <a:cubicBezTo>
                  <a:pt x="1321231" y="3488013"/>
                  <a:pt x="1303632" y="3470415"/>
                  <a:pt x="1338844" y="3470400"/>
                </a:cubicBezTo>
                <a:cubicBezTo>
                  <a:pt x="1321231" y="3488013"/>
                  <a:pt x="1321231" y="3488013"/>
                  <a:pt x="1338830" y="3505613"/>
                </a:cubicBezTo>
                <a:cubicBezTo>
                  <a:pt x="1338830" y="3505613"/>
                  <a:pt x="1338830" y="3505613"/>
                  <a:pt x="1356447" y="3487995"/>
                </a:cubicBezTo>
                <a:cubicBezTo>
                  <a:pt x="1374061" y="3470382"/>
                  <a:pt x="1356447" y="3487995"/>
                  <a:pt x="1374061" y="3470382"/>
                </a:cubicBezTo>
                <a:lnTo>
                  <a:pt x="1391688" y="3417557"/>
                </a:lnTo>
                <a:lnTo>
                  <a:pt x="1426904" y="3417538"/>
                </a:lnTo>
                <a:cubicBezTo>
                  <a:pt x="1444518" y="3399925"/>
                  <a:pt x="1444518" y="3399925"/>
                  <a:pt x="1462130" y="3382312"/>
                </a:cubicBezTo>
                <a:cubicBezTo>
                  <a:pt x="1479744" y="3364699"/>
                  <a:pt x="1479744" y="3364699"/>
                  <a:pt x="1479744" y="3364699"/>
                </a:cubicBezTo>
                <a:cubicBezTo>
                  <a:pt x="1462144" y="3347100"/>
                  <a:pt x="1497361" y="3347081"/>
                  <a:pt x="1497361" y="3347081"/>
                </a:cubicBezTo>
                <a:cubicBezTo>
                  <a:pt x="1479762" y="3329482"/>
                  <a:pt x="1514974" y="3329468"/>
                  <a:pt x="1497375" y="3311869"/>
                </a:cubicBezTo>
                <a:lnTo>
                  <a:pt x="1532601" y="3276643"/>
                </a:lnTo>
                <a:lnTo>
                  <a:pt x="1550200" y="3294242"/>
                </a:lnTo>
                <a:cubicBezTo>
                  <a:pt x="1567818" y="3276624"/>
                  <a:pt x="1603030" y="3276610"/>
                  <a:pt x="1603044" y="3241399"/>
                </a:cubicBezTo>
                <a:cubicBezTo>
                  <a:pt x="1585431" y="3259011"/>
                  <a:pt x="1585431" y="3259011"/>
                  <a:pt x="1585431" y="3259011"/>
                </a:cubicBezTo>
                <a:cubicBezTo>
                  <a:pt x="1585431" y="3259011"/>
                  <a:pt x="1576629" y="3259021"/>
                  <a:pt x="1565624" y="3261224"/>
                </a:cubicBezTo>
                <a:lnTo>
                  <a:pt x="1532601" y="3276643"/>
                </a:lnTo>
                <a:lnTo>
                  <a:pt x="1559025" y="3250219"/>
                </a:lnTo>
                <a:cubicBezTo>
                  <a:pt x="1576644" y="3223799"/>
                  <a:pt x="1594261" y="3197389"/>
                  <a:pt x="1620676" y="3188568"/>
                </a:cubicBezTo>
                <a:cubicBezTo>
                  <a:pt x="1620676" y="3188568"/>
                  <a:pt x="1603072" y="3170965"/>
                  <a:pt x="1620685" y="3153352"/>
                </a:cubicBezTo>
                <a:cubicBezTo>
                  <a:pt x="1638289" y="3170955"/>
                  <a:pt x="1638289" y="3170955"/>
                  <a:pt x="1638289" y="3170955"/>
                </a:cubicBezTo>
                <a:cubicBezTo>
                  <a:pt x="1655902" y="3153343"/>
                  <a:pt x="1655902" y="3153343"/>
                  <a:pt x="1655902" y="3153343"/>
                </a:cubicBezTo>
                <a:cubicBezTo>
                  <a:pt x="1673501" y="3170942"/>
                  <a:pt x="1673520" y="3135724"/>
                  <a:pt x="1673520" y="3135724"/>
                </a:cubicBezTo>
                <a:cubicBezTo>
                  <a:pt x="1691132" y="3118112"/>
                  <a:pt x="1691132" y="3118112"/>
                  <a:pt x="1691142" y="3082895"/>
                </a:cubicBezTo>
                <a:cubicBezTo>
                  <a:pt x="1726358" y="3082886"/>
                  <a:pt x="1691142" y="3082895"/>
                  <a:pt x="1708746" y="3100498"/>
                </a:cubicBezTo>
                <a:cubicBezTo>
                  <a:pt x="1708732" y="3135711"/>
                  <a:pt x="1691119" y="3153323"/>
                  <a:pt x="1673501" y="3170942"/>
                </a:cubicBezTo>
                <a:cubicBezTo>
                  <a:pt x="1655888" y="3188554"/>
                  <a:pt x="1620676" y="3188568"/>
                  <a:pt x="1620657" y="3223785"/>
                </a:cubicBezTo>
                <a:cubicBezTo>
                  <a:pt x="1655874" y="3223766"/>
                  <a:pt x="1638275" y="3206168"/>
                  <a:pt x="1655874" y="3223766"/>
                </a:cubicBezTo>
                <a:cubicBezTo>
                  <a:pt x="1673487" y="3206153"/>
                  <a:pt x="1655888" y="3188554"/>
                  <a:pt x="1673487" y="3206153"/>
                </a:cubicBezTo>
                <a:cubicBezTo>
                  <a:pt x="1655865" y="3258983"/>
                  <a:pt x="1585417" y="3294223"/>
                  <a:pt x="1567804" y="3311836"/>
                </a:cubicBezTo>
                <a:cubicBezTo>
                  <a:pt x="1585417" y="3294223"/>
                  <a:pt x="1620634" y="3294214"/>
                  <a:pt x="1620634" y="3294214"/>
                </a:cubicBezTo>
                <a:cubicBezTo>
                  <a:pt x="1620634" y="3294214"/>
                  <a:pt x="1603021" y="3311827"/>
                  <a:pt x="1638233" y="3311813"/>
                </a:cubicBezTo>
                <a:cubicBezTo>
                  <a:pt x="1638233" y="3311813"/>
                  <a:pt x="1638251" y="3276596"/>
                  <a:pt x="1655850" y="3294195"/>
                </a:cubicBezTo>
                <a:cubicBezTo>
                  <a:pt x="1673464" y="3276582"/>
                  <a:pt x="1655850" y="3294195"/>
                  <a:pt x="1638251" y="3276596"/>
                </a:cubicBezTo>
                <a:cubicBezTo>
                  <a:pt x="1655850" y="3294195"/>
                  <a:pt x="1655865" y="3258983"/>
                  <a:pt x="1655865" y="3258983"/>
                </a:cubicBezTo>
                <a:cubicBezTo>
                  <a:pt x="1655865" y="3258983"/>
                  <a:pt x="1726307" y="3223738"/>
                  <a:pt x="1743920" y="3206125"/>
                </a:cubicBezTo>
                <a:cubicBezTo>
                  <a:pt x="1743920" y="3206125"/>
                  <a:pt x="1761533" y="3188512"/>
                  <a:pt x="1779146" y="3170899"/>
                </a:cubicBezTo>
                <a:cubicBezTo>
                  <a:pt x="1779137" y="3206116"/>
                  <a:pt x="1761533" y="3188512"/>
                  <a:pt x="1779137" y="3206116"/>
                </a:cubicBezTo>
                <a:cubicBezTo>
                  <a:pt x="1779137" y="3206116"/>
                  <a:pt x="1779137" y="3206116"/>
                  <a:pt x="1779146" y="3170899"/>
                </a:cubicBezTo>
                <a:cubicBezTo>
                  <a:pt x="1796764" y="3153281"/>
                  <a:pt x="1796764" y="3153281"/>
                  <a:pt x="1796764" y="3153281"/>
                </a:cubicBezTo>
                <a:cubicBezTo>
                  <a:pt x="1796764" y="3153281"/>
                  <a:pt x="1814377" y="3135668"/>
                  <a:pt x="1814368" y="3170885"/>
                </a:cubicBezTo>
                <a:cubicBezTo>
                  <a:pt x="1814377" y="3135668"/>
                  <a:pt x="1814377" y="3135668"/>
                  <a:pt x="1831990" y="3118055"/>
                </a:cubicBezTo>
                <a:cubicBezTo>
                  <a:pt x="1849603" y="3100442"/>
                  <a:pt x="1867221" y="3082825"/>
                  <a:pt x="1884834" y="3065211"/>
                </a:cubicBezTo>
                <a:cubicBezTo>
                  <a:pt x="1937678" y="3012368"/>
                  <a:pt x="1955291" y="2994754"/>
                  <a:pt x="2008134" y="2941911"/>
                </a:cubicBezTo>
                <a:cubicBezTo>
                  <a:pt x="2008134" y="2941911"/>
                  <a:pt x="2025738" y="2959515"/>
                  <a:pt x="2008125" y="2977128"/>
                </a:cubicBezTo>
                <a:cubicBezTo>
                  <a:pt x="2043337" y="2977113"/>
                  <a:pt x="2043351" y="2941901"/>
                  <a:pt x="2060964" y="2924289"/>
                </a:cubicBezTo>
                <a:cubicBezTo>
                  <a:pt x="2060964" y="2924289"/>
                  <a:pt x="2060964" y="2924289"/>
                  <a:pt x="2078582" y="2906671"/>
                </a:cubicBezTo>
                <a:cubicBezTo>
                  <a:pt x="2113794" y="2906657"/>
                  <a:pt x="2131407" y="2889043"/>
                  <a:pt x="2149006" y="2906643"/>
                </a:cubicBezTo>
                <a:cubicBezTo>
                  <a:pt x="2131397" y="2924260"/>
                  <a:pt x="2113794" y="2906657"/>
                  <a:pt x="2113784" y="2941874"/>
                </a:cubicBezTo>
                <a:cubicBezTo>
                  <a:pt x="2096180" y="2924270"/>
                  <a:pt x="2096180" y="2924270"/>
                  <a:pt x="2113794" y="2906657"/>
                </a:cubicBezTo>
                <a:cubicBezTo>
                  <a:pt x="2113794" y="2906657"/>
                  <a:pt x="2096180" y="2924270"/>
                  <a:pt x="2096180" y="2924270"/>
                </a:cubicBezTo>
                <a:cubicBezTo>
                  <a:pt x="2096164" y="2955085"/>
                  <a:pt x="2015281" y="2958965"/>
                  <a:pt x="2006835" y="3018432"/>
                </a:cubicBezTo>
                <a:lnTo>
                  <a:pt x="2008097" y="3047561"/>
                </a:lnTo>
                <a:lnTo>
                  <a:pt x="2008097" y="3047561"/>
                </a:lnTo>
                <a:lnTo>
                  <a:pt x="1981957" y="3053346"/>
                </a:lnTo>
                <a:cubicBezTo>
                  <a:pt x="1956366" y="3064085"/>
                  <a:pt x="1933246" y="3087204"/>
                  <a:pt x="1920037" y="3100414"/>
                </a:cubicBezTo>
                <a:cubicBezTo>
                  <a:pt x="1902423" y="3118027"/>
                  <a:pt x="1902423" y="3118027"/>
                  <a:pt x="1902423" y="3118027"/>
                </a:cubicBezTo>
                <a:cubicBezTo>
                  <a:pt x="1902423" y="3118027"/>
                  <a:pt x="1902423" y="3118027"/>
                  <a:pt x="1884806" y="3135645"/>
                </a:cubicBezTo>
                <a:cubicBezTo>
                  <a:pt x="1867207" y="3118046"/>
                  <a:pt x="1867192" y="3153258"/>
                  <a:pt x="1831981" y="3153272"/>
                </a:cubicBezTo>
                <a:lnTo>
                  <a:pt x="1846060" y="3167351"/>
                </a:lnTo>
                <a:lnTo>
                  <a:pt x="1761524" y="3223729"/>
                </a:lnTo>
                <a:cubicBezTo>
                  <a:pt x="1743911" y="3241342"/>
                  <a:pt x="1761510" y="3258941"/>
                  <a:pt x="1761510" y="3258941"/>
                </a:cubicBezTo>
                <a:cubicBezTo>
                  <a:pt x="1743911" y="3241342"/>
                  <a:pt x="1743892" y="3276558"/>
                  <a:pt x="1726293" y="3258960"/>
                </a:cubicBezTo>
                <a:cubicBezTo>
                  <a:pt x="1743892" y="3276558"/>
                  <a:pt x="1726279" y="3294172"/>
                  <a:pt x="1726279" y="3294172"/>
                </a:cubicBezTo>
                <a:cubicBezTo>
                  <a:pt x="1691067" y="3294185"/>
                  <a:pt x="1691067" y="3294185"/>
                  <a:pt x="1673454" y="3311799"/>
                </a:cubicBezTo>
                <a:cubicBezTo>
                  <a:pt x="1691053" y="3329398"/>
                  <a:pt x="1691053" y="3329398"/>
                  <a:pt x="1708666" y="3311784"/>
                </a:cubicBezTo>
                <a:cubicBezTo>
                  <a:pt x="1726270" y="3329388"/>
                  <a:pt x="1691053" y="3329398"/>
                  <a:pt x="1708657" y="3347001"/>
                </a:cubicBezTo>
                <a:cubicBezTo>
                  <a:pt x="1691039" y="3364619"/>
                  <a:pt x="1726255" y="3364600"/>
                  <a:pt x="1691039" y="3364619"/>
                </a:cubicBezTo>
                <a:lnTo>
                  <a:pt x="1691025" y="3389267"/>
                </a:lnTo>
                <a:lnTo>
                  <a:pt x="1686628" y="3391030"/>
                </a:lnTo>
                <a:cubicBezTo>
                  <a:pt x="1682227" y="3391034"/>
                  <a:pt x="1682227" y="3391034"/>
                  <a:pt x="1691025" y="3399831"/>
                </a:cubicBezTo>
                <a:cubicBezTo>
                  <a:pt x="1699822" y="3408629"/>
                  <a:pt x="1699822" y="3408629"/>
                  <a:pt x="1699826" y="3404228"/>
                </a:cubicBezTo>
                <a:lnTo>
                  <a:pt x="1708638" y="3382218"/>
                </a:lnTo>
                <a:lnTo>
                  <a:pt x="1726237" y="3399817"/>
                </a:lnTo>
                <a:cubicBezTo>
                  <a:pt x="1743850" y="3382204"/>
                  <a:pt x="1779067" y="3382195"/>
                  <a:pt x="1814298" y="3346964"/>
                </a:cubicBezTo>
                <a:cubicBezTo>
                  <a:pt x="1796694" y="3329360"/>
                  <a:pt x="1849509" y="3346950"/>
                  <a:pt x="1867127" y="3329332"/>
                </a:cubicBezTo>
                <a:cubicBezTo>
                  <a:pt x="1849509" y="3346950"/>
                  <a:pt x="1849509" y="3346950"/>
                  <a:pt x="1849509" y="3346950"/>
                </a:cubicBezTo>
                <a:lnTo>
                  <a:pt x="1842461" y="3364563"/>
                </a:lnTo>
                <a:lnTo>
                  <a:pt x="1836297" y="3364558"/>
                </a:lnTo>
                <a:cubicBezTo>
                  <a:pt x="1831897" y="3364563"/>
                  <a:pt x="1831897" y="3364563"/>
                  <a:pt x="1831897" y="3364563"/>
                </a:cubicBezTo>
                <a:cubicBezTo>
                  <a:pt x="1831897" y="3364563"/>
                  <a:pt x="1836297" y="3368964"/>
                  <a:pt x="1840698" y="3368959"/>
                </a:cubicBezTo>
                <a:lnTo>
                  <a:pt x="1842461" y="3364563"/>
                </a:lnTo>
                <a:lnTo>
                  <a:pt x="1867113" y="3364554"/>
                </a:lnTo>
                <a:cubicBezTo>
                  <a:pt x="1858316" y="3355747"/>
                  <a:pt x="1862717" y="3351346"/>
                  <a:pt x="1869321" y="3344742"/>
                </a:cubicBezTo>
                <a:lnTo>
                  <a:pt x="1876520" y="3329332"/>
                </a:lnTo>
                <a:lnTo>
                  <a:pt x="1902344" y="3329323"/>
                </a:lnTo>
                <a:cubicBezTo>
                  <a:pt x="1902353" y="3294106"/>
                  <a:pt x="1919966" y="3276493"/>
                  <a:pt x="1937584" y="3258875"/>
                </a:cubicBezTo>
                <a:cubicBezTo>
                  <a:pt x="1937584" y="3258875"/>
                  <a:pt x="1955197" y="3241262"/>
                  <a:pt x="1955197" y="3241262"/>
                </a:cubicBezTo>
                <a:cubicBezTo>
                  <a:pt x="1963999" y="3250064"/>
                  <a:pt x="1963999" y="3250064"/>
                  <a:pt x="1963999" y="3245659"/>
                </a:cubicBezTo>
                <a:lnTo>
                  <a:pt x="1969098" y="3232920"/>
                </a:lnTo>
                <a:lnTo>
                  <a:pt x="1988216" y="3221442"/>
                </a:lnTo>
                <a:cubicBezTo>
                  <a:pt x="1999230" y="3214833"/>
                  <a:pt x="2008036" y="3206027"/>
                  <a:pt x="2008041" y="3188418"/>
                </a:cubicBezTo>
                <a:cubicBezTo>
                  <a:pt x="2016847" y="3179612"/>
                  <a:pt x="2030055" y="3175206"/>
                  <a:pt x="2043267" y="3166400"/>
                </a:cubicBezTo>
                <a:lnTo>
                  <a:pt x="2078498" y="3117961"/>
                </a:lnTo>
                <a:lnTo>
                  <a:pt x="2067488" y="3133376"/>
                </a:lnTo>
                <a:cubicBezTo>
                  <a:pt x="2069686" y="3135575"/>
                  <a:pt x="2078493" y="3135570"/>
                  <a:pt x="2096101" y="3135565"/>
                </a:cubicBezTo>
                <a:cubicBezTo>
                  <a:pt x="2078498" y="3117961"/>
                  <a:pt x="2113724" y="3082735"/>
                  <a:pt x="2131327" y="3100339"/>
                </a:cubicBezTo>
                <a:lnTo>
                  <a:pt x="2143663" y="3063351"/>
                </a:lnTo>
                <a:lnTo>
                  <a:pt x="2146747" y="3062911"/>
                </a:lnTo>
                <a:cubicBezTo>
                  <a:pt x="2148949" y="3056311"/>
                  <a:pt x="2148954" y="3047505"/>
                  <a:pt x="2148954" y="3047505"/>
                </a:cubicBezTo>
                <a:cubicBezTo>
                  <a:pt x="2148954" y="3047505"/>
                  <a:pt x="2166567" y="3029892"/>
                  <a:pt x="2184171" y="3047496"/>
                </a:cubicBezTo>
                <a:cubicBezTo>
                  <a:pt x="2184171" y="3047496"/>
                  <a:pt x="2184171" y="3047496"/>
                  <a:pt x="2184180" y="3012279"/>
                </a:cubicBezTo>
                <a:cubicBezTo>
                  <a:pt x="2184180" y="3012279"/>
                  <a:pt x="2166567" y="3029892"/>
                  <a:pt x="2166567" y="3029892"/>
                </a:cubicBezTo>
                <a:cubicBezTo>
                  <a:pt x="2148954" y="3047505"/>
                  <a:pt x="2096125" y="3065137"/>
                  <a:pt x="2096110" y="3100349"/>
                </a:cubicBezTo>
                <a:lnTo>
                  <a:pt x="2078498" y="3117961"/>
                </a:lnTo>
                <a:lnTo>
                  <a:pt x="2060885" y="3135575"/>
                </a:lnTo>
                <a:cubicBezTo>
                  <a:pt x="2043286" y="3117976"/>
                  <a:pt x="2043286" y="3117976"/>
                  <a:pt x="2025668" y="3135593"/>
                </a:cubicBezTo>
                <a:cubicBezTo>
                  <a:pt x="2008064" y="3117990"/>
                  <a:pt x="2008064" y="3117990"/>
                  <a:pt x="1972871" y="3082787"/>
                </a:cubicBezTo>
                <a:cubicBezTo>
                  <a:pt x="1972871" y="3082787"/>
                  <a:pt x="1972871" y="3082787"/>
                  <a:pt x="1990484" y="3065174"/>
                </a:cubicBezTo>
                <a:cubicBezTo>
                  <a:pt x="1990484" y="3065174"/>
                  <a:pt x="1994887" y="3060771"/>
                  <a:pt x="2001492" y="3054166"/>
                </a:cubicBezTo>
                <a:lnTo>
                  <a:pt x="2008097" y="3047561"/>
                </a:lnTo>
                <a:lnTo>
                  <a:pt x="2008097" y="3047561"/>
                </a:lnTo>
                <a:lnTo>
                  <a:pt x="2008097" y="3047561"/>
                </a:lnTo>
                <a:lnTo>
                  <a:pt x="2025710" y="3029948"/>
                </a:lnTo>
                <a:cubicBezTo>
                  <a:pt x="2025696" y="3065160"/>
                  <a:pt x="2078540" y="3012316"/>
                  <a:pt x="2043327" y="3012331"/>
                </a:cubicBezTo>
                <a:cubicBezTo>
                  <a:pt x="2060941" y="2994717"/>
                  <a:pt x="2078540" y="3012316"/>
                  <a:pt x="2096153" y="2994703"/>
                </a:cubicBezTo>
                <a:cubicBezTo>
                  <a:pt x="2096153" y="2994703"/>
                  <a:pt x="2113765" y="2977090"/>
                  <a:pt x="2131379" y="2959477"/>
                </a:cubicBezTo>
                <a:cubicBezTo>
                  <a:pt x="2131379" y="2959477"/>
                  <a:pt x="2131379" y="2959477"/>
                  <a:pt x="2113765" y="2977090"/>
                </a:cubicBezTo>
                <a:lnTo>
                  <a:pt x="2148996" y="2941859"/>
                </a:lnTo>
                <a:cubicBezTo>
                  <a:pt x="2166595" y="2959458"/>
                  <a:pt x="2184209" y="2941845"/>
                  <a:pt x="2166610" y="2924246"/>
                </a:cubicBezTo>
                <a:cubicBezTo>
                  <a:pt x="2166610" y="2924246"/>
                  <a:pt x="2148996" y="2941859"/>
                  <a:pt x="2148996" y="2941859"/>
                </a:cubicBezTo>
                <a:lnTo>
                  <a:pt x="2184222" y="2906633"/>
                </a:lnTo>
                <a:cubicBezTo>
                  <a:pt x="2237052" y="2889002"/>
                  <a:pt x="2254679" y="2836177"/>
                  <a:pt x="2307509" y="2818545"/>
                </a:cubicBezTo>
                <a:cubicBezTo>
                  <a:pt x="2307509" y="2818545"/>
                  <a:pt x="2325122" y="2800931"/>
                  <a:pt x="2342735" y="2783319"/>
                </a:cubicBezTo>
                <a:cubicBezTo>
                  <a:pt x="2307509" y="2818545"/>
                  <a:pt x="2325113" y="2836149"/>
                  <a:pt x="2289882" y="2871379"/>
                </a:cubicBezTo>
                <a:cubicBezTo>
                  <a:pt x="2325098" y="2871361"/>
                  <a:pt x="2325113" y="2836149"/>
                  <a:pt x="2342712" y="2853747"/>
                </a:cubicBezTo>
                <a:cubicBezTo>
                  <a:pt x="2342712" y="2853747"/>
                  <a:pt x="2360315" y="2871351"/>
                  <a:pt x="2360315" y="2871351"/>
                </a:cubicBezTo>
                <a:cubicBezTo>
                  <a:pt x="2360315" y="2871351"/>
                  <a:pt x="2377929" y="2853738"/>
                  <a:pt x="2395541" y="2836125"/>
                </a:cubicBezTo>
                <a:cubicBezTo>
                  <a:pt x="2430772" y="2800894"/>
                  <a:pt x="2466003" y="2765663"/>
                  <a:pt x="2466012" y="2730447"/>
                </a:cubicBezTo>
                <a:cubicBezTo>
                  <a:pt x="2483616" y="2748051"/>
                  <a:pt x="2501229" y="2730437"/>
                  <a:pt x="2501229" y="2730437"/>
                </a:cubicBezTo>
                <a:cubicBezTo>
                  <a:pt x="2518842" y="2712824"/>
                  <a:pt x="2554073" y="2677593"/>
                  <a:pt x="2536469" y="2659990"/>
                </a:cubicBezTo>
                <a:cubicBezTo>
                  <a:pt x="2554082" y="2642377"/>
                  <a:pt x="2554073" y="2677593"/>
                  <a:pt x="2554073" y="2677593"/>
                </a:cubicBezTo>
                <a:cubicBezTo>
                  <a:pt x="2554059" y="2712805"/>
                  <a:pt x="2501229" y="2730437"/>
                  <a:pt x="2501215" y="2765650"/>
                </a:cubicBezTo>
                <a:cubicBezTo>
                  <a:pt x="2466003" y="2765663"/>
                  <a:pt x="2448385" y="2783281"/>
                  <a:pt x="2465984" y="2800880"/>
                </a:cubicBezTo>
                <a:cubicBezTo>
                  <a:pt x="2483602" y="2783262"/>
                  <a:pt x="2483602" y="2783262"/>
                  <a:pt x="2501215" y="2765650"/>
                </a:cubicBezTo>
                <a:lnTo>
                  <a:pt x="2606898" y="2659966"/>
                </a:lnTo>
                <a:lnTo>
                  <a:pt x="2622308" y="2657754"/>
                </a:lnTo>
                <a:lnTo>
                  <a:pt x="2624009" y="2645873"/>
                </a:lnTo>
                <a:lnTo>
                  <a:pt x="2681756" y="2598307"/>
                </a:lnTo>
                <a:lnTo>
                  <a:pt x="2718453" y="2551607"/>
                </a:lnTo>
                <a:lnTo>
                  <a:pt x="2761014" y="2532247"/>
                </a:lnTo>
                <a:cubicBezTo>
                  <a:pt x="2774222" y="2527841"/>
                  <a:pt x="2783028" y="2519034"/>
                  <a:pt x="2783043" y="2483822"/>
                </a:cubicBezTo>
                <a:cubicBezTo>
                  <a:pt x="2791843" y="2492621"/>
                  <a:pt x="2796242" y="2497021"/>
                  <a:pt x="2798442" y="2499221"/>
                </a:cubicBezTo>
                <a:lnTo>
                  <a:pt x="2800642" y="2501421"/>
                </a:lnTo>
                <a:lnTo>
                  <a:pt x="2800641" y="2501421"/>
                </a:lnTo>
                <a:cubicBezTo>
                  <a:pt x="2791835" y="2510228"/>
                  <a:pt x="2783028" y="2519034"/>
                  <a:pt x="2783028" y="2519034"/>
                </a:cubicBezTo>
                <a:cubicBezTo>
                  <a:pt x="2783028" y="2519034"/>
                  <a:pt x="2765415" y="2536648"/>
                  <a:pt x="2783014" y="2554246"/>
                </a:cubicBezTo>
                <a:cubicBezTo>
                  <a:pt x="2783014" y="2554246"/>
                  <a:pt x="2800632" y="2536638"/>
                  <a:pt x="2783028" y="2519034"/>
                </a:cubicBezTo>
                <a:cubicBezTo>
                  <a:pt x="2800642" y="2501421"/>
                  <a:pt x="2800642" y="2501421"/>
                  <a:pt x="2835853" y="2501407"/>
                </a:cubicBezTo>
                <a:cubicBezTo>
                  <a:pt x="2835867" y="2483799"/>
                  <a:pt x="2831466" y="2479398"/>
                  <a:pt x="2827066" y="2479402"/>
                </a:cubicBezTo>
                <a:cubicBezTo>
                  <a:pt x="2822660" y="2479402"/>
                  <a:pt x="2818254" y="2483808"/>
                  <a:pt x="2818254" y="2483808"/>
                </a:cubicBezTo>
                <a:cubicBezTo>
                  <a:pt x="2818254" y="2483808"/>
                  <a:pt x="2816052" y="2486010"/>
                  <a:pt x="2812750" y="2489312"/>
                </a:cubicBezTo>
                <a:lnTo>
                  <a:pt x="2800643" y="2501420"/>
                </a:lnTo>
                <a:lnTo>
                  <a:pt x="2818262" y="2470601"/>
                </a:lnTo>
                <a:cubicBezTo>
                  <a:pt x="2822668" y="2461796"/>
                  <a:pt x="2827072" y="2457391"/>
                  <a:pt x="2835872" y="2466191"/>
                </a:cubicBezTo>
                <a:cubicBezTo>
                  <a:pt x="2853457" y="2519011"/>
                  <a:pt x="2906329" y="2395734"/>
                  <a:pt x="2923942" y="2378121"/>
                </a:cubicBezTo>
                <a:cubicBezTo>
                  <a:pt x="2976785" y="2325277"/>
                  <a:pt x="3012012" y="2290050"/>
                  <a:pt x="3047242" y="2254820"/>
                </a:cubicBezTo>
                <a:cubicBezTo>
                  <a:pt x="3064856" y="2237207"/>
                  <a:pt x="3100068" y="2237193"/>
                  <a:pt x="3100086" y="2201976"/>
                </a:cubicBezTo>
                <a:cubicBezTo>
                  <a:pt x="3100086" y="2201976"/>
                  <a:pt x="3100086" y="2201976"/>
                  <a:pt x="3117699" y="2184363"/>
                </a:cubicBezTo>
                <a:cubicBezTo>
                  <a:pt x="3152911" y="2184349"/>
                  <a:pt x="3152930" y="2149132"/>
                  <a:pt x="3152930" y="2149132"/>
                </a:cubicBezTo>
                <a:cubicBezTo>
                  <a:pt x="3170543" y="2131519"/>
                  <a:pt x="3170543" y="2131519"/>
                  <a:pt x="3170543" y="2131519"/>
                </a:cubicBezTo>
                <a:cubicBezTo>
                  <a:pt x="3170543" y="2131519"/>
                  <a:pt x="3188156" y="2113907"/>
                  <a:pt x="3188156" y="2113907"/>
                </a:cubicBezTo>
                <a:cubicBezTo>
                  <a:pt x="3188156" y="2113907"/>
                  <a:pt x="3188156" y="2113907"/>
                  <a:pt x="3205769" y="2096293"/>
                </a:cubicBezTo>
                <a:cubicBezTo>
                  <a:pt x="3241000" y="2061062"/>
                  <a:pt x="3258613" y="2043450"/>
                  <a:pt x="3293839" y="2008223"/>
                </a:cubicBezTo>
                <a:cubicBezTo>
                  <a:pt x="3293839" y="2008223"/>
                  <a:pt x="3346669" y="1990592"/>
                  <a:pt x="3346683" y="1955379"/>
                </a:cubicBezTo>
                <a:cubicBezTo>
                  <a:pt x="3364282" y="1972979"/>
                  <a:pt x="3381899" y="1955361"/>
                  <a:pt x="3381899" y="1955361"/>
                </a:cubicBezTo>
                <a:cubicBezTo>
                  <a:pt x="3399513" y="1937748"/>
                  <a:pt x="3399513" y="1937748"/>
                  <a:pt x="3399513" y="1937748"/>
                </a:cubicBezTo>
                <a:cubicBezTo>
                  <a:pt x="3417116" y="1955351"/>
                  <a:pt x="3417125" y="1920135"/>
                  <a:pt x="3417125" y="1920135"/>
                </a:cubicBezTo>
                <a:cubicBezTo>
                  <a:pt x="3417125" y="1920135"/>
                  <a:pt x="3452371" y="1849692"/>
                  <a:pt x="3469970" y="1867291"/>
                </a:cubicBezTo>
                <a:cubicBezTo>
                  <a:pt x="3487582" y="1849678"/>
                  <a:pt x="3469970" y="1867291"/>
                  <a:pt x="3469983" y="1832079"/>
                </a:cubicBezTo>
                <a:cubicBezTo>
                  <a:pt x="3469983" y="1832079"/>
                  <a:pt x="3469984" y="1829878"/>
                  <a:pt x="3469710" y="1826852"/>
                </a:cubicBezTo>
                <a:lnTo>
                  <a:pt x="3468127" y="1818468"/>
                </a:lnTo>
                <a:lnTo>
                  <a:pt x="3478799" y="1805664"/>
                </a:lnTo>
                <a:cubicBezTo>
                  <a:pt x="3487607" y="1796856"/>
                  <a:pt x="3496414" y="1788049"/>
                  <a:pt x="3487615" y="1779249"/>
                </a:cubicBezTo>
                <a:cubicBezTo>
                  <a:pt x="3469998" y="1796867"/>
                  <a:pt x="3452384" y="1814480"/>
                  <a:pt x="3452384" y="1814480"/>
                </a:cubicBezTo>
                <a:cubicBezTo>
                  <a:pt x="3487615" y="1779249"/>
                  <a:pt x="3487629" y="1744037"/>
                  <a:pt x="3540459" y="1726405"/>
                </a:cubicBezTo>
                <a:cubicBezTo>
                  <a:pt x="3558072" y="1708792"/>
                  <a:pt x="3575704" y="1655963"/>
                  <a:pt x="3610916" y="1655949"/>
                </a:cubicBezTo>
                <a:cubicBezTo>
                  <a:pt x="3610930" y="1620736"/>
                  <a:pt x="3663755" y="1603109"/>
                  <a:pt x="3646161" y="1585506"/>
                </a:cubicBezTo>
                <a:cubicBezTo>
                  <a:pt x="3681373" y="1585492"/>
                  <a:pt x="3681373" y="1585492"/>
                  <a:pt x="3698986" y="1567878"/>
                </a:cubicBezTo>
                <a:cubicBezTo>
                  <a:pt x="3734230" y="1497436"/>
                  <a:pt x="3822272" y="1479790"/>
                  <a:pt x="3822301" y="1409366"/>
                </a:cubicBezTo>
                <a:cubicBezTo>
                  <a:pt x="3822301" y="1409366"/>
                  <a:pt x="3822301" y="1409366"/>
                  <a:pt x="3839909" y="1391748"/>
                </a:cubicBezTo>
                <a:cubicBezTo>
                  <a:pt x="3839909" y="1391748"/>
                  <a:pt x="3857527" y="1374131"/>
                  <a:pt x="3857527" y="1374131"/>
                </a:cubicBezTo>
                <a:cubicBezTo>
                  <a:pt x="3857527" y="1374131"/>
                  <a:pt x="3857523" y="1382936"/>
                  <a:pt x="3859722" y="1389539"/>
                </a:cubicBezTo>
                <a:lnTo>
                  <a:pt x="3863333" y="1394291"/>
                </a:lnTo>
                <a:lnTo>
                  <a:pt x="3857519" y="1396143"/>
                </a:lnTo>
                <a:cubicBezTo>
                  <a:pt x="3848712" y="1400549"/>
                  <a:pt x="3839905" y="1409357"/>
                  <a:pt x="3839900" y="1426965"/>
                </a:cubicBezTo>
                <a:cubicBezTo>
                  <a:pt x="3857513" y="1409352"/>
                  <a:pt x="3875130" y="1391734"/>
                  <a:pt x="3892729" y="1409333"/>
                </a:cubicBezTo>
                <a:cubicBezTo>
                  <a:pt x="3839885" y="1462177"/>
                  <a:pt x="3751829" y="1515035"/>
                  <a:pt x="3698972" y="1603091"/>
                </a:cubicBezTo>
                <a:cubicBezTo>
                  <a:pt x="3698972" y="1603091"/>
                  <a:pt x="3681373" y="1585492"/>
                  <a:pt x="3663755" y="1603109"/>
                </a:cubicBezTo>
                <a:cubicBezTo>
                  <a:pt x="3663755" y="1603109"/>
                  <a:pt x="3681354" y="1620708"/>
                  <a:pt x="3681354" y="1620708"/>
                </a:cubicBezTo>
                <a:cubicBezTo>
                  <a:pt x="3663755" y="1603109"/>
                  <a:pt x="3663741" y="1638321"/>
                  <a:pt x="3646142" y="1620722"/>
                </a:cubicBezTo>
                <a:cubicBezTo>
                  <a:pt x="3646128" y="1655934"/>
                  <a:pt x="3646128" y="1655934"/>
                  <a:pt x="3646128" y="1655934"/>
                </a:cubicBezTo>
                <a:cubicBezTo>
                  <a:pt x="3628515" y="1673548"/>
                  <a:pt x="3628515" y="1673548"/>
                  <a:pt x="3628515" y="1673548"/>
                </a:cubicBezTo>
                <a:cubicBezTo>
                  <a:pt x="3646114" y="1691147"/>
                  <a:pt x="3575671" y="1726391"/>
                  <a:pt x="3575671" y="1726391"/>
                </a:cubicBezTo>
                <a:cubicBezTo>
                  <a:pt x="3558058" y="1744004"/>
                  <a:pt x="3540440" y="1761622"/>
                  <a:pt x="3522827" y="1779235"/>
                </a:cubicBezTo>
                <a:cubicBezTo>
                  <a:pt x="3558039" y="1779221"/>
                  <a:pt x="3575657" y="1761603"/>
                  <a:pt x="3593270" y="1743990"/>
                </a:cubicBezTo>
                <a:cubicBezTo>
                  <a:pt x="3610883" y="1726377"/>
                  <a:pt x="3628496" y="1708764"/>
                  <a:pt x="3646114" y="1691147"/>
                </a:cubicBezTo>
                <a:cubicBezTo>
                  <a:pt x="3663717" y="1708750"/>
                  <a:pt x="3628496" y="1708764"/>
                  <a:pt x="3646100" y="1726368"/>
                </a:cubicBezTo>
                <a:cubicBezTo>
                  <a:pt x="3663717" y="1708750"/>
                  <a:pt x="3681331" y="1691137"/>
                  <a:pt x="3681331" y="1691137"/>
                </a:cubicBezTo>
                <a:cubicBezTo>
                  <a:pt x="3716557" y="1655911"/>
                  <a:pt x="3734174" y="1638293"/>
                  <a:pt x="3786999" y="1620666"/>
                </a:cubicBezTo>
                <a:lnTo>
                  <a:pt x="3822230" y="1585436"/>
                </a:lnTo>
                <a:lnTo>
                  <a:pt x="3839843" y="1567822"/>
                </a:lnTo>
                <a:cubicBezTo>
                  <a:pt x="3857456" y="1550209"/>
                  <a:pt x="3892687" y="1514979"/>
                  <a:pt x="3910300" y="1497365"/>
                </a:cubicBezTo>
                <a:cubicBezTo>
                  <a:pt x="3945517" y="1497356"/>
                  <a:pt x="3963134" y="1479738"/>
                  <a:pt x="3963134" y="1479738"/>
                </a:cubicBezTo>
                <a:cubicBezTo>
                  <a:pt x="3963134" y="1479738"/>
                  <a:pt x="3971946" y="1462125"/>
                  <a:pt x="3985153" y="1448918"/>
                </a:cubicBezTo>
                <a:lnTo>
                  <a:pt x="3997264" y="1447812"/>
                </a:lnTo>
                <a:lnTo>
                  <a:pt x="3980733" y="1497338"/>
                </a:lnTo>
                <a:cubicBezTo>
                  <a:pt x="3989545" y="1488536"/>
                  <a:pt x="3998346" y="1479725"/>
                  <a:pt x="4002752" y="1470923"/>
                </a:cubicBezTo>
                <a:lnTo>
                  <a:pt x="3998885" y="1447662"/>
                </a:lnTo>
                <a:lnTo>
                  <a:pt x="4033573" y="1444498"/>
                </a:lnTo>
                <a:cubicBezTo>
                  <a:pt x="4051204" y="1391669"/>
                  <a:pt x="4086416" y="1391654"/>
                  <a:pt x="4121647" y="1356424"/>
                </a:cubicBezTo>
                <a:cubicBezTo>
                  <a:pt x="4112845" y="1365235"/>
                  <a:pt x="4121647" y="1356424"/>
                  <a:pt x="4132656" y="1345414"/>
                </a:cubicBezTo>
                <a:lnTo>
                  <a:pt x="4139260" y="1338811"/>
                </a:lnTo>
                <a:lnTo>
                  <a:pt x="4156873" y="1321197"/>
                </a:lnTo>
                <a:lnTo>
                  <a:pt x="4154769" y="1306411"/>
                </a:lnTo>
                <a:lnTo>
                  <a:pt x="4174491" y="1303580"/>
                </a:lnTo>
                <a:cubicBezTo>
                  <a:pt x="4209717" y="1268354"/>
                  <a:pt x="4244948" y="1233123"/>
                  <a:pt x="4280164" y="1233114"/>
                </a:cubicBezTo>
                <a:cubicBezTo>
                  <a:pt x="4280174" y="1197897"/>
                  <a:pt x="4262561" y="1215510"/>
                  <a:pt x="4262561" y="1215510"/>
                </a:cubicBezTo>
                <a:cubicBezTo>
                  <a:pt x="4280174" y="1197897"/>
                  <a:pt x="4333017" y="1145053"/>
                  <a:pt x="4350630" y="1127440"/>
                </a:cubicBezTo>
                <a:cubicBezTo>
                  <a:pt x="4385861" y="1092209"/>
                  <a:pt x="4403474" y="1074596"/>
                  <a:pt x="4438705" y="1039366"/>
                </a:cubicBezTo>
                <a:cubicBezTo>
                  <a:pt x="4438705" y="1039366"/>
                  <a:pt x="4438705" y="1039366"/>
                  <a:pt x="4421088" y="1056983"/>
                </a:cubicBezTo>
                <a:cubicBezTo>
                  <a:pt x="4509162" y="968909"/>
                  <a:pt x="4597218" y="916051"/>
                  <a:pt x="4650076" y="827995"/>
                </a:cubicBezTo>
                <a:cubicBezTo>
                  <a:pt x="4667675" y="845594"/>
                  <a:pt x="4632463" y="845608"/>
                  <a:pt x="4650057" y="863212"/>
                </a:cubicBezTo>
                <a:cubicBezTo>
                  <a:pt x="4667675" y="845594"/>
                  <a:pt x="4685288" y="827981"/>
                  <a:pt x="4667689" y="810382"/>
                </a:cubicBezTo>
                <a:cubicBezTo>
                  <a:pt x="4702901" y="810368"/>
                  <a:pt x="4773376" y="704695"/>
                  <a:pt x="4826201" y="687067"/>
                </a:cubicBezTo>
                <a:cubicBezTo>
                  <a:pt x="4826201" y="687067"/>
                  <a:pt x="4826220" y="651851"/>
                  <a:pt x="4843814" y="669455"/>
                </a:cubicBezTo>
                <a:cubicBezTo>
                  <a:pt x="4843833" y="634238"/>
                  <a:pt x="4879045" y="634224"/>
                  <a:pt x="4914271" y="598998"/>
                </a:cubicBezTo>
                <a:cubicBezTo>
                  <a:pt x="4914271" y="598998"/>
                  <a:pt x="4914271" y="598998"/>
                  <a:pt x="4931889" y="581380"/>
                </a:cubicBezTo>
                <a:cubicBezTo>
                  <a:pt x="4949502" y="563767"/>
                  <a:pt x="4984719" y="563758"/>
                  <a:pt x="4984733" y="528536"/>
                </a:cubicBezTo>
                <a:cubicBezTo>
                  <a:pt x="5002337" y="546140"/>
                  <a:pt x="5019950" y="528527"/>
                  <a:pt x="5019950" y="528527"/>
                </a:cubicBezTo>
                <a:cubicBezTo>
                  <a:pt x="5019950" y="528527"/>
                  <a:pt x="5037563" y="510914"/>
                  <a:pt x="5055176" y="493301"/>
                </a:cubicBezTo>
                <a:cubicBezTo>
                  <a:pt x="5055176" y="493301"/>
                  <a:pt x="5037563" y="510914"/>
                  <a:pt x="5055161" y="528512"/>
                </a:cubicBezTo>
                <a:cubicBezTo>
                  <a:pt x="5063963" y="537314"/>
                  <a:pt x="5072770" y="528508"/>
                  <a:pt x="5077175" y="519697"/>
                </a:cubicBezTo>
                <a:lnTo>
                  <a:pt x="5074185" y="513716"/>
                </a:lnTo>
                <a:lnTo>
                  <a:pt x="5114604" y="482268"/>
                </a:lnTo>
                <a:cubicBezTo>
                  <a:pt x="5134420" y="466858"/>
                  <a:pt x="5152033" y="449245"/>
                  <a:pt x="5160849" y="422825"/>
                </a:cubicBezTo>
                <a:cubicBezTo>
                  <a:pt x="5178453" y="440429"/>
                  <a:pt x="5143231" y="440443"/>
                  <a:pt x="5160835" y="458047"/>
                </a:cubicBezTo>
                <a:cubicBezTo>
                  <a:pt x="5178453" y="440429"/>
                  <a:pt x="5196075" y="387599"/>
                  <a:pt x="5248910" y="369972"/>
                </a:cubicBezTo>
                <a:cubicBezTo>
                  <a:pt x="5266523" y="352359"/>
                  <a:pt x="5301754" y="317128"/>
                  <a:pt x="5319367" y="299515"/>
                </a:cubicBezTo>
                <a:cubicBezTo>
                  <a:pt x="5354564" y="334713"/>
                  <a:pt x="5389809" y="264270"/>
                  <a:pt x="5442639" y="246638"/>
                </a:cubicBezTo>
                <a:cubicBezTo>
                  <a:pt x="5442653" y="211427"/>
                  <a:pt x="5477865" y="211412"/>
                  <a:pt x="5495478" y="193799"/>
                </a:cubicBezTo>
                <a:cubicBezTo>
                  <a:pt x="5513096" y="176182"/>
                  <a:pt x="5513096" y="176182"/>
                  <a:pt x="5513096" y="176182"/>
                </a:cubicBezTo>
                <a:cubicBezTo>
                  <a:pt x="5530709" y="158569"/>
                  <a:pt x="5530709" y="158569"/>
                  <a:pt x="5530709" y="158569"/>
                </a:cubicBezTo>
                <a:cubicBezTo>
                  <a:pt x="5548312" y="176172"/>
                  <a:pt x="5565926" y="158559"/>
                  <a:pt x="5583543" y="140942"/>
                </a:cubicBezTo>
                <a:cubicBezTo>
                  <a:pt x="5583543" y="140942"/>
                  <a:pt x="5601156" y="123329"/>
                  <a:pt x="5601156" y="123329"/>
                </a:cubicBezTo>
                <a:cubicBezTo>
                  <a:pt x="5636368" y="123315"/>
                  <a:pt x="5601156" y="123329"/>
                  <a:pt x="5618769" y="105716"/>
                </a:cubicBezTo>
                <a:cubicBezTo>
                  <a:pt x="5636368" y="123315"/>
                  <a:pt x="5671613" y="52872"/>
                  <a:pt x="5706825" y="52858"/>
                </a:cubicBezTo>
                <a:cubicBezTo>
                  <a:pt x="5724438" y="35244"/>
                  <a:pt x="5759650" y="35231"/>
                  <a:pt x="5794881" y="0"/>
                </a:cubicBez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737870" y="636270"/>
            <a:ext cx="1815465" cy="111760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9" name="图片 8" descr="黑白色的花&#10;&#10;中度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 flipH="1">
            <a:off x="0" y="0"/>
            <a:ext cx="11548977" cy="6858000"/>
          </a:xfrm>
          <a:custGeom>
            <a:avLst/>
            <a:gdLst>
              <a:gd name="connsiteX0" fmla="*/ 11548977 w 11548977"/>
              <a:gd name="connsiteY0" fmla="*/ 0 h 6858000"/>
              <a:gd name="connsiteX1" fmla="*/ 0 w 11548977"/>
              <a:gd name="connsiteY1" fmla="*/ 0 h 6858000"/>
              <a:gd name="connsiteX2" fmla="*/ 0 w 11548977"/>
              <a:gd name="connsiteY2" fmla="*/ 6858000 h 6858000"/>
              <a:gd name="connsiteX3" fmla="*/ 11548977 w 1154897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48977" h="6858000">
                <a:moveTo>
                  <a:pt x="11548977" y="0"/>
                </a:moveTo>
                <a:lnTo>
                  <a:pt x="0" y="0"/>
                </a:lnTo>
                <a:lnTo>
                  <a:pt x="0" y="6858000"/>
                </a:lnTo>
                <a:lnTo>
                  <a:pt x="11548977" y="6858000"/>
                </a:lnTo>
                <a:close/>
              </a:path>
            </a:pathLst>
          </a:cu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4784090" y="2434590"/>
            <a:ext cx="1106805" cy="21564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4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129655" y="2434590"/>
            <a:ext cx="5485130" cy="21564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4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汉仪细秀体简 L" panose="00020600040101010101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汉仪细秀体简 L" panose="00020600040101010101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defPPr>
              <a:defRPr lang="zh-CN"/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正文"/>
          <p:cNvSpPr txBox="1">
            <a:spLocks noGrp="1"/>
          </p:cNvSpPr>
          <p:nvPr>
            <p:ph idx="5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汉仪细秀体简 L" panose="00020600040101010101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汉仪细秀体简 L" panose="00020600040101010101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汉仪细秀体简 L" panose="00020600040101010101" charset="-122"/>
                <a:ea typeface="汉仪细秀体简 L" panose="00020600040101010101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defPPr>
              <a:defRPr lang="zh-CN"/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defPPr>
              <a:defRPr lang="zh-CN"/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汉仪细秀体简 L" panose="00020600040101010101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黑白色的花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08400" y="1324800"/>
            <a:ext cx="109692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汉仪细秀体简 L" panose="00020600040101010101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defPPr>
              <a:defRPr lang="zh-CN"/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" name="图片 10" descr="黑白色的花&#10;&#10;中度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-2033905" y="-72390"/>
            <a:ext cx="13676630" cy="5931535"/>
          </a:xfrm>
          <a:prstGeom prst="rect">
            <a:avLst/>
          </a:prstGeom>
        </p:spPr>
      </p:pic>
      <p:pic>
        <p:nvPicPr>
          <p:cNvPr id="12" name="图片 11" descr="黑白色的花&#10;&#10;中度可信度描述已自动生成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296025" y="1640840"/>
            <a:ext cx="5896610" cy="5203190"/>
          </a:xfrm>
          <a:custGeom>
            <a:avLst/>
            <a:gdLst>
              <a:gd name="connsiteX0" fmla="*/ 2851390 w 5896576"/>
              <a:gd name="connsiteY0" fmla="*/ 6831707 h 6958335"/>
              <a:gd name="connsiteX1" fmla="*/ 2817120 w 5896576"/>
              <a:gd name="connsiteY1" fmla="*/ 6853219 h 6958335"/>
              <a:gd name="connsiteX2" fmla="*/ 2759665 w 5896576"/>
              <a:gd name="connsiteY2" fmla="*/ 6906204 h 6958335"/>
              <a:gd name="connsiteX3" fmla="*/ 2759449 w 5896576"/>
              <a:gd name="connsiteY3" fmla="*/ 6870650 h 6958335"/>
              <a:gd name="connsiteX4" fmla="*/ 2821508 w 5896576"/>
              <a:gd name="connsiteY4" fmla="*/ 6844361 h 6958335"/>
              <a:gd name="connsiteX5" fmla="*/ 2883565 w 5896576"/>
              <a:gd name="connsiteY5" fmla="*/ 6818073 h 6958335"/>
              <a:gd name="connsiteX6" fmla="*/ 2851390 w 5896576"/>
              <a:gd name="connsiteY6" fmla="*/ 6831707 h 6958335"/>
              <a:gd name="connsiteX7" fmla="*/ 2870775 w 5896576"/>
              <a:gd name="connsiteY7" fmla="*/ 6819531 h 6958335"/>
              <a:gd name="connsiteX8" fmla="*/ 2495597 w 5896576"/>
              <a:gd name="connsiteY8" fmla="*/ 6648210 h 6958335"/>
              <a:gd name="connsiteX9" fmla="*/ 2438149 w 5896576"/>
              <a:gd name="connsiteY9" fmla="*/ 6655357 h 6958335"/>
              <a:gd name="connsiteX10" fmla="*/ 2491584 w 5896576"/>
              <a:gd name="connsiteY10" fmla="*/ 6673461 h 6958335"/>
              <a:gd name="connsiteX11" fmla="*/ 2509253 w 5896576"/>
              <a:gd name="connsiteY11" fmla="*/ 6655792 h 6958335"/>
              <a:gd name="connsiteX12" fmla="*/ 2495597 w 5896576"/>
              <a:gd name="connsiteY12" fmla="*/ 6648210 h 6958335"/>
              <a:gd name="connsiteX13" fmla="*/ 3729727 w 5896576"/>
              <a:gd name="connsiteY13" fmla="*/ 6580044 h 6958335"/>
              <a:gd name="connsiteX14" fmla="*/ 3717701 w 5896576"/>
              <a:gd name="connsiteY14" fmla="*/ 6592070 h 6958335"/>
              <a:gd name="connsiteX15" fmla="*/ 3722121 w 5896576"/>
              <a:gd name="connsiteY15" fmla="*/ 6587650 h 6958335"/>
              <a:gd name="connsiteX16" fmla="*/ 3753044 w 5896576"/>
              <a:gd name="connsiteY16" fmla="*/ 6556727 h 6958335"/>
              <a:gd name="connsiteX17" fmla="*/ 3753039 w 5896576"/>
              <a:gd name="connsiteY17" fmla="*/ 6556732 h 6958335"/>
              <a:gd name="connsiteX18" fmla="*/ 3729727 w 5896576"/>
              <a:gd name="connsiteY18" fmla="*/ 6580044 h 6958335"/>
              <a:gd name="connsiteX19" fmla="*/ 2739174 w 5896576"/>
              <a:gd name="connsiteY19" fmla="*/ 6461650 h 6958335"/>
              <a:gd name="connsiteX20" fmla="*/ 2579930 w 5896576"/>
              <a:gd name="connsiteY20" fmla="*/ 6585115 h 6958335"/>
              <a:gd name="connsiteX21" fmla="*/ 2739174 w 5896576"/>
              <a:gd name="connsiteY21" fmla="*/ 6461650 h 6958335"/>
              <a:gd name="connsiteX22" fmla="*/ 1994580 w 5896576"/>
              <a:gd name="connsiteY22" fmla="*/ 6432658 h 6958335"/>
              <a:gd name="connsiteX23" fmla="*/ 1996873 w 5896576"/>
              <a:gd name="connsiteY23" fmla="*/ 6443779 h 6958335"/>
              <a:gd name="connsiteX24" fmla="*/ 1976063 w 5896576"/>
              <a:gd name="connsiteY24" fmla="*/ 6439496 h 6958335"/>
              <a:gd name="connsiteX25" fmla="*/ 1977047 w 5896576"/>
              <a:gd name="connsiteY25" fmla="*/ 6438408 h 6958335"/>
              <a:gd name="connsiteX26" fmla="*/ 2614186 w 5896576"/>
              <a:gd name="connsiteY26" fmla="*/ 6372001 h 6958335"/>
              <a:gd name="connsiteX27" fmla="*/ 2366165 w 5896576"/>
              <a:gd name="connsiteY27" fmla="*/ 6512704 h 6958335"/>
              <a:gd name="connsiteX28" fmla="*/ 2295277 w 5896576"/>
              <a:gd name="connsiteY28" fmla="*/ 6547822 h 6958335"/>
              <a:gd name="connsiteX29" fmla="*/ 2348280 w 5896576"/>
              <a:gd name="connsiteY29" fmla="*/ 6494819 h 6958335"/>
              <a:gd name="connsiteX30" fmla="*/ 2223948 w 5896576"/>
              <a:gd name="connsiteY30" fmla="*/ 6511832 h 6958335"/>
              <a:gd name="connsiteX31" fmla="*/ 2259286 w 5896576"/>
              <a:gd name="connsiteY31" fmla="*/ 6476494 h 6958335"/>
              <a:gd name="connsiteX32" fmla="*/ 2117713 w 5896576"/>
              <a:gd name="connsiteY32" fmla="*/ 6582289 h 6958335"/>
              <a:gd name="connsiteX33" fmla="*/ 2224379 w 5896576"/>
              <a:gd name="connsiteY33" fmla="*/ 6582940 h 6958335"/>
              <a:gd name="connsiteX34" fmla="*/ 2259938 w 5896576"/>
              <a:gd name="connsiteY34" fmla="*/ 6583161 h 6958335"/>
              <a:gd name="connsiteX35" fmla="*/ 2260590 w 5896576"/>
              <a:gd name="connsiteY35" fmla="*/ 6689827 h 6958335"/>
              <a:gd name="connsiteX36" fmla="*/ 2296360 w 5896576"/>
              <a:gd name="connsiteY36" fmla="*/ 6725597 h 6958335"/>
              <a:gd name="connsiteX37" fmla="*/ 2384926 w 5896576"/>
              <a:gd name="connsiteY37" fmla="*/ 6672810 h 6958335"/>
              <a:gd name="connsiteX38" fmla="*/ 2526707 w 5896576"/>
              <a:gd name="connsiteY38" fmla="*/ 6602569 h 6958335"/>
              <a:gd name="connsiteX39" fmla="*/ 2491152 w 5896576"/>
              <a:gd name="connsiteY39" fmla="*/ 6602353 h 6958335"/>
              <a:gd name="connsiteX40" fmla="*/ 2508601 w 5896576"/>
              <a:gd name="connsiteY40" fmla="*/ 6549125 h 6958335"/>
              <a:gd name="connsiteX41" fmla="*/ 2295923 w 5896576"/>
              <a:gd name="connsiteY41" fmla="*/ 6654494 h 6958335"/>
              <a:gd name="connsiteX42" fmla="*/ 2313373 w 5896576"/>
              <a:gd name="connsiteY42" fmla="*/ 6601265 h 6958335"/>
              <a:gd name="connsiteX43" fmla="*/ 2614186 w 5896576"/>
              <a:gd name="connsiteY43" fmla="*/ 6372001 h 6958335"/>
              <a:gd name="connsiteX44" fmla="*/ 1389441 w 5896576"/>
              <a:gd name="connsiteY44" fmla="*/ 6360351 h 6958335"/>
              <a:gd name="connsiteX45" fmla="*/ 1352300 w 5896576"/>
              <a:gd name="connsiteY45" fmla="*/ 6417622 h 6958335"/>
              <a:gd name="connsiteX46" fmla="*/ 1405298 w 5896576"/>
              <a:gd name="connsiteY46" fmla="*/ 6364614 h 6958335"/>
              <a:gd name="connsiteX47" fmla="*/ 1389441 w 5896576"/>
              <a:gd name="connsiteY47" fmla="*/ 6360351 h 6958335"/>
              <a:gd name="connsiteX48" fmla="*/ 1191322 w 5896576"/>
              <a:gd name="connsiteY48" fmla="*/ 6256644 h 6958335"/>
              <a:gd name="connsiteX49" fmla="*/ 1114046 w 5896576"/>
              <a:gd name="connsiteY49" fmla="*/ 6338392 h 6958335"/>
              <a:gd name="connsiteX50" fmla="*/ 1123710 w 5896576"/>
              <a:gd name="connsiteY50" fmla="*/ 6360026 h 6958335"/>
              <a:gd name="connsiteX51" fmla="*/ 1120860 w 5896576"/>
              <a:gd name="connsiteY51" fmla="*/ 6362876 h 6958335"/>
              <a:gd name="connsiteX52" fmla="*/ 1124994 w 5896576"/>
              <a:gd name="connsiteY52" fmla="*/ 6362904 h 6958335"/>
              <a:gd name="connsiteX53" fmla="*/ 1156850 w 5896576"/>
              <a:gd name="connsiteY53" fmla="*/ 6434204 h 6958335"/>
              <a:gd name="connsiteX54" fmla="*/ 1227528 w 5896576"/>
              <a:gd name="connsiteY54" fmla="*/ 6363527 h 6958335"/>
              <a:gd name="connsiteX55" fmla="*/ 1138750 w 5896576"/>
              <a:gd name="connsiteY55" fmla="*/ 6380765 h 6958335"/>
              <a:gd name="connsiteX56" fmla="*/ 1156414 w 5896576"/>
              <a:gd name="connsiteY56" fmla="*/ 6363091 h 6958335"/>
              <a:gd name="connsiteX57" fmla="*/ 1124994 w 5896576"/>
              <a:gd name="connsiteY57" fmla="*/ 6362904 h 6958335"/>
              <a:gd name="connsiteX58" fmla="*/ 1123710 w 5896576"/>
              <a:gd name="connsiteY58" fmla="*/ 6360026 h 6958335"/>
              <a:gd name="connsiteX59" fmla="*/ 1191538 w 5896576"/>
              <a:gd name="connsiteY59" fmla="*/ 6292198 h 6958335"/>
              <a:gd name="connsiteX60" fmla="*/ 1191322 w 5896576"/>
              <a:gd name="connsiteY60" fmla="*/ 6256644 h 6958335"/>
              <a:gd name="connsiteX61" fmla="*/ 2168981 w 5896576"/>
              <a:gd name="connsiteY61" fmla="*/ 6244843 h 6958335"/>
              <a:gd name="connsiteX62" fmla="*/ 2009963 w 5896576"/>
              <a:gd name="connsiteY62" fmla="*/ 6403862 h 6958335"/>
              <a:gd name="connsiteX63" fmla="*/ 2116414 w 5896576"/>
              <a:gd name="connsiteY63" fmla="*/ 6368959 h 6958335"/>
              <a:gd name="connsiteX64" fmla="*/ 2186866 w 5896576"/>
              <a:gd name="connsiteY64" fmla="*/ 6262728 h 6958335"/>
              <a:gd name="connsiteX65" fmla="*/ 2116189 w 5896576"/>
              <a:gd name="connsiteY65" fmla="*/ 6333405 h 6958335"/>
              <a:gd name="connsiteX66" fmla="*/ 2168981 w 5896576"/>
              <a:gd name="connsiteY66" fmla="*/ 6244843 h 6958335"/>
              <a:gd name="connsiteX67" fmla="*/ 959016 w 5896576"/>
              <a:gd name="connsiteY67" fmla="*/ 6059676 h 6958335"/>
              <a:gd name="connsiteX68" fmla="*/ 782108 w 5896576"/>
              <a:gd name="connsiteY68" fmla="*/ 6200815 h 6958335"/>
              <a:gd name="connsiteX69" fmla="*/ 764874 w 5896576"/>
              <a:gd name="connsiteY69" fmla="*/ 6289597 h 6958335"/>
              <a:gd name="connsiteX70" fmla="*/ 782759 w 5896576"/>
              <a:gd name="connsiteY70" fmla="*/ 6307482 h 6958335"/>
              <a:gd name="connsiteX71" fmla="*/ 747425 w 5896576"/>
              <a:gd name="connsiteY71" fmla="*/ 6342816 h 6958335"/>
              <a:gd name="connsiteX72" fmla="*/ 871972 w 5896576"/>
              <a:gd name="connsiteY72" fmla="*/ 6361357 h 6958335"/>
              <a:gd name="connsiteX73" fmla="*/ 906659 w 5896576"/>
              <a:gd name="connsiteY73" fmla="*/ 6219351 h 6958335"/>
              <a:gd name="connsiteX74" fmla="*/ 995221 w 5896576"/>
              <a:gd name="connsiteY74" fmla="*/ 6166560 h 6958335"/>
              <a:gd name="connsiteX75" fmla="*/ 959451 w 5896576"/>
              <a:gd name="connsiteY75" fmla="*/ 6130790 h 6958335"/>
              <a:gd name="connsiteX76" fmla="*/ 976905 w 5896576"/>
              <a:gd name="connsiteY76" fmla="*/ 6077566 h 6958335"/>
              <a:gd name="connsiteX77" fmla="*/ 870669 w 5896576"/>
              <a:gd name="connsiteY77" fmla="*/ 6148023 h 6958335"/>
              <a:gd name="connsiteX78" fmla="*/ 923677 w 5896576"/>
              <a:gd name="connsiteY78" fmla="*/ 6095015 h 6958335"/>
              <a:gd name="connsiteX79" fmla="*/ 959016 w 5896576"/>
              <a:gd name="connsiteY79" fmla="*/ 6059676 h 6958335"/>
              <a:gd name="connsiteX80" fmla="*/ 565951 w 5896576"/>
              <a:gd name="connsiteY80" fmla="*/ 5737290 h 6958335"/>
              <a:gd name="connsiteX81" fmla="*/ 477605 w 5896576"/>
              <a:gd name="connsiteY81" fmla="*/ 5825636 h 6958335"/>
              <a:gd name="connsiteX82" fmla="*/ 565951 w 5896576"/>
              <a:gd name="connsiteY82" fmla="*/ 5737290 h 6958335"/>
              <a:gd name="connsiteX83" fmla="*/ 593856 w 5896576"/>
              <a:gd name="connsiteY83" fmla="*/ 5526458 h 6958335"/>
              <a:gd name="connsiteX84" fmla="*/ 528096 w 5896576"/>
              <a:gd name="connsiteY84" fmla="*/ 5548397 h 6958335"/>
              <a:gd name="connsiteX85" fmla="*/ 521479 w 5896576"/>
              <a:gd name="connsiteY85" fmla="*/ 5594618 h 6958335"/>
              <a:gd name="connsiteX86" fmla="*/ 524815 w 5896576"/>
              <a:gd name="connsiteY86" fmla="*/ 5624736 h 6958335"/>
              <a:gd name="connsiteX87" fmla="*/ 540681 w 5896576"/>
              <a:gd name="connsiteY87" fmla="*/ 5601587 h 6958335"/>
              <a:gd name="connsiteX88" fmla="*/ 991570 w 5896576"/>
              <a:gd name="connsiteY88" fmla="*/ 5171920 h 6958335"/>
              <a:gd name="connsiteX89" fmla="*/ 925196 w 5896576"/>
              <a:gd name="connsiteY89" fmla="*/ 5252842 h 6958335"/>
              <a:gd name="connsiteX90" fmla="*/ 830334 w 5896576"/>
              <a:gd name="connsiteY90" fmla="*/ 5365588 h 6958335"/>
              <a:gd name="connsiteX91" fmla="*/ 1002377 w 5896576"/>
              <a:gd name="connsiteY91" fmla="*/ 5193545 h 6958335"/>
              <a:gd name="connsiteX92" fmla="*/ 140900 w 5896576"/>
              <a:gd name="connsiteY92" fmla="*/ 5125965 h 6958335"/>
              <a:gd name="connsiteX93" fmla="*/ 133850 w 5896576"/>
              <a:gd name="connsiteY93" fmla="*/ 5143578 h 6958335"/>
              <a:gd name="connsiteX94" fmla="*/ 123287 w 5896576"/>
              <a:gd name="connsiteY94" fmla="*/ 5143578 h 6958335"/>
              <a:gd name="connsiteX95" fmla="*/ 140900 w 5896576"/>
              <a:gd name="connsiteY95" fmla="*/ 5125965 h 6958335"/>
              <a:gd name="connsiteX96" fmla="*/ 1162188 w 5896576"/>
              <a:gd name="connsiteY96" fmla="*/ 4984710 h 6958335"/>
              <a:gd name="connsiteX97" fmla="*/ 1159452 w 5896576"/>
              <a:gd name="connsiteY97" fmla="*/ 4987446 h 6958335"/>
              <a:gd name="connsiteX98" fmla="*/ 1074531 w 5896576"/>
              <a:gd name="connsiteY98" fmla="*/ 5079744 h 6958335"/>
              <a:gd name="connsiteX99" fmla="*/ 1109330 w 5896576"/>
              <a:gd name="connsiteY99" fmla="*/ 5072765 h 6958335"/>
              <a:gd name="connsiteX100" fmla="*/ 1123162 w 5896576"/>
              <a:gd name="connsiteY100" fmla="*/ 5072760 h 6958335"/>
              <a:gd name="connsiteX101" fmla="*/ 1176000 w 5896576"/>
              <a:gd name="connsiteY101" fmla="*/ 5019922 h 6958335"/>
              <a:gd name="connsiteX102" fmla="*/ 1162174 w 5896576"/>
              <a:gd name="connsiteY102" fmla="*/ 5019931 h 6958335"/>
              <a:gd name="connsiteX103" fmla="*/ 1179792 w 5896576"/>
              <a:gd name="connsiteY103" fmla="*/ 5002313 h 6958335"/>
              <a:gd name="connsiteX104" fmla="*/ 1162188 w 5896576"/>
              <a:gd name="connsiteY104" fmla="*/ 4984710 h 6958335"/>
              <a:gd name="connsiteX105" fmla="*/ 1197405 w 5896576"/>
              <a:gd name="connsiteY105" fmla="*/ 4984700 h 6958335"/>
              <a:gd name="connsiteX106" fmla="*/ 1197396 w 5896576"/>
              <a:gd name="connsiteY106" fmla="*/ 4998526 h 6958335"/>
              <a:gd name="connsiteX107" fmla="*/ 1204314 w 5896576"/>
              <a:gd name="connsiteY107" fmla="*/ 4991608 h 6958335"/>
              <a:gd name="connsiteX108" fmla="*/ 1055071 w 5896576"/>
              <a:gd name="connsiteY108" fmla="*/ 4964428 h 6958335"/>
              <a:gd name="connsiteX109" fmla="*/ 915658 w 5896576"/>
              <a:gd name="connsiteY109" fmla="*/ 5055232 h 6958335"/>
              <a:gd name="connsiteX110" fmla="*/ 950870 w 5896576"/>
              <a:gd name="connsiteY110" fmla="*/ 5055227 h 6958335"/>
              <a:gd name="connsiteX111" fmla="*/ 915644 w 5896576"/>
              <a:gd name="connsiteY111" fmla="*/ 5090453 h 6958335"/>
              <a:gd name="connsiteX112" fmla="*/ 774711 w 5896576"/>
              <a:gd name="connsiteY112" fmla="*/ 5266584 h 6958335"/>
              <a:gd name="connsiteX113" fmla="*/ 792310 w 5896576"/>
              <a:gd name="connsiteY113" fmla="*/ 5284183 h 6958335"/>
              <a:gd name="connsiteX114" fmla="*/ 711547 w 5896576"/>
              <a:gd name="connsiteY114" fmla="*/ 5397228 h 6958335"/>
              <a:gd name="connsiteX115" fmla="*/ 778939 w 5896576"/>
              <a:gd name="connsiteY115" fmla="*/ 5318616 h 6958335"/>
              <a:gd name="connsiteX116" fmla="*/ 953588 w 5896576"/>
              <a:gd name="connsiteY116" fmla="*/ 5170795 h 6958335"/>
              <a:gd name="connsiteX117" fmla="*/ 1024069 w 5896576"/>
              <a:gd name="connsiteY117" fmla="*/ 5069006 h 6958335"/>
              <a:gd name="connsiteX118" fmla="*/ 1092158 w 5896576"/>
              <a:gd name="connsiteY118" fmla="*/ 4996614 h 6958335"/>
              <a:gd name="connsiteX119" fmla="*/ 1056543 w 5896576"/>
              <a:gd name="connsiteY119" fmla="*/ 4984752 h 6958335"/>
              <a:gd name="connsiteX120" fmla="*/ 1074156 w 5896576"/>
              <a:gd name="connsiteY120" fmla="*/ 4967138 h 6958335"/>
              <a:gd name="connsiteX121" fmla="*/ 1055071 w 5896576"/>
              <a:gd name="connsiteY121" fmla="*/ 4964428 h 6958335"/>
              <a:gd name="connsiteX122" fmla="*/ 5715609 w 5896576"/>
              <a:gd name="connsiteY122" fmla="*/ 4808799 h 6958335"/>
              <a:gd name="connsiteX123" fmla="*/ 5680270 w 5896576"/>
              <a:gd name="connsiteY123" fmla="*/ 4844138 h 6958335"/>
              <a:gd name="connsiteX124" fmla="*/ 5662600 w 5896576"/>
              <a:gd name="connsiteY124" fmla="*/ 4861808 h 6958335"/>
              <a:gd name="connsiteX125" fmla="*/ 5627262 w 5896576"/>
              <a:gd name="connsiteY125" fmla="*/ 4897146 h 6958335"/>
              <a:gd name="connsiteX126" fmla="*/ 5645147 w 5896576"/>
              <a:gd name="connsiteY126" fmla="*/ 4915031 h 6958335"/>
              <a:gd name="connsiteX127" fmla="*/ 5662821 w 5896576"/>
              <a:gd name="connsiteY127" fmla="*/ 4897366 h 6958335"/>
              <a:gd name="connsiteX128" fmla="*/ 5662600 w 5896576"/>
              <a:gd name="connsiteY128" fmla="*/ 4861808 h 6958335"/>
              <a:gd name="connsiteX129" fmla="*/ 5698159 w 5896576"/>
              <a:gd name="connsiteY129" fmla="*/ 4862028 h 6958335"/>
              <a:gd name="connsiteX130" fmla="*/ 5680270 w 5896576"/>
              <a:gd name="connsiteY130" fmla="*/ 4844138 h 6958335"/>
              <a:gd name="connsiteX131" fmla="*/ 5715609 w 5896576"/>
              <a:gd name="connsiteY131" fmla="*/ 4808799 h 6958335"/>
              <a:gd name="connsiteX132" fmla="*/ 5662165 w 5896576"/>
              <a:gd name="connsiteY132" fmla="*/ 4790694 h 6958335"/>
              <a:gd name="connsiteX133" fmla="*/ 5626826 w 5896576"/>
              <a:gd name="connsiteY133" fmla="*/ 4826033 h 6958335"/>
              <a:gd name="connsiteX134" fmla="*/ 5662165 w 5896576"/>
              <a:gd name="connsiteY134" fmla="*/ 4790694 h 6958335"/>
              <a:gd name="connsiteX135" fmla="*/ 5839078 w 5896576"/>
              <a:gd name="connsiteY135" fmla="*/ 4649560 h 6958335"/>
              <a:gd name="connsiteX136" fmla="*/ 5841674 w 5896576"/>
              <a:gd name="connsiteY136" fmla="*/ 4654707 h 6958335"/>
              <a:gd name="connsiteX137" fmla="*/ 5821404 w 5896576"/>
              <a:gd name="connsiteY137" fmla="*/ 4667234 h 6958335"/>
              <a:gd name="connsiteX138" fmla="*/ 5896576 w 5896576"/>
              <a:gd name="connsiteY138" fmla="*/ 4629669 h 6958335"/>
              <a:gd name="connsiteX139" fmla="*/ 5896576 w 5896576"/>
              <a:gd name="connsiteY139" fmla="*/ 4637786 h 6958335"/>
              <a:gd name="connsiteX140" fmla="*/ 5892301 w 5896576"/>
              <a:gd name="connsiteY140" fmla="*/ 4632107 h 6958335"/>
              <a:gd name="connsiteX141" fmla="*/ 581282 w 5896576"/>
              <a:gd name="connsiteY141" fmla="*/ 4615177 h 6958335"/>
              <a:gd name="connsiteX142" fmla="*/ 546070 w 5896576"/>
              <a:gd name="connsiteY142" fmla="*/ 4615192 h 6958335"/>
              <a:gd name="connsiteX143" fmla="*/ 546055 w 5896576"/>
              <a:gd name="connsiteY143" fmla="*/ 4650404 h 6958335"/>
              <a:gd name="connsiteX144" fmla="*/ 581258 w 5896576"/>
              <a:gd name="connsiteY144" fmla="*/ 4685607 h 6958335"/>
              <a:gd name="connsiteX145" fmla="*/ 616471 w 5896576"/>
              <a:gd name="connsiteY145" fmla="*/ 4685592 h 6958335"/>
              <a:gd name="connsiteX146" fmla="*/ 581273 w 5896576"/>
              <a:gd name="connsiteY146" fmla="*/ 4650394 h 6958335"/>
              <a:gd name="connsiteX147" fmla="*/ 581282 w 5896576"/>
              <a:gd name="connsiteY147" fmla="*/ 4615177 h 6958335"/>
              <a:gd name="connsiteX148" fmla="*/ 639126 w 5896576"/>
              <a:gd name="connsiteY148" fmla="*/ 4431926 h 6958335"/>
              <a:gd name="connsiteX149" fmla="*/ 629772 w 5896576"/>
              <a:gd name="connsiteY149" fmla="*/ 4434679 h 6958335"/>
              <a:gd name="connsiteX150" fmla="*/ 634168 w 5896576"/>
              <a:gd name="connsiteY150" fmla="*/ 4456688 h 6958335"/>
              <a:gd name="connsiteX151" fmla="*/ 651781 w 5896576"/>
              <a:gd name="connsiteY151" fmla="*/ 4439075 h 6958335"/>
              <a:gd name="connsiteX152" fmla="*/ 639126 w 5896576"/>
              <a:gd name="connsiteY152" fmla="*/ 4431926 h 6958335"/>
              <a:gd name="connsiteX153" fmla="*/ 577161 w 5896576"/>
              <a:gd name="connsiteY153" fmla="*/ 4418123 h 6958335"/>
              <a:gd name="connsiteX154" fmla="*/ 563735 w 5896576"/>
              <a:gd name="connsiteY154" fmla="*/ 4456716 h 6958335"/>
              <a:gd name="connsiteX155" fmla="*/ 569798 w 5896576"/>
              <a:gd name="connsiteY155" fmla="*/ 4430304 h 6958335"/>
              <a:gd name="connsiteX156" fmla="*/ 4504335 w 5896576"/>
              <a:gd name="connsiteY156" fmla="*/ 4410303 h 6958335"/>
              <a:gd name="connsiteX157" fmla="*/ 4468996 w 5896576"/>
              <a:gd name="connsiteY157" fmla="*/ 4445642 h 6958335"/>
              <a:gd name="connsiteX158" fmla="*/ 4504335 w 5896576"/>
              <a:gd name="connsiteY158" fmla="*/ 4410303 h 6958335"/>
              <a:gd name="connsiteX159" fmla="*/ 634206 w 5896576"/>
              <a:gd name="connsiteY159" fmla="*/ 4351048 h 6958335"/>
              <a:gd name="connsiteX160" fmla="*/ 585766 w 5896576"/>
              <a:gd name="connsiteY160" fmla="*/ 4403887 h 6958335"/>
              <a:gd name="connsiteX161" fmla="*/ 577161 w 5896576"/>
              <a:gd name="connsiteY161" fmla="*/ 4418123 h 6958335"/>
              <a:gd name="connsiteX162" fmla="*/ 577232 w 5896576"/>
              <a:gd name="connsiteY162" fmla="*/ 4417919 h 6958335"/>
              <a:gd name="connsiteX163" fmla="*/ 634206 w 5896576"/>
              <a:gd name="connsiteY163" fmla="*/ 4351048 h 6958335"/>
              <a:gd name="connsiteX164" fmla="*/ 615838 w 5896576"/>
              <a:gd name="connsiteY164" fmla="*/ 4329615 h 6958335"/>
              <a:gd name="connsiteX165" fmla="*/ 616602 w 5896576"/>
              <a:gd name="connsiteY165" fmla="*/ 4333444 h 6958335"/>
              <a:gd name="connsiteX166" fmla="*/ 581390 w 5896576"/>
              <a:gd name="connsiteY166" fmla="*/ 4333458 h 6958335"/>
              <a:gd name="connsiteX167" fmla="*/ 814982 w 5896576"/>
              <a:gd name="connsiteY167" fmla="*/ 4290723 h 6958335"/>
              <a:gd name="connsiteX168" fmla="*/ 792694 w 5896576"/>
              <a:gd name="connsiteY168" fmla="*/ 4298162 h 6958335"/>
              <a:gd name="connsiteX169" fmla="*/ 827897 w 5896576"/>
              <a:gd name="connsiteY169" fmla="*/ 4333364 h 6958335"/>
              <a:gd name="connsiteX170" fmla="*/ 827911 w 5896576"/>
              <a:gd name="connsiteY170" fmla="*/ 4298143 h 6958335"/>
              <a:gd name="connsiteX171" fmla="*/ 814982 w 5896576"/>
              <a:gd name="connsiteY171" fmla="*/ 4290723 h 6958335"/>
              <a:gd name="connsiteX172" fmla="*/ 4628015 w 5896576"/>
              <a:gd name="connsiteY172" fmla="*/ 4286623 h 6958335"/>
              <a:gd name="connsiteX173" fmla="*/ 4610350 w 5896576"/>
              <a:gd name="connsiteY173" fmla="*/ 4304288 h 6958335"/>
              <a:gd name="connsiteX174" fmla="*/ 4628015 w 5896576"/>
              <a:gd name="connsiteY174" fmla="*/ 4286623 h 6958335"/>
              <a:gd name="connsiteX175" fmla="*/ 4857716 w 5896576"/>
              <a:gd name="connsiteY175" fmla="*/ 4056923 h 6958335"/>
              <a:gd name="connsiteX176" fmla="*/ 4840046 w 5896576"/>
              <a:gd name="connsiteY176" fmla="*/ 4074592 h 6958335"/>
              <a:gd name="connsiteX177" fmla="*/ 4857936 w 5896576"/>
              <a:gd name="connsiteY177" fmla="*/ 4092481 h 6958335"/>
              <a:gd name="connsiteX178" fmla="*/ 4857716 w 5896576"/>
              <a:gd name="connsiteY178" fmla="*/ 4056923 h 6958335"/>
              <a:gd name="connsiteX179" fmla="*/ 880886 w 5896576"/>
              <a:gd name="connsiteY179" fmla="*/ 3893151 h 6958335"/>
              <a:gd name="connsiteX180" fmla="*/ 845646 w 5896576"/>
              <a:gd name="connsiteY180" fmla="*/ 3963599 h 6958335"/>
              <a:gd name="connsiteX181" fmla="*/ 880858 w 5896576"/>
              <a:gd name="connsiteY181" fmla="*/ 3963584 h 6958335"/>
              <a:gd name="connsiteX182" fmla="*/ 933702 w 5896576"/>
              <a:gd name="connsiteY182" fmla="*/ 3910741 h 6958335"/>
              <a:gd name="connsiteX183" fmla="*/ 898490 w 5896576"/>
              <a:gd name="connsiteY183" fmla="*/ 3910754 h 6958335"/>
              <a:gd name="connsiteX184" fmla="*/ 880886 w 5896576"/>
              <a:gd name="connsiteY184" fmla="*/ 3893151 h 6958335"/>
              <a:gd name="connsiteX185" fmla="*/ 5269234 w 5896576"/>
              <a:gd name="connsiteY185" fmla="*/ 3716953 h 6958335"/>
              <a:gd name="connsiteX186" fmla="*/ 5264541 w 5896576"/>
              <a:gd name="connsiteY186" fmla="*/ 3721647 h 6958335"/>
              <a:gd name="connsiteX187" fmla="*/ 5264540 w 5896576"/>
              <a:gd name="connsiteY187" fmla="*/ 3721647 h 6958335"/>
              <a:gd name="connsiteX188" fmla="*/ 5269234 w 5896576"/>
              <a:gd name="connsiteY188" fmla="*/ 3716953 h 6958335"/>
              <a:gd name="connsiteX189" fmla="*/ 5218395 w 5896576"/>
              <a:gd name="connsiteY189" fmla="*/ 3625253 h 6958335"/>
              <a:gd name="connsiteX190" fmla="*/ 5210661 w 5896576"/>
              <a:gd name="connsiteY190" fmla="*/ 3632428 h 6958335"/>
              <a:gd name="connsiteX191" fmla="*/ 5210881 w 5896576"/>
              <a:gd name="connsiteY191" fmla="*/ 3667988 h 6958335"/>
              <a:gd name="connsiteX192" fmla="*/ 5228551 w 5896576"/>
              <a:gd name="connsiteY192" fmla="*/ 3650318 h 6958335"/>
              <a:gd name="connsiteX193" fmla="*/ 5219524 w 5896576"/>
              <a:gd name="connsiteY193" fmla="*/ 3628037 h 6958335"/>
              <a:gd name="connsiteX194" fmla="*/ 5218395 w 5896576"/>
              <a:gd name="connsiteY194" fmla="*/ 3625253 h 6958335"/>
              <a:gd name="connsiteX195" fmla="*/ 5200294 w 5896576"/>
              <a:gd name="connsiteY195" fmla="*/ 3571814 h 6958335"/>
              <a:gd name="connsiteX196" fmla="*/ 5192560 w 5896576"/>
              <a:gd name="connsiteY196" fmla="*/ 3578989 h 6958335"/>
              <a:gd name="connsiteX197" fmla="*/ 5203227 w 5896576"/>
              <a:gd name="connsiteY197" fmla="*/ 3579055 h 6958335"/>
              <a:gd name="connsiteX198" fmla="*/ 5210450 w 5896576"/>
              <a:gd name="connsiteY198" fmla="*/ 3596879 h 6958335"/>
              <a:gd name="connsiteX199" fmla="*/ 5228114 w 5896576"/>
              <a:gd name="connsiteY199" fmla="*/ 3579205 h 6958335"/>
              <a:gd name="connsiteX200" fmla="*/ 5210337 w 5896576"/>
              <a:gd name="connsiteY200" fmla="*/ 3579097 h 6958335"/>
              <a:gd name="connsiteX201" fmla="*/ 5203227 w 5896576"/>
              <a:gd name="connsiteY201" fmla="*/ 3579055 h 6958335"/>
              <a:gd name="connsiteX202" fmla="*/ 5201423 w 5896576"/>
              <a:gd name="connsiteY202" fmla="*/ 3574598 h 6958335"/>
              <a:gd name="connsiteX203" fmla="*/ 5200294 w 5896576"/>
              <a:gd name="connsiteY203" fmla="*/ 3571814 h 6958335"/>
              <a:gd name="connsiteX204" fmla="*/ 5299012 w 5896576"/>
              <a:gd name="connsiteY204" fmla="*/ 3544087 h 6958335"/>
              <a:gd name="connsiteX205" fmla="*/ 5281338 w 5896576"/>
              <a:gd name="connsiteY205" fmla="*/ 3561752 h 6958335"/>
              <a:gd name="connsiteX206" fmla="*/ 5316897 w 5896576"/>
              <a:gd name="connsiteY206" fmla="*/ 3561972 h 6958335"/>
              <a:gd name="connsiteX207" fmla="*/ 5299012 w 5896576"/>
              <a:gd name="connsiteY207" fmla="*/ 3544087 h 6958335"/>
              <a:gd name="connsiteX208" fmla="*/ 1585337 w 5896576"/>
              <a:gd name="connsiteY208" fmla="*/ 3505519 h 6958335"/>
              <a:gd name="connsiteX209" fmla="*/ 1567724 w 5896576"/>
              <a:gd name="connsiteY209" fmla="*/ 3523131 h 6958335"/>
              <a:gd name="connsiteX210" fmla="*/ 1585323 w 5896576"/>
              <a:gd name="connsiteY210" fmla="*/ 3540731 h 6958335"/>
              <a:gd name="connsiteX211" fmla="*/ 1585337 w 5896576"/>
              <a:gd name="connsiteY211" fmla="*/ 3505519 h 6958335"/>
              <a:gd name="connsiteX212" fmla="*/ 5298576 w 5896576"/>
              <a:gd name="connsiteY212" fmla="*/ 3472974 h 6958335"/>
              <a:gd name="connsiteX213" fmla="*/ 5334350 w 5896576"/>
              <a:gd name="connsiteY213" fmla="*/ 3508748 h 6958335"/>
              <a:gd name="connsiteX214" fmla="*/ 5245568 w 5896576"/>
              <a:gd name="connsiteY214" fmla="*/ 3525982 h 6958335"/>
              <a:gd name="connsiteX215" fmla="*/ 5263453 w 5896576"/>
              <a:gd name="connsiteY215" fmla="*/ 3543867 h 6958335"/>
              <a:gd name="connsiteX216" fmla="*/ 5316677 w 5896576"/>
              <a:gd name="connsiteY216" fmla="*/ 3526413 h 6958335"/>
              <a:gd name="connsiteX217" fmla="*/ 5334350 w 5896576"/>
              <a:gd name="connsiteY217" fmla="*/ 3508748 h 6958335"/>
              <a:gd name="connsiteX218" fmla="*/ 5369904 w 5896576"/>
              <a:gd name="connsiteY218" fmla="*/ 3508964 h 6958335"/>
              <a:gd name="connsiteX219" fmla="*/ 5387574 w 5896576"/>
              <a:gd name="connsiteY219" fmla="*/ 3491294 h 6958335"/>
              <a:gd name="connsiteX220" fmla="*/ 5352015 w 5896576"/>
              <a:gd name="connsiteY220" fmla="*/ 3491074 h 6958335"/>
              <a:gd name="connsiteX221" fmla="*/ 5334350 w 5896576"/>
              <a:gd name="connsiteY221" fmla="*/ 3508748 h 6958335"/>
              <a:gd name="connsiteX222" fmla="*/ 5298576 w 5896576"/>
              <a:gd name="connsiteY222" fmla="*/ 3472974 h 6958335"/>
              <a:gd name="connsiteX223" fmla="*/ 1655780 w 5896576"/>
              <a:gd name="connsiteY223" fmla="*/ 3470274 h 6958335"/>
              <a:gd name="connsiteX224" fmla="*/ 1655780 w 5896576"/>
              <a:gd name="connsiteY224" fmla="*/ 3470274 h 6958335"/>
              <a:gd name="connsiteX225" fmla="*/ 1655780 w 5896576"/>
              <a:gd name="connsiteY225" fmla="*/ 3470274 h 6958335"/>
              <a:gd name="connsiteX226" fmla="*/ 5333915 w 5896576"/>
              <a:gd name="connsiteY226" fmla="*/ 3437635 h 6958335"/>
              <a:gd name="connsiteX227" fmla="*/ 5351804 w 5896576"/>
              <a:gd name="connsiteY227" fmla="*/ 3455525 h 6958335"/>
              <a:gd name="connsiteX228" fmla="*/ 5333915 w 5896576"/>
              <a:gd name="connsiteY228" fmla="*/ 3437635 h 6958335"/>
              <a:gd name="connsiteX229" fmla="*/ 5351579 w 5896576"/>
              <a:gd name="connsiteY229" fmla="*/ 3419970 h 6958335"/>
              <a:gd name="connsiteX230" fmla="*/ 5369464 w 5896576"/>
              <a:gd name="connsiteY230" fmla="*/ 3437855 h 6958335"/>
              <a:gd name="connsiteX231" fmla="*/ 5351579 w 5896576"/>
              <a:gd name="connsiteY231" fmla="*/ 3419970 h 6958335"/>
              <a:gd name="connsiteX232" fmla="*/ 5316030 w 5896576"/>
              <a:gd name="connsiteY232" fmla="*/ 3419750 h 6958335"/>
              <a:gd name="connsiteX233" fmla="*/ 5333915 w 5896576"/>
              <a:gd name="connsiteY233" fmla="*/ 3437635 h 6958335"/>
              <a:gd name="connsiteX234" fmla="*/ 5316245 w 5896576"/>
              <a:gd name="connsiteY234" fmla="*/ 3455305 h 6958335"/>
              <a:gd name="connsiteX235" fmla="*/ 5280691 w 5896576"/>
              <a:gd name="connsiteY235" fmla="*/ 3455089 h 6958335"/>
              <a:gd name="connsiteX236" fmla="*/ 5311690 w 5896576"/>
              <a:gd name="connsiteY236" fmla="*/ 3437504 h 6958335"/>
              <a:gd name="connsiteX237" fmla="*/ 5316030 w 5896576"/>
              <a:gd name="connsiteY237" fmla="*/ 3419750 h 6958335"/>
              <a:gd name="connsiteX238" fmla="*/ 1391688 w 5896576"/>
              <a:gd name="connsiteY238" fmla="*/ 3417557 h 6958335"/>
              <a:gd name="connsiteX239" fmla="*/ 1382877 w 5896576"/>
              <a:gd name="connsiteY239" fmla="*/ 3439566 h 6958335"/>
              <a:gd name="connsiteX240" fmla="*/ 1374074 w 5896576"/>
              <a:gd name="connsiteY240" fmla="*/ 3435170 h 6958335"/>
              <a:gd name="connsiteX241" fmla="*/ 1708624 w 5896576"/>
              <a:gd name="connsiteY241" fmla="*/ 3417430 h 6958335"/>
              <a:gd name="connsiteX242" fmla="*/ 1673393 w 5896576"/>
              <a:gd name="connsiteY242" fmla="*/ 3452661 h 6958335"/>
              <a:gd name="connsiteX243" fmla="*/ 1655794 w 5896576"/>
              <a:gd name="connsiteY243" fmla="*/ 3435062 h 6958335"/>
              <a:gd name="connsiteX244" fmla="*/ 1655780 w 5896576"/>
              <a:gd name="connsiteY244" fmla="*/ 3470274 h 6958335"/>
              <a:gd name="connsiteX245" fmla="*/ 1638181 w 5896576"/>
              <a:gd name="connsiteY245" fmla="*/ 3452675 h 6958335"/>
              <a:gd name="connsiteX246" fmla="*/ 1602955 w 5896576"/>
              <a:gd name="connsiteY246" fmla="*/ 3487901 h 6958335"/>
              <a:gd name="connsiteX247" fmla="*/ 1602941 w 5896576"/>
              <a:gd name="connsiteY247" fmla="*/ 3523123 h 6958335"/>
              <a:gd name="connsiteX248" fmla="*/ 1655785 w 5896576"/>
              <a:gd name="connsiteY248" fmla="*/ 3470278 h 6958335"/>
              <a:gd name="connsiteX249" fmla="*/ 1655780 w 5896576"/>
              <a:gd name="connsiteY249" fmla="*/ 3470274 h 6958335"/>
              <a:gd name="connsiteX250" fmla="*/ 1673393 w 5896576"/>
              <a:gd name="connsiteY250" fmla="*/ 3452661 h 6958335"/>
              <a:gd name="connsiteX251" fmla="*/ 1708624 w 5896576"/>
              <a:gd name="connsiteY251" fmla="*/ 3417430 h 6958335"/>
              <a:gd name="connsiteX252" fmla="*/ 5333694 w 5896576"/>
              <a:gd name="connsiteY252" fmla="*/ 3402086 h 6958335"/>
              <a:gd name="connsiteX253" fmla="*/ 5316030 w 5896576"/>
              <a:gd name="connsiteY253" fmla="*/ 3419750 h 6958335"/>
              <a:gd name="connsiteX254" fmla="*/ 5280691 w 5896576"/>
              <a:gd name="connsiteY254" fmla="*/ 3455089 h 6958335"/>
              <a:gd name="connsiteX255" fmla="*/ 5267437 w 5896576"/>
              <a:gd name="connsiteY255" fmla="*/ 3468343 h 6958335"/>
              <a:gd name="connsiteX256" fmla="*/ 5245353 w 5896576"/>
              <a:gd name="connsiteY256" fmla="*/ 3490427 h 6958335"/>
              <a:gd name="connsiteX257" fmla="*/ 5263101 w 5896576"/>
              <a:gd name="connsiteY257" fmla="*/ 3486092 h 6958335"/>
              <a:gd name="connsiteX258" fmla="*/ 5280691 w 5896576"/>
              <a:gd name="connsiteY258" fmla="*/ 3455089 h 6958335"/>
              <a:gd name="connsiteX259" fmla="*/ 5311797 w 5896576"/>
              <a:gd name="connsiteY259" fmla="*/ 3455281 h 6958335"/>
              <a:gd name="connsiteX260" fmla="*/ 5316245 w 5896576"/>
              <a:gd name="connsiteY260" fmla="*/ 3455305 h 6958335"/>
              <a:gd name="connsiteX261" fmla="*/ 5351804 w 5896576"/>
              <a:gd name="connsiteY261" fmla="*/ 3455525 h 6958335"/>
              <a:gd name="connsiteX262" fmla="*/ 5333915 w 5896576"/>
              <a:gd name="connsiteY262" fmla="*/ 3437635 h 6958335"/>
              <a:gd name="connsiteX263" fmla="*/ 5333694 w 5896576"/>
              <a:gd name="connsiteY263" fmla="*/ 3402086 h 6958335"/>
              <a:gd name="connsiteX264" fmla="*/ 1409301 w 5896576"/>
              <a:gd name="connsiteY264" fmla="*/ 3399943 h 6958335"/>
              <a:gd name="connsiteX265" fmla="*/ 1391688 w 5896576"/>
              <a:gd name="connsiteY265" fmla="*/ 3417557 h 6958335"/>
              <a:gd name="connsiteX266" fmla="*/ 1409301 w 5896576"/>
              <a:gd name="connsiteY266" fmla="*/ 3399943 h 6958335"/>
              <a:gd name="connsiteX267" fmla="*/ 1796666 w 5896576"/>
              <a:gd name="connsiteY267" fmla="*/ 3399794 h 6958335"/>
              <a:gd name="connsiteX268" fmla="*/ 1761440 w 5896576"/>
              <a:gd name="connsiteY268" fmla="*/ 3435020 h 6958335"/>
              <a:gd name="connsiteX269" fmla="*/ 1796666 w 5896576"/>
              <a:gd name="connsiteY269" fmla="*/ 3399794 h 6958335"/>
              <a:gd name="connsiteX270" fmla="*/ 5600252 w 5896576"/>
              <a:gd name="connsiteY270" fmla="*/ 3385935 h 6958335"/>
              <a:gd name="connsiteX271" fmla="*/ 5582583 w 5896576"/>
              <a:gd name="connsiteY271" fmla="*/ 3403605 h 6958335"/>
              <a:gd name="connsiteX272" fmla="*/ 5590967 w 5896576"/>
              <a:gd name="connsiteY272" fmla="*/ 3392258 h 6958335"/>
              <a:gd name="connsiteX273" fmla="*/ 1708638 w 5896576"/>
              <a:gd name="connsiteY273" fmla="*/ 3382218 h 6958335"/>
              <a:gd name="connsiteX274" fmla="*/ 1691025 w 5896576"/>
              <a:gd name="connsiteY274" fmla="*/ 3399831 h 6958335"/>
              <a:gd name="connsiteX275" fmla="*/ 1691025 w 5896576"/>
              <a:gd name="connsiteY275" fmla="*/ 3389267 h 6958335"/>
              <a:gd name="connsiteX276" fmla="*/ 1726255 w 5896576"/>
              <a:gd name="connsiteY276" fmla="*/ 3364600 h 6958335"/>
              <a:gd name="connsiteX277" fmla="*/ 1708638 w 5896576"/>
              <a:gd name="connsiteY277" fmla="*/ 3382218 h 6958335"/>
              <a:gd name="connsiteX278" fmla="*/ 1691039 w 5896576"/>
              <a:gd name="connsiteY278" fmla="*/ 3364619 h 6958335"/>
              <a:gd name="connsiteX279" fmla="*/ 1726255 w 5896576"/>
              <a:gd name="connsiteY279" fmla="*/ 3364600 h 6958335"/>
              <a:gd name="connsiteX280" fmla="*/ 5401484 w 5896576"/>
              <a:gd name="connsiteY280" fmla="*/ 3361176 h 6958335"/>
              <a:gd name="connsiteX281" fmla="*/ 5404587 w 5896576"/>
              <a:gd name="connsiteY281" fmla="*/ 3366963 h 6958335"/>
              <a:gd name="connsiteX282" fmla="*/ 5400163 w 5896576"/>
              <a:gd name="connsiteY282" fmla="*/ 3362539 h 6958335"/>
              <a:gd name="connsiteX283" fmla="*/ 1884740 w 5896576"/>
              <a:gd name="connsiteY283" fmla="*/ 3311719 h 6958335"/>
              <a:gd name="connsiteX284" fmla="*/ 1876520 w 5896576"/>
              <a:gd name="connsiteY284" fmla="*/ 3329332 h 6958335"/>
              <a:gd name="connsiteX285" fmla="*/ 1867127 w 5896576"/>
              <a:gd name="connsiteY285" fmla="*/ 3329332 h 6958335"/>
              <a:gd name="connsiteX286" fmla="*/ 1884740 w 5896576"/>
              <a:gd name="connsiteY286" fmla="*/ 3311719 h 6958335"/>
              <a:gd name="connsiteX287" fmla="*/ 1717473 w 5896576"/>
              <a:gd name="connsiteY287" fmla="*/ 3302978 h 6958335"/>
              <a:gd name="connsiteX288" fmla="*/ 1708666 w 5896576"/>
              <a:gd name="connsiteY288" fmla="*/ 3311784 h 6958335"/>
              <a:gd name="connsiteX289" fmla="*/ 1717473 w 5896576"/>
              <a:gd name="connsiteY289" fmla="*/ 3302978 h 6958335"/>
              <a:gd name="connsiteX290" fmla="*/ 1726279 w 5896576"/>
              <a:gd name="connsiteY290" fmla="*/ 3294172 h 6958335"/>
              <a:gd name="connsiteX291" fmla="*/ 1717473 w 5896576"/>
              <a:gd name="connsiteY291" fmla="*/ 3302978 h 6958335"/>
              <a:gd name="connsiteX292" fmla="*/ 1726279 w 5896576"/>
              <a:gd name="connsiteY292" fmla="*/ 3294172 h 6958335"/>
              <a:gd name="connsiteX293" fmla="*/ 5492933 w 5896576"/>
              <a:gd name="connsiteY293" fmla="*/ 3278616 h 6958335"/>
              <a:gd name="connsiteX294" fmla="*/ 5510818 w 5896576"/>
              <a:gd name="connsiteY294" fmla="*/ 3296501 h 6958335"/>
              <a:gd name="connsiteX295" fmla="*/ 5492933 w 5896576"/>
              <a:gd name="connsiteY295" fmla="*/ 3278616 h 6958335"/>
              <a:gd name="connsiteX296" fmla="*/ 5528272 w 5896576"/>
              <a:gd name="connsiteY296" fmla="*/ 3243278 h 6958335"/>
              <a:gd name="connsiteX297" fmla="*/ 5546161 w 5896576"/>
              <a:gd name="connsiteY297" fmla="*/ 3261167 h 6958335"/>
              <a:gd name="connsiteX298" fmla="*/ 5546377 w 5896576"/>
              <a:gd name="connsiteY298" fmla="*/ 3296722 h 6958335"/>
              <a:gd name="connsiteX299" fmla="*/ 5528272 w 5896576"/>
              <a:gd name="connsiteY299" fmla="*/ 3243278 h 6958335"/>
              <a:gd name="connsiteX300" fmla="*/ 5545941 w 5896576"/>
              <a:gd name="connsiteY300" fmla="*/ 3225608 h 6958335"/>
              <a:gd name="connsiteX301" fmla="*/ 5563831 w 5896576"/>
              <a:gd name="connsiteY301" fmla="*/ 3243498 h 6958335"/>
              <a:gd name="connsiteX302" fmla="*/ 5581716 w 5896576"/>
              <a:gd name="connsiteY302" fmla="*/ 3261383 h 6958335"/>
              <a:gd name="connsiteX303" fmla="*/ 5599601 w 5896576"/>
              <a:gd name="connsiteY303" fmla="*/ 3279268 h 6958335"/>
              <a:gd name="connsiteX304" fmla="*/ 5546161 w 5896576"/>
              <a:gd name="connsiteY304" fmla="*/ 3261167 h 6958335"/>
              <a:gd name="connsiteX305" fmla="*/ 5545941 w 5896576"/>
              <a:gd name="connsiteY305" fmla="*/ 3225608 h 6958335"/>
              <a:gd name="connsiteX306" fmla="*/ 1972810 w 5896576"/>
              <a:gd name="connsiteY306" fmla="*/ 3223649 h 6958335"/>
              <a:gd name="connsiteX307" fmla="*/ 1969098 w 5896576"/>
              <a:gd name="connsiteY307" fmla="*/ 3232920 h 6958335"/>
              <a:gd name="connsiteX308" fmla="*/ 1955197 w 5896576"/>
              <a:gd name="connsiteY308" fmla="*/ 3241262 h 6958335"/>
              <a:gd name="connsiteX309" fmla="*/ 1972810 w 5896576"/>
              <a:gd name="connsiteY309" fmla="*/ 3223649 h 6958335"/>
              <a:gd name="connsiteX310" fmla="*/ 5741386 w 5896576"/>
              <a:gd name="connsiteY310" fmla="*/ 3209031 h 6958335"/>
              <a:gd name="connsiteX311" fmla="*/ 5688383 w 5896576"/>
              <a:gd name="connsiteY311" fmla="*/ 3262035 h 6958335"/>
              <a:gd name="connsiteX312" fmla="*/ 5706052 w 5896576"/>
              <a:gd name="connsiteY312" fmla="*/ 3244365 h 6958335"/>
              <a:gd name="connsiteX313" fmla="*/ 5741386 w 5896576"/>
              <a:gd name="connsiteY313" fmla="*/ 3209031 h 6958335"/>
              <a:gd name="connsiteX314" fmla="*/ 5687947 w 5896576"/>
              <a:gd name="connsiteY314" fmla="*/ 3190921 h 6958335"/>
              <a:gd name="connsiteX315" fmla="*/ 5690731 w 5896576"/>
              <a:gd name="connsiteY315" fmla="*/ 3196919 h 6958335"/>
              <a:gd name="connsiteX316" fmla="*/ 5685768 w 5896576"/>
              <a:gd name="connsiteY316" fmla="*/ 3198131 h 6958335"/>
              <a:gd name="connsiteX317" fmla="*/ 5687947 w 5896576"/>
              <a:gd name="connsiteY317" fmla="*/ 3190921 h 6958335"/>
              <a:gd name="connsiteX318" fmla="*/ 5581280 w 5896576"/>
              <a:gd name="connsiteY318" fmla="*/ 3190270 h 6958335"/>
              <a:gd name="connsiteX319" fmla="*/ 5599169 w 5896576"/>
              <a:gd name="connsiteY319" fmla="*/ 3208160 h 6958335"/>
              <a:gd name="connsiteX320" fmla="*/ 5581280 w 5896576"/>
              <a:gd name="connsiteY320" fmla="*/ 3190270 h 6958335"/>
              <a:gd name="connsiteX321" fmla="*/ 5695914 w 5896576"/>
              <a:gd name="connsiteY321" fmla="*/ 3173196 h 6958335"/>
              <a:gd name="connsiteX322" fmla="*/ 5705612 w 5896576"/>
              <a:gd name="connsiteY322" fmla="*/ 3173257 h 6958335"/>
              <a:gd name="connsiteX323" fmla="*/ 5687947 w 5896576"/>
              <a:gd name="connsiteY323" fmla="*/ 3190921 h 6958335"/>
              <a:gd name="connsiteX324" fmla="*/ 1867192 w 5896576"/>
              <a:gd name="connsiteY324" fmla="*/ 3153258 h 6958335"/>
              <a:gd name="connsiteX325" fmla="*/ 1849580 w 5896576"/>
              <a:gd name="connsiteY325" fmla="*/ 3170871 h 6958335"/>
              <a:gd name="connsiteX326" fmla="*/ 1846060 w 5896576"/>
              <a:gd name="connsiteY326" fmla="*/ 3167351 h 6958335"/>
              <a:gd name="connsiteX327" fmla="*/ 5812063 w 5896576"/>
              <a:gd name="connsiteY327" fmla="*/ 3138354 h 6958335"/>
              <a:gd name="connsiteX328" fmla="*/ 5776724 w 5896576"/>
              <a:gd name="connsiteY328" fmla="*/ 3173693 h 6958335"/>
              <a:gd name="connsiteX329" fmla="*/ 5812063 w 5896576"/>
              <a:gd name="connsiteY329" fmla="*/ 3138354 h 6958335"/>
              <a:gd name="connsiteX330" fmla="*/ 5740950 w 5896576"/>
              <a:gd name="connsiteY330" fmla="*/ 3137918 h 6958335"/>
              <a:gd name="connsiteX331" fmla="*/ 5740950 w 5896576"/>
              <a:gd name="connsiteY331" fmla="*/ 3137919 h 6958335"/>
              <a:gd name="connsiteX332" fmla="*/ 5740950 w 5896576"/>
              <a:gd name="connsiteY332" fmla="*/ 3137919 h 6958335"/>
              <a:gd name="connsiteX333" fmla="*/ 5745646 w 5896576"/>
              <a:gd name="connsiteY333" fmla="*/ 3133222 h 6958335"/>
              <a:gd name="connsiteX334" fmla="*/ 5740950 w 5896576"/>
              <a:gd name="connsiteY334" fmla="*/ 3137919 h 6958335"/>
              <a:gd name="connsiteX335" fmla="*/ 5740950 w 5896576"/>
              <a:gd name="connsiteY335" fmla="*/ 3137918 h 6958335"/>
              <a:gd name="connsiteX336" fmla="*/ 5669621 w 5896576"/>
              <a:gd name="connsiteY336" fmla="*/ 3101928 h 6958335"/>
              <a:gd name="connsiteX337" fmla="*/ 5723065 w 5896576"/>
              <a:gd name="connsiteY337" fmla="*/ 3120034 h 6958335"/>
              <a:gd name="connsiteX338" fmla="*/ 5705400 w 5896576"/>
              <a:gd name="connsiteY338" fmla="*/ 3137698 h 6958335"/>
              <a:gd name="connsiteX339" fmla="*/ 5669621 w 5896576"/>
              <a:gd name="connsiteY339" fmla="*/ 3101928 h 6958335"/>
              <a:gd name="connsiteX340" fmla="*/ 5598509 w 5896576"/>
              <a:gd name="connsiteY340" fmla="*/ 3101492 h 6958335"/>
              <a:gd name="connsiteX341" fmla="*/ 5492497 w 5896576"/>
              <a:gd name="connsiteY341" fmla="*/ 3207504 h 6958335"/>
              <a:gd name="connsiteX342" fmla="*/ 5598734 w 5896576"/>
              <a:gd name="connsiteY342" fmla="*/ 3137046 h 6958335"/>
              <a:gd name="connsiteX343" fmla="*/ 5598509 w 5896576"/>
              <a:gd name="connsiteY343" fmla="*/ 3101492 h 6958335"/>
              <a:gd name="connsiteX344" fmla="*/ 5722854 w 5896576"/>
              <a:gd name="connsiteY344" fmla="*/ 3084475 h 6958335"/>
              <a:gd name="connsiteX345" fmla="*/ 5721982 w 5896576"/>
              <a:gd name="connsiteY345" fmla="*/ 3087727 h 6958335"/>
              <a:gd name="connsiteX346" fmla="*/ 5720647 w 5896576"/>
              <a:gd name="connsiteY346" fmla="*/ 3086682 h 6958335"/>
              <a:gd name="connsiteX347" fmla="*/ 5716939 w 5896576"/>
              <a:gd name="connsiteY347" fmla="*/ 3086415 h 6958335"/>
              <a:gd name="connsiteX348" fmla="*/ 5766137 w 5896576"/>
              <a:gd name="connsiteY348" fmla="*/ 3077520 h 6958335"/>
              <a:gd name="connsiteX349" fmla="*/ 5767266 w 5896576"/>
              <a:gd name="connsiteY349" fmla="*/ 3080304 h 6958335"/>
              <a:gd name="connsiteX350" fmla="*/ 5776289 w 5896576"/>
              <a:gd name="connsiteY350" fmla="*/ 3102580 h 6958335"/>
              <a:gd name="connsiteX351" fmla="*/ 5748929 w 5896576"/>
              <a:gd name="connsiteY351" fmla="*/ 3124910 h 6958335"/>
              <a:gd name="connsiteX352" fmla="*/ 5740950 w 5896576"/>
              <a:gd name="connsiteY352" fmla="*/ 3137918 h 6958335"/>
              <a:gd name="connsiteX353" fmla="*/ 5740950 w 5896576"/>
              <a:gd name="connsiteY353" fmla="*/ 3137918 h 6958335"/>
              <a:gd name="connsiteX354" fmla="*/ 5740641 w 5896576"/>
              <a:gd name="connsiteY354" fmla="*/ 3132639 h 6958335"/>
              <a:gd name="connsiteX355" fmla="*/ 5723065 w 5896576"/>
              <a:gd name="connsiteY355" fmla="*/ 3120034 h 6958335"/>
              <a:gd name="connsiteX356" fmla="*/ 5716335 w 5896576"/>
              <a:gd name="connsiteY356" fmla="*/ 3108879 h 6958335"/>
              <a:gd name="connsiteX357" fmla="*/ 5721982 w 5896576"/>
              <a:gd name="connsiteY357" fmla="*/ 3087727 h 6958335"/>
              <a:gd name="connsiteX358" fmla="*/ 5740739 w 5896576"/>
              <a:gd name="connsiteY358" fmla="*/ 3102360 h 6958335"/>
              <a:gd name="connsiteX359" fmla="*/ 5758404 w 5896576"/>
              <a:gd name="connsiteY359" fmla="*/ 3084695 h 6958335"/>
              <a:gd name="connsiteX360" fmla="*/ 5766137 w 5896576"/>
              <a:gd name="connsiteY360" fmla="*/ 3077520 h 6958335"/>
              <a:gd name="connsiteX361" fmla="*/ 5871877 w 5896576"/>
              <a:gd name="connsiteY361" fmla="*/ 3062887 h 6958335"/>
              <a:gd name="connsiteX362" fmla="*/ 5829512 w 5896576"/>
              <a:gd name="connsiteY362" fmla="*/ 3085126 h 6958335"/>
              <a:gd name="connsiteX363" fmla="*/ 5882740 w 5896576"/>
              <a:gd name="connsiteY363" fmla="*/ 3067677 h 6958335"/>
              <a:gd name="connsiteX364" fmla="*/ 5871877 w 5896576"/>
              <a:gd name="connsiteY364" fmla="*/ 3062887 h 6958335"/>
              <a:gd name="connsiteX365" fmla="*/ 2148954 w 5896576"/>
              <a:gd name="connsiteY365" fmla="*/ 3047505 h 6958335"/>
              <a:gd name="connsiteX366" fmla="*/ 2143663 w 5896576"/>
              <a:gd name="connsiteY366" fmla="*/ 3063351 h 6958335"/>
              <a:gd name="connsiteX367" fmla="*/ 2131341 w 5896576"/>
              <a:gd name="connsiteY367" fmla="*/ 3065118 h 6958335"/>
              <a:gd name="connsiteX368" fmla="*/ 2148954 w 5896576"/>
              <a:gd name="connsiteY368" fmla="*/ 3047505 h 6958335"/>
              <a:gd name="connsiteX369" fmla="*/ 4484519 w 5896576"/>
              <a:gd name="connsiteY369" fmla="*/ 3041351 h 6958335"/>
              <a:gd name="connsiteX370" fmla="*/ 4486872 w 5896576"/>
              <a:gd name="connsiteY370" fmla="*/ 3049994 h 6958335"/>
              <a:gd name="connsiteX371" fmla="*/ 4490748 w 5896576"/>
              <a:gd name="connsiteY371" fmla="*/ 3053870 h 6958335"/>
              <a:gd name="connsiteX372" fmla="*/ 4490757 w 5896576"/>
              <a:gd name="connsiteY372" fmla="*/ 3041393 h 6958335"/>
              <a:gd name="connsiteX373" fmla="*/ 2131356 w 5896576"/>
              <a:gd name="connsiteY373" fmla="*/ 3029906 h 6958335"/>
              <a:gd name="connsiteX374" fmla="*/ 2113742 w 5896576"/>
              <a:gd name="connsiteY374" fmla="*/ 3047519 h 6958335"/>
              <a:gd name="connsiteX375" fmla="*/ 2131356 w 5896576"/>
              <a:gd name="connsiteY375" fmla="*/ 3029906 h 6958335"/>
              <a:gd name="connsiteX376" fmla="*/ 2219411 w 5896576"/>
              <a:gd name="connsiteY376" fmla="*/ 2977048 h 6958335"/>
              <a:gd name="connsiteX377" fmla="*/ 2219402 w 5896576"/>
              <a:gd name="connsiteY377" fmla="*/ 3012265 h 6958335"/>
              <a:gd name="connsiteX378" fmla="*/ 2219411 w 5896576"/>
              <a:gd name="connsiteY378" fmla="*/ 2977048 h 6958335"/>
              <a:gd name="connsiteX379" fmla="*/ 2272245 w 5896576"/>
              <a:gd name="connsiteY379" fmla="*/ 2959421 h 6958335"/>
              <a:gd name="connsiteX380" fmla="*/ 2254628 w 5896576"/>
              <a:gd name="connsiteY380" fmla="*/ 2977039 h 6958335"/>
              <a:gd name="connsiteX381" fmla="*/ 2272245 w 5896576"/>
              <a:gd name="connsiteY381" fmla="*/ 2959421 h 6958335"/>
              <a:gd name="connsiteX382" fmla="*/ 5874727 w 5896576"/>
              <a:gd name="connsiteY382" fmla="*/ 2938187 h 6958335"/>
              <a:gd name="connsiteX383" fmla="*/ 5889230 w 5896576"/>
              <a:gd name="connsiteY383" fmla="*/ 2948274 h 6958335"/>
              <a:gd name="connsiteX384" fmla="*/ 5896576 w 5896576"/>
              <a:gd name="connsiteY384" fmla="*/ 2944827 h 6958335"/>
              <a:gd name="connsiteX385" fmla="*/ 5896576 w 5896576"/>
              <a:gd name="connsiteY385" fmla="*/ 2969522 h 6958335"/>
              <a:gd name="connsiteX386" fmla="*/ 5894321 w 5896576"/>
              <a:gd name="connsiteY386" fmla="*/ 2963304 h 6958335"/>
              <a:gd name="connsiteX387" fmla="*/ 5864204 w 5896576"/>
              <a:gd name="connsiteY387" fmla="*/ 2943125 h 6958335"/>
              <a:gd name="connsiteX388" fmla="*/ 5874727 w 5896576"/>
              <a:gd name="connsiteY388" fmla="*/ 2938187 h 6958335"/>
              <a:gd name="connsiteX389" fmla="*/ 5846314 w 5896576"/>
              <a:gd name="connsiteY389" fmla="*/ 2925235 h 6958335"/>
              <a:gd name="connsiteX390" fmla="*/ 5846314 w 5896576"/>
              <a:gd name="connsiteY390" fmla="*/ 2925236 h 6958335"/>
              <a:gd name="connsiteX391" fmla="*/ 5846314 w 5896576"/>
              <a:gd name="connsiteY391" fmla="*/ 2925236 h 6958335"/>
              <a:gd name="connsiteX392" fmla="*/ 5846314 w 5896576"/>
              <a:gd name="connsiteY392" fmla="*/ 2925236 h 6958335"/>
              <a:gd name="connsiteX393" fmla="*/ 5896576 w 5896576"/>
              <a:gd name="connsiteY393" fmla="*/ 2910751 h 6958335"/>
              <a:gd name="connsiteX394" fmla="*/ 5896576 w 5896576"/>
              <a:gd name="connsiteY394" fmla="*/ 2927601 h 6958335"/>
              <a:gd name="connsiteX395" fmla="*/ 5887148 w 5896576"/>
              <a:gd name="connsiteY395" fmla="*/ 2925762 h 6958335"/>
              <a:gd name="connsiteX396" fmla="*/ 5881868 w 5896576"/>
              <a:gd name="connsiteY396" fmla="*/ 2925451 h 6958335"/>
              <a:gd name="connsiteX397" fmla="*/ 5890705 w 5896576"/>
              <a:gd name="connsiteY397" fmla="*/ 2916619 h 6958335"/>
              <a:gd name="connsiteX398" fmla="*/ 2289868 w 5896576"/>
              <a:gd name="connsiteY398" fmla="*/ 2906591 h 6958335"/>
              <a:gd name="connsiteX399" fmla="*/ 2272255 w 5896576"/>
              <a:gd name="connsiteY399" fmla="*/ 2924204 h 6958335"/>
              <a:gd name="connsiteX400" fmla="*/ 2289868 w 5896576"/>
              <a:gd name="connsiteY400" fmla="*/ 2906591 h 6958335"/>
              <a:gd name="connsiteX401" fmla="*/ 2113808 w 5896576"/>
              <a:gd name="connsiteY401" fmla="*/ 2871445 h 6958335"/>
              <a:gd name="connsiteX402" fmla="*/ 2078582 w 5896576"/>
              <a:gd name="connsiteY402" fmla="*/ 2906671 h 6958335"/>
              <a:gd name="connsiteX403" fmla="*/ 2113808 w 5896576"/>
              <a:gd name="connsiteY403" fmla="*/ 2871445 h 6958335"/>
              <a:gd name="connsiteX404" fmla="*/ 2363671 w 5896576"/>
              <a:gd name="connsiteY404" fmla="*/ 2862127 h 6958335"/>
              <a:gd name="connsiteX405" fmla="*/ 2364716 w 5896576"/>
              <a:gd name="connsiteY405" fmla="*/ 2862545 h 6958335"/>
              <a:gd name="connsiteX406" fmla="*/ 2360315 w 5896576"/>
              <a:gd name="connsiteY406" fmla="*/ 2871351 h 6958335"/>
              <a:gd name="connsiteX407" fmla="*/ 2289896 w 5896576"/>
              <a:gd name="connsiteY407" fmla="*/ 2836158 h 6958335"/>
              <a:gd name="connsiteX408" fmla="*/ 2272278 w 5896576"/>
              <a:gd name="connsiteY408" fmla="*/ 2853776 h 6958335"/>
              <a:gd name="connsiteX409" fmla="*/ 2289896 w 5896576"/>
              <a:gd name="connsiteY409" fmla="*/ 2836158 h 6958335"/>
              <a:gd name="connsiteX410" fmla="*/ 2435720 w 5896576"/>
              <a:gd name="connsiteY410" fmla="*/ 2811347 h 6958335"/>
              <a:gd name="connsiteX411" fmla="*/ 2426362 w 5896576"/>
              <a:gd name="connsiteY411" fmla="*/ 2814097 h 6958335"/>
              <a:gd name="connsiteX412" fmla="*/ 2430758 w 5896576"/>
              <a:gd name="connsiteY412" fmla="*/ 2836107 h 6958335"/>
              <a:gd name="connsiteX413" fmla="*/ 2448371 w 5896576"/>
              <a:gd name="connsiteY413" fmla="*/ 2818493 h 6958335"/>
              <a:gd name="connsiteX414" fmla="*/ 2435720 w 5896576"/>
              <a:gd name="connsiteY414" fmla="*/ 2811347 h 6958335"/>
              <a:gd name="connsiteX415" fmla="*/ 2377956 w 5896576"/>
              <a:gd name="connsiteY415" fmla="*/ 2783305 h 6958335"/>
              <a:gd name="connsiteX416" fmla="*/ 2395555 w 5896576"/>
              <a:gd name="connsiteY416" fmla="*/ 2800904 h 6958335"/>
              <a:gd name="connsiteX417" fmla="*/ 2377943 w 5896576"/>
              <a:gd name="connsiteY417" fmla="*/ 2822922 h 6958335"/>
              <a:gd name="connsiteX418" fmla="*/ 2363671 w 5896576"/>
              <a:gd name="connsiteY418" fmla="*/ 2862127 h 6958335"/>
              <a:gd name="connsiteX419" fmla="*/ 2342712 w 5896576"/>
              <a:gd name="connsiteY419" fmla="*/ 2853747 h 6958335"/>
              <a:gd name="connsiteX420" fmla="*/ 2360325 w 5896576"/>
              <a:gd name="connsiteY420" fmla="*/ 2836134 h 6958335"/>
              <a:gd name="connsiteX421" fmla="*/ 2377956 w 5896576"/>
              <a:gd name="connsiteY421" fmla="*/ 2783305 h 6958335"/>
              <a:gd name="connsiteX422" fmla="*/ 4743226 w 5896576"/>
              <a:gd name="connsiteY422" fmla="*/ 2776279 h 6958335"/>
              <a:gd name="connsiteX423" fmla="*/ 4707892 w 5896576"/>
              <a:gd name="connsiteY423" fmla="*/ 2811613 h 6958335"/>
              <a:gd name="connsiteX424" fmla="*/ 4716840 w 5896576"/>
              <a:gd name="connsiteY424" fmla="*/ 2820560 h 6958335"/>
              <a:gd name="connsiteX425" fmla="*/ 4690228 w 5896576"/>
              <a:gd name="connsiteY425" fmla="*/ 2829287 h 6958335"/>
              <a:gd name="connsiteX426" fmla="*/ 4702174 w 5896576"/>
              <a:gd name="connsiteY426" fmla="*/ 2845161 h 6958335"/>
              <a:gd name="connsiteX427" fmla="*/ 4690443 w 5896576"/>
              <a:gd name="connsiteY427" fmla="*/ 2864841 h 6958335"/>
              <a:gd name="connsiteX428" fmla="*/ 4703670 w 5896576"/>
              <a:gd name="connsiteY428" fmla="*/ 2847144 h 6958335"/>
              <a:gd name="connsiteX429" fmla="*/ 4702174 w 5896576"/>
              <a:gd name="connsiteY429" fmla="*/ 2845161 h 6958335"/>
              <a:gd name="connsiteX430" fmla="*/ 4716840 w 5896576"/>
              <a:gd name="connsiteY430" fmla="*/ 2820560 h 6958335"/>
              <a:gd name="connsiteX431" fmla="*/ 4725782 w 5896576"/>
              <a:gd name="connsiteY431" fmla="*/ 2829502 h 6958335"/>
              <a:gd name="connsiteX432" fmla="*/ 4761116 w 5896576"/>
              <a:gd name="connsiteY432" fmla="*/ 2794169 h 6958335"/>
              <a:gd name="connsiteX433" fmla="*/ 4743226 w 5896576"/>
              <a:gd name="connsiteY433" fmla="*/ 2776279 h 6958335"/>
              <a:gd name="connsiteX434" fmla="*/ 4707456 w 5896576"/>
              <a:gd name="connsiteY434" fmla="*/ 2740509 h 6958335"/>
              <a:gd name="connsiteX435" fmla="*/ 4686403 w 5896576"/>
              <a:gd name="connsiteY435" fmla="*/ 2761562 h 6958335"/>
              <a:gd name="connsiteX436" fmla="*/ 4684547 w 5896576"/>
              <a:gd name="connsiteY436" fmla="*/ 2764806 h 6958335"/>
              <a:gd name="connsiteX437" fmla="*/ 4681768 w 5896576"/>
              <a:gd name="connsiteY437" fmla="*/ 2766198 h 6958335"/>
              <a:gd name="connsiteX438" fmla="*/ 4656661 w 5896576"/>
              <a:gd name="connsiteY438" fmla="*/ 2791305 h 6958335"/>
              <a:gd name="connsiteX439" fmla="*/ 4650015 w 5896576"/>
              <a:gd name="connsiteY439" fmla="*/ 2797951 h 6958335"/>
              <a:gd name="connsiteX440" fmla="*/ 4649317 w 5896576"/>
              <a:gd name="connsiteY440" fmla="*/ 2800036 h 6958335"/>
              <a:gd name="connsiteX441" fmla="*/ 4631703 w 5896576"/>
              <a:gd name="connsiteY441" fmla="*/ 2817650 h 6958335"/>
              <a:gd name="connsiteX442" fmla="*/ 4631699 w 5896576"/>
              <a:gd name="connsiteY442" fmla="*/ 2832071 h 6958335"/>
              <a:gd name="connsiteX443" fmla="*/ 4636915 w 5896576"/>
              <a:gd name="connsiteY443" fmla="*/ 2833407 h 6958335"/>
              <a:gd name="connsiteX444" fmla="*/ 4654889 w 5896576"/>
              <a:gd name="connsiteY444" fmla="*/ 2864626 h 6958335"/>
              <a:gd name="connsiteX445" fmla="*/ 4630513 w 5896576"/>
              <a:gd name="connsiteY445" fmla="*/ 2875588 h 6958335"/>
              <a:gd name="connsiteX446" fmla="*/ 4629904 w 5896576"/>
              <a:gd name="connsiteY446" fmla="*/ 2876938 h 6958335"/>
              <a:gd name="connsiteX447" fmla="*/ 4649288 w 5896576"/>
              <a:gd name="connsiteY447" fmla="*/ 2870470 h 6958335"/>
              <a:gd name="connsiteX448" fmla="*/ 4644883 w 5896576"/>
              <a:gd name="connsiteY448" fmla="*/ 2888074 h 6958335"/>
              <a:gd name="connsiteX449" fmla="*/ 4623150 w 5896576"/>
              <a:gd name="connsiteY449" fmla="*/ 2900498 h 6958335"/>
              <a:gd name="connsiteX450" fmla="*/ 4635120 w 5896576"/>
              <a:gd name="connsiteY450" fmla="*/ 2902279 h 6958335"/>
              <a:gd name="connsiteX451" fmla="*/ 4637435 w 5896576"/>
              <a:gd name="connsiteY451" fmla="*/ 2917849 h 6958335"/>
              <a:gd name="connsiteX452" fmla="*/ 4655105 w 5896576"/>
              <a:gd name="connsiteY452" fmla="*/ 2900180 h 6958335"/>
              <a:gd name="connsiteX453" fmla="*/ 4690659 w 5896576"/>
              <a:gd name="connsiteY453" fmla="*/ 2900395 h 6958335"/>
              <a:gd name="connsiteX454" fmla="*/ 4654889 w 5896576"/>
              <a:gd name="connsiteY454" fmla="*/ 2864626 h 6958335"/>
              <a:gd name="connsiteX455" fmla="*/ 4654669 w 5896576"/>
              <a:gd name="connsiteY455" fmla="*/ 2829067 h 6958335"/>
              <a:gd name="connsiteX456" fmla="*/ 4707672 w 5896576"/>
              <a:gd name="connsiteY456" fmla="*/ 2776063 h 6958335"/>
              <a:gd name="connsiteX457" fmla="*/ 4707456 w 5896576"/>
              <a:gd name="connsiteY457" fmla="*/ 2740509 h 6958335"/>
              <a:gd name="connsiteX458" fmla="*/ 2624516 w 5896576"/>
              <a:gd name="connsiteY458" fmla="*/ 2642349 h 6958335"/>
              <a:gd name="connsiteX459" fmla="*/ 2624009 w 5896576"/>
              <a:gd name="connsiteY459" fmla="*/ 2645873 h 6958335"/>
              <a:gd name="connsiteX460" fmla="*/ 2606898 w 5896576"/>
              <a:gd name="connsiteY460" fmla="*/ 2659966 h 6958335"/>
              <a:gd name="connsiteX461" fmla="*/ 4902034 w 5896576"/>
              <a:gd name="connsiteY461" fmla="*/ 2581702 h 6958335"/>
              <a:gd name="connsiteX462" fmla="*/ 4919919 w 5896576"/>
              <a:gd name="connsiteY462" fmla="*/ 2599586 h 6958335"/>
              <a:gd name="connsiteX463" fmla="*/ 4937593 w 5896576"/>
              <a:gd name="connsiteY463" fmla="*/ 2581922 h 6958335"/>
              <a:gd name="connsiteX464" fmla="*/ 4902034 w 5896576"/>
              <a:gd name="connsiteY464" fmla="*/ 2581702 h 6958335"/>
              <a:gd name="connsiteX465" fmla="*/ 2730198 w 5896576"/>
              <a:gd name="connsiteY465" fmla="*/ 2536666 h 6958335"/>
              <a:gd name="connsiteX466" fmla="*/ 2718453 w 5896576"/>
              <a:gd name="connsiteY466" fmla="*/ 2551607 h 6958335"/>
              <a:gd name="connsiteX467" fmla="*/ 2712586 w 5896576"/>
              <a:gd name="connsiteY467" fmla="*/ 2554279 h 6958335"/>
              <a:gd name="connsiteX468" fmla="*/ 2730198 w 5896576"/>
              <a:gd name="connsiteY468" fmla="*/ 2536666 h 6958335"/>
              <a:gd name="connsiteX469" fmla="*/ 4890055 w 5896576"/>
              <a:gd name="connsiteY469" fmla="*/ 2520895 h 6958335"/>
              <a:gd name="connsiteX470" fmla="*/ 4884219 w 5896576"/>
              <a:gd name="connsiteY470" fmla="*/ 2523552 h 6958335"/>
              <a:gd name="connsiteX471" fmla="*/ 4883934 w 5896576"/>
              <a:gd name="connsiteY471" fmla="*/ 2528263 h 6958335"/>
              <a:gd name="connsiteX472" fmla="*/ 2800643 w 5896576"/>
              <a:gd name="connsiteY472" fmla="*/ 2501420 h 6958335"/>
              <a:gd name="connsiteX473" fmla="*/ 2800642 w 5896576"/>
              <a:gd name="connsiteY473" fmla="*/ 2501421 h 6958335"/>
              <a:gd name="connsiteX474" fmla="*/ 2800642 w 5896576"/>
              <a:gd name="connsiteY474" fmla="*/ 2501421 h 6958335"/>
              <a:gd name="connsiteX475" fmla="*/ 3821879 w 5896576"/>
              <a:gd name="connsiteY475" fmla="*/ 2501027 h 6958335"/>
              <a:gd name="connsiteX476" fmla="*/ 3786648 w 5896576"/>
              <a:gd name="connsiteY476" fmla="*/ 2536258 h 6958335"/>
              <a:gd name="connsiteX477" fmla="*/ 3782191 w 5896576"/>
              <a:gd name="connsiteY477" fmla="*/ 2544671 h 6958335"/>
              <a:gd name="connsiteX478" fmla="*/ 3789104 w 5896576"/>
              <a:gd name="connsiteY478" fmla="*/ 2538714 h 6958335"/>
              <a:gd name="connsiteX479" fmla="*/ 3786648 w 5896576"/>
              <a:gd name="connsiteY479" fmla="*/ 2536258 h 6958335"/>
              <a:gd name="connsiteX480" fmla="*/ 3789915 w 5896576"/>
              <a:gd name="connsiteY480" fmla="*/ 2538016 h 6958335"/>
              <a:gd name="connsiteX481" fmla="*/ 3823959 w 5896576"/>
              <a:gd name="connsiteY481" fmla="*/ 2508667 h 6958335"/>
              <a:gd name="connsiteX482" fmla="*/ 3859279 w 5896576"/>
              <a:gd name="connsiteY482" fmla="*/ 2483405 h 6958335"/>
              <a:gd name="connsiteX483" fmla="*/ 3857100 w 5896576"/>
              <a:gd name="connsiteY483" fmla="*/ 2483410 h 6958335"/>
              <a:gd name="connsiteX484" fmla="*/ 3853257 w 5896576"/>
              <a:gd name="connsiteY484" fmla="*/ 2483410 h 6958335"/>
              <a:gd name="connsiteX485" fmla="*/ 3852985 w 5896576"/>
              <a:gd name="connsiteY485" fmla="*/ 2483644 h 6958335"/>
              <a:gd name="connsiteX486" fmla="*/ 3853018 w 5896576"/>
              <a:gd name="connsiteY486" fmla="*/ 2483406 h 6958335"/>
              <a:gd name="connsiteX487" fmla="*/ 3839492 w 5896576"/>
              <a:gd name="connsiteY487" fmla="*/ 2483415 h 6958335"/>
              <a:gd name="connsiteX488" fmla="*/ 3833943 w 5896576"/>
              <a:gd name="connsiteY488" fmla="*/ 2500062 h 6958335"/>
              <a:gd name="connsiteX489" fmla="*/ 3852985 w 5896576"/>
              <a:gd name="connsiteY489" fmla="*/ 2483644 h 6958335"/>
              <a:gd name="connsiteX490" fmla="*/ 3852606 w 5896576"/>
              <a:gd name="connsiteY490" fmla="*/ 2486405 h 6958335"/>
              <a:gd name="connsiteX491" fmla="*/ 4895941 w 5896576"/>
              <a:gd name="connsiteY491" fmla="*/ 2483007 h 6958335"/>
              <a:gd name="connsiteX492" fmla="*/ 4892642 w 5896576"/>
              <a:gd name="connsiteY492" fmla="*/ 2486307 h 6958335"/>
              <a:gd name="connsiteX493" fmla="*/ 4885949 w 5896576"/>
              <a:gd name="connsiteY493" fmla="*/ 2494939 h 6958335"/>
              <a:gd name="connsiteX494" fmla="*/ 4884538 w 5896576"/>
              <a:gd name="connsiteY494" fmla="*/ 2518228 h 6958335"/>
              <a:gd name="connsiteX495" fmla="*/ 4891531 w 5896576"/>
              <a:gd name="connsiteY495" fmla="*/ 2518219 h 6958335"/>
              <a:gd name="connsiteX496" fmla="*/ 4892276 w 5896576"/>
              <a:gd name="connsiteY496" fmla="*/ 2518224 h 6958335"/>
              <a:gd name="connsiteX497" fmla="*/ 4905994 w 5896576"/>
              <a:gd name="connsiteY497" fmla="*/ 2501731 h 6958335"/>
              <a:gd name="connsiteX498" fmla="*/ 4904181 w 5896576"/>
              <a:gd name="connsiteY498" fmla="*/ 2491246 h 6958335"/>
              <a:gd name="connsiteX499" fmla="*/ 3910136 w 5896576"/>
              <a:gd name="connsiteY499" fmla="*/ 2428874 h 6958335"/>
              <a:gd name="connsiteX500" fmla="*/ 3896737 w 5896576"/>
              <a:gd name="connsiteY500" fmla="*/ 2434972 h 6958335"/>
              <a:gd name="connsiteX501" fmla="*/ 3890639 w 5896576"/>
              <a:gd name="connsiteY501" fmla="*/ 2448371 h 6958335"/>
              <a:gd name="connsiteX502" fmla="*/ 3945170 w 5896576"/>
              <a:gd name="connsiteY502" fmla="*/ 2406411 h 6958335"/>
              <a:gd name="connsiteX503" fmla="*/ 3945170 w 5896576"/>
              <a:gd name="connsiteY503" fmla="*/ 2407094 h 6958335"/>
              <a:gd name="connsiteX504" fmla="*/ 3945451 w 5896576"/>
              <a:gd name="connsiteY504" fmla="*/ 2406982 h 6958335"/>
              <a:gd name="connsiteX505" fmla="*/ 3963829 w 5896576"/>
              <a:gd name="connsiteY505" fmla="*/ 2359078 h 6958335"/>
              <a:gd name="connsiteX506" fmla="*/ 3962793 w 5896576"/>
              <a:gd name="connsiteY506" fmla="*/ 2360114 h 6958335"/>
              <a:gd name="connsiteX507" fmla="*/ 3945179 w 5896576"/>
              <a:gd name="connsiteY507" fmla="*/ 2377727 h 6958335"/>
              <a:gd name="connsiteX508" fmla="*/ 3945184 w 5896576"/>
              <a:gd name="connsiteY508" fmla="*/ 2380310 h 6958335"/>
              <a:gd name="connsiteX509" fmla="*/ 3958621 w 5896576"/>
              <a:gd name="connsiteY509" fmla="*/ 2380389 h 6958335"/>
              <a:gd name="connsiteX510" fmla="*/ 5220512 w 5896576"/>
              <a:gd name="connsiteY510" fmla="*/ 2334772 h 6958335"/>
              <a:gd name="connsiteX511" fmla="*/ 5202843 w 5896576"/>
              <a:gd name="connsiteY511" fmla="*/ 2352442 h 6958335"/>
              <a:gd name="connsiteX512" fmla="*/ 5220512 w 5896576"/>
              <a:gd name="connsiteY512" fmla="*/ 2334772 h 6958335"/>
              <a:gd name="connsiteX513" fmla="*/ 4029256 w 5896576"/>
              <a:gd name="connsiteY513" fmla="*/ 2302724 h 6958335"/>
              <a:gd name="connsiteX514" fmla="*/ 4015636 w 5896576"/>
              <a:gd name="connsiteY514" fmla="*/ 2307270 h 6958335"/>
              <a:gd name="connsiteX515" fmla="*/ 3998023 w 5896576"/>
              <a:gd name="connsiteY515" fmla="*/ 2324883 h 6958335"/>
              <a:gd name="connsiteX516" fmla="*/ 3992076 w 5896576"/>
              <a:gd name="connsiteY516" fmla="*/ 2330830 h 6958335"/>
              <a:gd name="connsiteX517" fmla="*/ 4022141 w 5896576"/>
              <a:gd name="connsiteY517" fmla="*/ 2313776 h 6958335"/>
              <a:gd name="connsiteX518" fmla="*/ 4015636 w 5896576"/>
              <a:gd name="connsiteY518" fmla="*/ 2307270 h 6958335"/>
              <a:gd name="connsiteX519" fmla="*/ 4026181 w 5896576"/>
              <a:gd name="connsiteY519" fmla="*/ 2311488 h 6958335"/>
              <a:gd name="connsiteX520" fmla="*/ 4029294 w 5896576"/>
              <a:gd name="connsiteY520" fmla="*/ 2309716 h 6958335"/>
              <a:gd name="connsiteX521" fmla="*/ 5148968 w 5896576"/>
              <a:gd name="connsiteY521" fmla="*/ 2263228 h 6958335"/>
              <a:gd name="connsiteX522" fmla="*/ 5144120 w 5896576"/>
              <a:gd name="connsiteY522" fmla="*/ 2288197 h 6958335"/>
              <a:gd name="connsiteX523" fmla="*/ 5149184 w 5896576"/>
              <a:gd name="connsiteY523" fmla="*/ 2298782 h 6958335"/>
              <a:gd name="connsiteX524" fmla="*/ 5131514 w 5896576"/>
              <a:gd name="connsiteY524" fmla="*/ 2316451 h 6958335"/>
              <a:gd name="connsiteX525" fmla="*/ 5149184 w 5896576"/>
              <a:gd name="connsiteY525" fmla="*/ 2298782 h 6958335"/>
              <a:gd name="connsiteX526" fmla="*/ 5149184 w 5896576"/>
              <a:gd name="connsiteY526" fmla="*/ 2298782 h 6958335"/>
              <a:gd name="connsiteX527" fmla="*/ 5155810 w 5896576"/>
              <a:gd name="connsiteY527" fmla="*/ 2292156 h 6958335"/>
              <a:gd name="connsiteX528" fmla="*/ 5166853 w 5896576"/>
              <a:gd name="connsiteY528" fmla="*/ 2281113 h 6958335"/>
              <a:gd name="connsiteX529" fmla="*/ 5148968 w 5896576"/>
              <a:gd name="connsiteY529" fmla="*/ 2263228 h 6958335"/>
              <a:gd name="connsiteX530" fmla="*/ 4064192 w 5896576"/>
              <a:gd name="connsiteY530" fmla="*/ 2257290 h 6958335"/>
              <a:gd name="connsiteX531" fmla="*/ 4042060 w 5896576"/>
              <a:gd name="connsiteY531" fmla="*/ 2272044 h 6958335"/>
              <a:gd name="connsiteX532" fmla="*/ 4053196 w 5896576"/>
              <a:gd name="connsiteY532" fmla="*/ 2279468 h 6958335"/>
              <a:gd name="connsiteX533" fmla="*/ 4054888 w 5896576"/>
              <a:gd name="connsiteY533" fmla="*/ 2276060 h 6958335"/>
              <a:gd name="connsiteX534" fmla="*/ 4050867 w 5896576"/>
              <a:gd name="connsiteY534" fmla="*/ 2272039 h 6958335"/>
              <a:gd name="connsiteX535" fmla="*/ 4062781 w 5896576"/>
              <a:gd name="connsiteY535" fmla="*/ 2260125 h 6958335"/>
              <a:gd name="connsiteX536" fmla="*/ 4078969 w 5896576"/>
              <a:gd name="connsiteY536" fmla="*/ 2227458 h 6958335"/>
              <a:gd name="connsiteX537" fmla="*/ 4052831 w 5896576"/>
              <a:gd name="connsiteY537" fmla="*/ 2236181 h 6958335"/>
              <a:gd name="connsiteX538" fmla="*/ 4051659 w 5896576"/>
              <a:gd name="connsiteY538" fmla="*/ 2237184 h 6958335"/>
              <a:gd name="connsiteX539" fmla="*/ 4070017 w 5896576"/>
              <a:gd name="connsiteY539" fmla="*/ 2245521 h 6958335"/>
              <a:gd name="connsiteX540" fmla="*/ 4101649 w 5896576"/>
              <a:gd name="connsiteY540" fmla="*/ 2201592 h 6958335"/>
              <a:gd name="connsiteX541" fmla="*/ 4093151 w 5896576"/>
              <a:gd name="connsiteY541" fmla="*/ 2201597 h 6958335"/>
              <a:gd name="connsiteX542" fmla="*/ 4089355 w 5896576"/>
              <a:gd name="connsiteY542" fmla="*/ 2204849 h 6958335"/>
              <a:gd name="connsiteX543" fmla="*/ 4093873 w 5896576"/>
              <a:gd name="connsiteY543" fmla="*/ 2209367 h 6958335"/>
              <a:gd name="connsiteX544" fmla="*/ 4112274 w 5896576"/>
              <a:gd name="connsiteY544" fmla="*/ 2185202 h 6958335"/>
              <a:gd name="connsiteX545" fmla="*/ 4108327 w 5896576"/>
              <a:gd name="connsiteY545" fmla="*/ 2188586 h 6958335"/>
              <a:gd name="connsiteX546" fmla="*/ 4111491 w 5896576"/>
              <a:gd name="connsiteY546" fmla="*/ 2191750 h 6958335"/>
              <a:gd name="connsiteX547" fmla="*/ 4117317 w 5896576"/>
              <a:gd name="connsiteY547" fmla="*/ 2185924 h 6958335"/>
              <a:gd name="connsiteX548" fmla="*/ 3188142 w 5896576"/>
              <a:gd name="connsiteY548" fmla="*/ 2149118 h 6958335"/>
              <a:gd name="connsiteX549" fmla="*/ 3170525 w 5896576"/>
              <a:gd name="connsiteY549" fmla="*/ 2166736 h 6958335"/>
              <a:gd name="connsiteX550" fmla="*/ 3188142 w 5896576"/>
              <a:gd name="connsiteY550" fmla="*/ 2149118 h 6958335"/>
              <a:gd name="connsiteX551" fmla="*/ 3170557 w 5896576"/>
              <a:gd name="connsiteY551" fmla="*/ 2096307 h 6958335"/>
              <a:gd name="connsiteX552" fmla="*/ 3170543 w 5896576"/>
              <a:gd name="connsiteY552" fmla="*/ 2131519 h 6958335"/>
              <a:gd name="connsiteX553" fmla="*/ 3152944 w 5896576"/>
              <a:gd name="connsiteY553" fmla="*/ 2113920 h 6958335"/>
              <a:gd name="connsiteX554" fmla="*/ 3170557 w 5896576"/>
              <a:gd name="connsiteY554" fmla="*/ 2096307 h 6958335"/>
              <a:gd name="connsiteX555" fmla="*/ 4227026 w 5896576"/>
              <a:gd name="connsiteY555" fmla="*/ 2060683 h 6958335"/>
              <a:gd name="connsiteX556" fmla="*/ 4209408 w 5896576"/>
              <a:gd name="connsiteY556" fmla="*/ 2078300 h 6958335"/>
              <a:gd name="connsiteX557" fmla="*/ 4167817 w 5896576"/>
              <a:gd name="connsiteY557" fmla="*/ 2124259 h 6958335"/>
              <a:gd name="connsiteX558" fmla="*/ 4188106 w 5896576"/>
              <a:gd name="connsiteY558" fmla="*/ 2115134 h 6958335"/>
              <a:gd name="connsiteX559" fmla="*/ 4223440 w 5896576"/>
              <a:gd name="connsiteY559" fmla="*/ 2079800 h 6958335"/>
              <a:gd name="connsiteX560" fmla="*/ 4230901 w 5896576"/>
              <a:gd name="connsiteY560" fmla="*/ 2072339 h 6958335"/>
              <a:gd name="connsiteX561" fmla="*/ 5443115 w 5896576"/>
              <a:gd name="connsiteY561" fmla="*/ 2004851 h 6958335"/>
              <a:gd name="connsiteX562" fmla="*/ 5431888 w 5896576"/>
              <a:gd name="connsiteY562" fmla="*/ 2016079 h 6958335"/>
              <a:gd name="connsiteX563" fmla="*/ 5419740 w 5896576"/>
              <a:gd name="connsiteY563" fmla="*/ 2028226 h 6958335"/>
              <a:gd name="connsiteX564" fmla="*/ 5425261 w 5896576"/>
              <a:gd name="connsiteY564" fmla="*/ 2022705 h 6958335"/>
              <a:gd name="connsiteX565" fmla="*/ 5449557 w 5896576"/>
              <a:gd name="connsiteY565" fmla="*/ 1998409 h 6958335"/>
              <a:gd name="connsiteX566" fmla="*/ 5443115 w 5896576"/>
              <a:gd name="connsiteY566" fmla="*/ 2004851 h 6958335"/>
              <a:gd name="connsiteX567" fmla="*/ 5444035 w 5896576"/>
              <a:gd name="connsiteY567" fmla="*/ 2003931 h 6958335"/>
              <a:gd name="connsiteX568" fmla="*/ 5449557 w 5896576"/>
              <a:gd name="connsiteY568" fmla="*/ 1998409 h 6958335"/>
              <a:gd name="connsiteX569" fmla="*/ 5360559 w 5896576"/>
              <a:gd name="connsiteY569" fmla="*/ 1980088 h 6958335"/>
              <a:gd name="connsiteX570" fmla="*/ 5340767 w 5896576"/>
              <a:gd name="connsiteY570" fmla="*/ 2013295 h 6958335"/>
              <a:gd name="connsiteX571" fmla="*/ 5315242 w 5896576"/>
              <a:gd name="connsiteY571" fmla="*/ 2028508 h 6958335"/>
              <a:gd name="connsiteX572" fmla="*/ 5312172 w 5896576"/>
              <a:gd name="connsiteY572" fmla="*/ 2031578 h 6958335"/>
              <a:gd name="connsiteX573" fmla="*/ 5347473 w 5896576"/>
              <a:gd name="connsiteY573" fmla="*/ 2020001 h 6958335"/>
              <a:gd name="connsiteX574" fmla="*/ 5360559 w 5896576"/>
              <a:gd name="connsiteY574" fmla="*/ 1980088 h 6958335"/>
              <a:gd name="connsiteX575" fmla="*/ 5578093 w 5896576"/>
              <a:gd name="connsiteY575" fmla="*/ 1941418 h 6958335"/>
              <a:gd name="connsiteX576" fmla="*/ 5573673 w 5896576"/>
              <a:gd name="connsiteY576" fmla="*/ 1945833 h 6958335"/>
              <a:gd name="connsiteX577" fmla="*/ 5575992 w 5896576"/>
              <a:gd name="connsiteY577" fmla="*/ 1942053 h 6958335"/>
              <a:gd name="connsiteX578" fmla="*/ 3417125 w 5896576"/>
              <a:gd name="connsiteY578" fmla="*/ 1920135 h 6958335"/>
              <a:gd name="connsiteX579" fmla="*/ 3399513 w 5896576"/>
              <a:gd name="connsiteY579" fmla="*/ 1937748 h 6958335"/>
              <a:gd name="connsiteX580" fmla="*/ 3364300 w 5896576"/>
              <a:gd name="connsiteY580" fmla="*/ 1937762 h 6958335"/>
              <a:gd name="connsiteX581" fmla="*/ 3417125 w 5896576"/>
              <a:gd name="connsiteY581" fmla="*/ 1920135 h 6958335"/>
              <a:gd name="connsiteX582" fmla="*/ 5607690 w 5896576"/>
              <a:gd name="connsiteY582" fmla="*/ 1917328 h 6958335"/>
              <a:gd name="connsiteX583" fmla="*/ 5626901 w 5896576"/>
              <a:gd name="connsiteY583" fmla="*/ 1928384 h 6958335"/>
              <a:gd name="connsiteX584" fmla="*/ 5604700 w 5896576"/>
              <a:gd name="connsiteY584" fmla="*/ 1932691 h 6958335"/>
              <a:gd name="connsiteX585" fmla="*/ 5609011 w 5896576"/>
              <a:gd name="connsiteY585" fmla="*/ 1910494 h 6958335"/>
              <a:gd name="connsiteX586" fmla="*/ 5607690 w 5896576"/>
              <a:gd name="connsiteY586" fmla="*/ 1917328 h 6958335"/>
              <a:gd name="connsiteX587" fmla="*/ 5601611 w 5896576"/>
              <a:gd name="connsiteY587" fmla="*/ 1913826 h 6958335"/>
              <a:gd name="connsiteX588" fmla="*/ 5537903 w 5896576"/>
              <a:gd name="connsiteY588" fmla="*/ 1910063 h 6958335"/>
              <a:gd name="connsiteX589" fmla="*/ 5520234 w 5896576"/>
              <a:gd name="connsiteY589" fmla="*/ 1927732 h 6958335"/>
              <a:gd name="connsiteX590" fmla="*/ 5534299 w 5896576"/>
              <a:gd name="connsiteY590" fmla="*/ 1911727 h 6958335"/>
              <a:gd name="connsiteX591" fmla="*/ 4684576 w 5896576"/>
              <a:gd name="connsiteY591" fmla="*/ 1904851 h 6958335"/>
              <a:gd name="connsiteX592" fmla="*/ 4666906 w 5896576"/>
              <a:gd name="connsiteY592" fmla="*/ 1922521 h 6958335"/>
              <a:gd name="connsiteX593" fmla="*/ 4525557 w 5896576"/>
              <a:gd name="connsiteY593" fmla="*/ 2063870 h 6958335"/>
              <a:gd name="connsiteX594" fmla="*/ 4490219 w 5896576"/>
              <a:gd name="connsiteY594" fmla="*/ 2099208 h 6958335"/>
              <a:gd name="connsiteX595" fmla="*/ 4490218 w 5896576"/>
              <a:gd name="connsiteY595" fmla="*/ 2099208 h 6958335"/>
              <a:gd name="connsiteX596" fmla="*/ 4490218 w 5896576"/>
              <a:gd name="connsiteY596" fmla="*/ 2099209 h 6958335"/>
              <a:gd name="connsiteX597" fmla="*/ 4454880 w 5896576"/>
              <a:gd name="connsiteY597" fmla="*/ 2134547 h 6958335"/>
              <a:gd name="connsiteX598" fmla="*/ 4508103 w 5896576"/>
              <a:gd name="connsiteY598" fmla="*/ 2117093 h 6958335"/>
              <a:gd name="connsiteX599" fmla="*/ 4499161 w 5896576"/>
              <a:gd name="connsiteY599" fmla="*/ 2108151 h 6958335"/>
              <a:gd name="connsiteX600" fmla="*/ 4490218 w 5896576"/>
              <a:gd name="connsiteY600" fmla="*/ 2099209 h 6958335"/>
              <a:gd name="connsiteX601" fmla="*/ 4490219 w 5896576"/>
              <a:gd name="connsiteY601" fmla="*/ 2099208 h 6958335"/>
              <a:gd name="connsiteX602" fmla="*/ 4521221 w 5896576"/>
              <a:gd name="connsiteY602" fmla="*/ 2081619 h 6958335"/>
              <a:gd name="connsiteX603" fmla="*/ 4525557 w 5896576"/>
              <a:gd name="connsiteY603" fmla="*/ 2063870 h 6958335"/>
              <a:gd name="connsiteX604" fmla="*/ 4558875 w 5896576"/>
              <a:gd name="connsiteY604" fmla="*/ 2061850 h 6958335"/>
              <a:gd name="connsiteX605" fmla="*/ 4578780 w 5896576"/>
              <a:gd name="connsiteY605" fmla="*/ 2046416 h 6958335"/>
              <a:gd name="connsiteX606" fmla="*/ 4684576 w 5896576"/>
              <a:gd name="connsiteY606" fmla="*/ 1904851 h 6958335"/>
              <a:gd name="connsiteX607" fmla="*/ 5626686 w 5896576"/>
              <a:gd name="connsiteY607" fmla="*/ 1892829 h 6958335"/>
              <a:gd name="connsiteX608" fmla="*/ 5609011 w 5896576"/>
              <a:gd name="connsiteY608" fmla="*/ 1910494 h 6958335"/>
              <a:gd name="connsiteX609" fmla="*/ 4438377 w 5896576"/>
              <a:gd name="connsiteY609" fmla="*/ 1884529 h 6958335"/>
              <a:gd name="connsiteX610" fmla="*/ 4367883 w 5896576"/>
              <a:gd name="connsiteY610" fmla="*/ 1955023 h 6958335"/>
              <a:gd name="connsiteX611" fmla="*/ 4384887 w 5896576"/>
              <a:gd name="connsiteY611" fmla="*/ 1954123 h 6958335"/>
              <a:gd name="connsiteX612" fmla="*/ 4412117 w 5896576"/>
              <a:gd name="connsiteY612" fmla="*/ 1945987 h 6958335"/>
              <a:gd name="connsiteX613" fmla="*/ 4424031 w 5896576"/>
              <a:gd name="connsiteY613" fmla="*/ 1942435 h 6958335"/>
              <a:gd name="connsiteX614" fmla="*/ 4436156 w 5896576"/>
              <a:gd name="connsiteY614" fmla="*/ 1935147 h 6958335"/>
              <a:gd name="connsiteX615" fmla="*/ 4438949 w 5896576"/>
              <a:gd name="connsiteY615" fmla="*/ 1930498 h 6958335"/>
              <a:gd name="connsiteX616" fmla="*/ 4451041 w 5896576"/>
              <a:gd name="connsiteY616" fmla="*/ 1897193 h 6958335"/>
              <a:gd name="connsiteX617" fmla="*/ 5466575 w 5896576"/>
              <a:gd name="connsiteY617" fmla="*/ 1874073 h 6958335"/>
              <a:gd name="connsiteX618" fmla="*/ 5484460 w 5896576"/>
              <a:gd name="connsiteY618" fmla="*/ 1891957 h 6958335"/>
              <a:gd name="connsiteX619" fmla="*/ 5466790 w 5896576"/>
              <a:gd name="connsiteY619" fmla="*/ 1909627 h 6958335"/>
              <a:gd name="connsiteX620" fmla="*/ 5466575 w 5896576"/>
              <a:gd name="connsiteY620" fmla="*/ 1874073 h 6958335"/>
              <a:gd name="connsiteX621" fmla="*/ 4508834 w 5896576"/>
              <a:gd name="connsiteY621" fmla="*/ 1814072 h 6958335"/>
              <a:gd name="connsiteX622" fmla="*/ 4489013 w 5896576"/>
              <a:gd name="connsiteY622" fmla="*/ 1851497 h 6958335"/>
              <a:gd name="connsiteX623" fmla="*/ 4463681 w 5896576"/>
              <a:gd name="connsiteY623" fmla="*/ 1890327 h 6958335"/>
              <a:gd name="connsiteX624" fmla="*/ 4485845 w 5896576"/>
              <a:gd name="connsiteY624" fmla="*/ 1878895 h 6958335"/>
              <a:gd name="connsiteX625" fmla="*/ 4495608 w 5896576"/>
              <a:gd name="connsiteY625" fmla="*/ 1871298 h 6958335"/>
              <a:gd name="connsiteX626" fmla="*/ 4508834 w 5896576"/>
              <a:gd name="connsiteY626" fmla="*/ 1814072 h 6958335"/>
              <a:gd name="connsiteX627" fmla="*/ 3514011 w 5896576"/>
              <a:gd name="connsiteY627" fmla="*/ 1810051 h 6958335"/>
              <a:gd name="connsiteX628" fmla="*/ 3513036 w 5896576"/>
              <a:gd name="connsiteY628" fmla="*/ 1812498 h 6958335"/>
              <a:gd name="connsiteX629" fmla="*/ 3500809 w 5896576"/>
              <a:gd name="connsiteY629" fmla="*/ 1810055 h 6958335"/>
              <a:gd name="connsiteX630" fmla="*/ 3505196 w 5896576"/>
              <a:gd name="connsiteY630" fmla="*/ 1832065 h 6958335"/>
              <a:gd name="connsiteX631" fmla="*/ 3513036 w 5896576"/>
              <a:gd name="connsiteY631" fmla="*/ 1812498 h 6958335"/>
              <a:gd name="connsiteX632" fmla="*/ 3522813 w 5896576"/>
              <a:gd name="connsiteY632" fmla="*/ 1814447 h 6958335"/>
              <a:gd name="connsiteX633" fmla="*/ 3514011 w 5896576"/>
              <a:gd name="connsiteY633" fmla="*/ 1810051 h 6958335"/>
              <a:gd name="connsiteX634" fmla="*/ 3462565 w 5896576"/>
              <a:gd name="connsiteY634" fmla="*/ 1809799 h 6958335"/>
              <a:gd name="connsiteX635" fmla="*/ 3467789 w 5896576"/>
              <a:gd name="connsiteY635" fmla="*/ 1816675 h 6958335"/>
              <a:gd name="connsiteX636" fmla="*/ 3468127 w 5896576"/>
              <a:gd name="connsiteY636" fmla="*/ 1818468 h 6958335"/>
              <a:gd name="connsiteX637" fmla="*/ 3467788 w 5896576"/>
              <a:gd name="connsiteY637" fmla="*/ 1818875 h 6958335"/>
              <a:gd name="connsiteX638" fmla="*/ 3469983 w 5896576"/>
              <a:gd name="connsiteY638" fmla="*/ 1832079 h 6958335"/>
              <a:gd name="connsiteX639" fmla="*/ 3381927 w 5896576"/>
              <a:gd name="connsiteY639" fmla="*/ 1884937 h 6958335"/>
              <a:gd name="connsiteX640" fmla="*/ 3399546 w 5896576"/>
              <a:gd name="connsiteY640" fmla="*/ 1867319 h 6958335"/>
              <a:gd name="connsiteX641" fmla="*/ 3434772 w 5896576"/>
              <a:gd name="connsiteY641" fmla="*/ 1832093 h 6958335"/>
              <a:gd name="connsiteX642" fmla="*/ 3452384 w 5896576"/>
              <a:gd name="connsiteY642" fmla="*/ 1814480 h 6958335"/>
              <a:gd name="connsiteX643" fmla="*/ 3462565 w 5896576"/>
              <a:gd name="connsiteY643" fmla="*/ 1809799 h 6958335"/>
              <a:gd name="connsiteX644" fmla="*/ 4648248 w 5896576"/>
              <a:gd name="connsiteY644" fmla="*/ 1778406 h 6958335"/>
              <a:gd name="connsiteX645" fmla="*/ 4582304 w 5896576"/>
              <a:gd name="connsiteY645" fmla="*/ 1837919 h 6958335"/>
              <a:gd name="connsiteX646" fmla="*/ 4595357 w 5896576"/>
              <a:gd name="connsiteY646" fmla="*/ 1850972 h 6958335"/>
              <a:gd name="connsiteX647" fmla="*/ 4648365 w 5896576"/>
              <a:gd name="connsiteY647" fmla="*/ 1797964 h 6958335"/>
              <a:gd name="connsiteX648" fmla="*/ 4672254 w 5896576"/>
              <a:gd name="connsiteY648" fmla="*/ 1755394 h 6958335"/>
              <a:gd name="connsiteX649" fmla="*/ 4667323 w 5896576"/>
              <a:gd name="connsiteY649" fmla="*/ 1761186 h 6958335"/>
              <a:gd name="connsiteX650" fmla="*/ 4656600 w 5896576"/>
              <a:gd name="connsiteY650" fmla="*/ 1770860 h 6958335"/>
              <a:gd name="connsiteX651" fmla="*/ 4666039 w 5896576"/>
              <a:gd name="connsiteY651" fmla="*/ 1780299 h 6958335"/>
              <a:gd name="connsiteX652" fmla="*/ 4672554 w 5896576"/>
              <a:gd name="connsiteY652" fmla="*/ 1755890 h 6958335"/>
              <a:gd name="connsiteX653" fmla="*/ 3628487 w 5896576"/>
              <a:gd name="connsiteY653" fmla="*/ 1743981 h 6958335"/>
              <a:gd name="connsiteX654" fmla="*/ 3610874 w 5896576"/>
              <a:gd name="connsiteY654" fmla="*/ 1761594 h 6958335"/>
              <a:gd name="connsiteX655" fmla="*/ 3628487 w 5896576"/>
              <a:gd name="connsiteY655" fmla="*/ 1743981 h 6958335"/>
              <a:gd name="connsiteX656" fmla="*/ 4593422 w 5896576"/>
              <a:gd name="connsiteY656" fmla="*/ 1739421 h 6958335"/>
              <a:gd name="connsiteX657" fmla="*/ 4558463 w 5896576"/>
              <a:gd name="connsiteY657" fmla="*/ 1768493 h 6958335"/>
              <a:gd name="connsiteX658" fmla="*/ 4555069 w 5896576"/>
              <a:gd name="connsiteY658" fmla="*/ 1772233 h 6958335"/>
              <a:gd name="connsiteX659" fmla="*/ 4540568 w 5896576"/>
              <a:gd name="connsiteY659" fmla="*/ 1802332 h 6958335"/>
              <a:gd name="connsiteX660" fmla="*/ 4577036 w 5896576"/>
              <a:gd name="connsiteY660" fmla="*/ 1761974 h 6958335"/>
              <a:gd name="connsiteX661" fmla="*/ 4559484 w 5896576"/>
              <a:gd name="connsiteY661" fmla="*/ 1797420 h 6958335"/>
              <a:gd name="connsiteX662" fmla="*/ 4553973 w 5896576"/>
              <a:gd name="connsiteY662" fmla="*/ 1808537 h 6958335"/>
              <a:gd name="connsiteX663" fmla="*/ 4581475 w 5896576"/>
              <a:gd name="connsiteY663" fmla="*/ 1785431 h 6958335"/>
              <a:gd name="connsiteX664" fmla="*/ 5465487 w 5896576"/>
              <a:gd name="connsiteY664" fmla="*/ 1696293 h 6958335"/>
              <a:gd name="connsiteX665" fmla="*/ 5430149 w 5896576"/>
              <a:gd name="connsiteY665" fmla="*/ 1731631 h 6958335"/>
              <a:gd name="connsiteX666" fmla="*/ 5448038 w 5896576"/>
              <a:gd name="connsiteY666" fmla="*/ 1749521 h 6958335"/>
              <a:gd name="connsiteX667" fmla="*/ 5465487 w 5896576"/>
              <a:gd name="connsiteY667" fmla="*/ 1696293 h 6958335"/>
              <a:gd name="connsiteX668" fmla="*/ 3593298 w 5896576"/>
              <a:gd name="connsiteY668" fmla="*/ 1673566 h 6958335"/>
              <a:gd name="connsiteX669" fmla="*/ 3575685 w 5896576"/>
              <a:gd name="connsiteY669" fmla="*/ 1691179 h 6958335"/>
              <a:gd name="connsiteX670" fmla="*/ 3593298 w 5896576"/>
              <a:gd name="connsiteY670" fmla="*/ 1673566 h 6958335"/>
              <a:gd name="connsiteX671" fmla="*/ 4888964 w 5896576"/>
              <a:gd name="connsiteY671" fmla="*/ 1670272 h 6958335"/>
              <a:gd name="connsiteX672" fmla="*/ 4894287 w 5896576"/>
              <a:gd name="connsiteY672" fmla="*/ 1677246 h 6958335"/>
              <a:gd name="connsiteX673" fmla="*/ 4895716 w 5896576"/>
              <a:gd name="connsiteY673" fmla="*/ 1686868 h 6958335"/>
              <a:gd name="connsiteX674" fmla="*/ 4893303 w 5896576"/>
              <a:gd name="connsiteY674" fmla="*/ 1689515 h 6958335"/>
              <a:gd name="connsiteX675" fmla="*/ 4878717 w 5896576"/>
              <a:gd name="connsiteY675" fmla="*/ 1674930 h 6958335"/>
              <a:gd name="connsiteX676" fmla="*/ 4888964 w 5896576"/>
              <a:gd name="connsiteY676" fmla="*/ 1670272 h 6958335"/>
              <a:gd name="connsiteX677" fmla="*/ 4674513 w 5896576"/>
              <a:gd name="connsiteY677" fmla="*/ 1668745 h 6958335"/>
              <a:gd name="connsiteX678" fmla="*/ 4684964 w 5896576"/>
              <a:gd name="connsiteY678" fmla="*/ 1673140 h 6958335"/>
              <a:gd name="connsiteX679" fmla="*/ 4663827 w 5896576"/>
              <a:gd name="connsiteY679" fmla="*/ 1683713 h 6958335"/>
              <a:gd name="connsiteX680" fmla="*/ 4667356 w 5896576"/>
              <a:gd name="connsiteY680" fmla="*/ 1677550 h 6958335"/>
              <a:gd name="connsiteX681" fmla="*/ 4674513 w 5896576"/>
              <a:gd name="connsiteY681" fmla="*/ 1668745 h 6958335"/>
              <a:gd name="connsiteX682" fmla="*/ 4713952 w 5896576"/>
              <a:gd name="connsiteY682" fmla="*/ 1638809 h 6958335"/>
              <a:gd name="connsiteX683" fmla="*/ 4704785 w 5896576"/>
              <a:gd name="connsiteY683" fmla="*/ 1640121 h 6958335"/>
              <a:gd name="connsiteX684" fmla="*/ 4704091 w 5896576"/>
              <a:gd name="connsiteY684" fmla="*/ 1644968 h 6958335"/>
              <a:gd name="connsiteX685" fmla="*/ 4707124 w 5896576"/>
              <a:gd name="connsiteY685" fmla="*/ 1650980 h 6958335"/>
              <a:gd name="connsiteX686" fmla="*/ 4712218 w 5896576"/>
              <a:gd name="connsiteY686" fmla="*/ 1645886 h 6958335"/>
              <a:gd name="connsiteX687" fmla="*/ 5080498 w 5896576"/>
              <a:gd name="connsiteY687" fmla="*/ 1629623 h 6958335"/>
              <a:gd name="connsiteX688" fmla="*/ 5051468 w 5896576"/>
              <a:gd name="connsiteY688" fmla="*/ 1652129 h 6958335"/>
              <a:gd name="connsiteX689" fmla="*/ 5054730 w 5896576"/>
              <a:gd name="connsiteY689" fmla="*/ 1655391 h 6958335"/>
              <a:gd name="connsiteX690" fmla="*/ 4718386 w 5896576"/>
              <a:gd name="connsiteY690" fmla="*/ 1620624 h 6958335"/>
              <a:gd name="connsiteX691" fmla="*/ 4713184 w 5896576"/>
              <a:gd name="connsiteY691" fmla="*/ 1625826 h 6958335"/>
              <a:gd name="connsiteX692" fmla="*/ 4715799 w 5896576"/>
              <a:gd name="connsiteY692" fmla="*/ 1624711 h 6958335"/>
              <a:gd name="connsiteX693" fmla="*/ 4716718 w 5896576"/>
              <a:gd name="connsiteY693" fmla="*/ 1627476 h 6958335"/>
              <a:gd name="connsiteX694" fmla="*/ 4730886 w 5896576"/>
              <a:gd name="connsiteY694" fmla="*/ 1605866 h 6958335"/>
              <a:gd name="connsiteX695" fmla="*/ 4730844 w 5896576"/>
              <a:gd name="connsiteY695" fmla="*/ 1605917 h 6958335"/>
              <a:gd name="connsiteX696" fmla="*/ 4698833 w 5896576"/>
              <a:gd name="connsiteY696" fmla="*/ 1624074 h 6958335"/>
              <a:gd name="connsiteX697" fmla="*/ 4684978 w 5896576"/>
              <a:gd name="connsiteY697" fmla="*/ 1637928 h 6958335"/>
              <a:gd name="connsiteX698" fmla="*/ 4670590 w 5896576"/>
              <a:gd name="connsiteY698" fmla="*/ 1652316 h 6958335"/>
              <a:gd name="connsiteX699" fmla="*/ 4665383 w 5896576"/>
              <a:gd name="connsiteY699" fmla="*/ 1673627 h 6958335"/>
              <a:gd name="connsiteX700" fmla="*/ 4683052 w 5896576"/>
              <a:gd name="connsiteY700" fmla="*/ 1655958 h 6958335"/>
              <a:gd name="connsiteX701" fmla="*/ 4646762 w 5896576"/>
              <a:gd name="connsiteY701" fmla="*/ 1692257 h 6958335"/>
              <a:gd name="connsiteX702" fmla="*/ 4649743 w 5896576"/>
              <a:gd name="connsiteY702" fmla="*/ 1690767 h 6958335"/>
              <a:gd name="connsiteX703" fmla="*/ 4663827 w 5896576"/>
              <a:gd name="connsiteY703" fmla="*/ 1683713 h 6958335"/>
              <a:gd name="connsiteX704" fmla="*/ 4649733 w 5896576"/>
              <a:gd name="connsiteY704" fmla="*/ 1708371 h 6958335"/>
              <a:gd name="connsiteX705" fmla="*/ 4684964 w 5896576"/>
              <a:gd name="connsiteY705" fmla="*/ 1673140 h 6958335"/>
              <a:gd name="connsiteX706" fmla="*/ 4697305 w 5896576"/>
              <a:gd name="connsiteY706" fmla="*/ 1660799 h 6958335"/>
              <a:gd name="connsiteX707" fmla="*/ 4694127 w 5896576"/>
              <a:gd name="connsiteY707" fmla="*/ 1649364 h 6958335"/>
              <a:gd name="connsiteX708" fmla="*/ 4694980 w 5896576"/>
              <a:gd name="connsiteY708" fmla="*/ 1647929 h 6958335"/>
              <a:gd name="connsiteX709" fmla="*/ 4684978 w 5896576"/>
              <a:gd name="connsiteY709" fmla="*/ 1637928 h 6958335"/>
              <a:gd name="connsiteX710" fmla="*/ 4711736 w 5896576"/>
              <a:gd name="connsiteY710" fmla="*/ 1626450 h 6958335"/>
              <a:gd name="connsiteX711" fmla="*/ 4730844 w 5896576"/>
              <a:gd name="connsiteY711" fmla="*/ 1605917 h 6958335"/>
              <a:gd name="connsiteX712" fmla="*/ 4730876 w 5896576"/>
              <a:gd name="connsiteY712" fmla="*/ 1605894 h 6958335"/>
              <a:gd name="connsiteX713" fmla="*/ 4742261 w 5896576"/>
              <a:gd name="connsiteY713" fmla="*/ 1589522 h 6958335"/>
              <a:gd name="connsiteX714" fmla="*/ 4740227 w 5896576"/>
              <a:gd name="connsiteY714" fmla="*/ 1593928 h 6958335"/>
              <a:gd name="connsiteX715" fmla="*/ 4740630 w 5896576"/>
              <a:gd name="connsiteY715" fmla="*/ 1595390 h 6958335"/>
              <a:gd name="connsiteX716" fmla="*/ 4744243 w 5896576"/>
              <a:gd name="connsiteY716" fmla="*/ 1591505 h 6958335"/>
              <a:gd name="connsiteX717" fmla="*/ 3787013 w 5896576"/>
              <a:gd name="connsiteY717" fmla="*/ 1585454 h 6958335"/>
              <a:gd name="connsiteX718" fmla="*/ 3786999 w 5896576"/>
              <a:gd name="connsiteY718" fmla="*/ 1620666 h 6958335"/>
              <a:gd name="connsiteX719" fmla="*/ 3787013 w 5896576"/>
              <a:gd name="connsiteY719" fmla="*/ 1585454 h 6958335"/>
              <a:gd name="connsiteX720" fmla="*/ 5455809 w 5896576"/>
              <a:gd name="connsiteY720" fmla="*/ 1567354 h 6958335"/>
              <a:gd name="connsiteX721" fmla="*/ 5446946 w 5896576"/>
              <a:gd name="connsiteY721" fmla="*/ 1571746 h 6958335"/>
              <a:gd name="connsiteX722" fmla="*/ 5443328 w 5896576"/>
              <a:gd name="connsiteY722" fmla="*/ 1573376 h 6958335"/>
              <a:gd name="connsiteX723" fmla="*/ 5434976 w 5896576"/>
              <a:gd name="connsiteY723" fmla="*/ 1583716 h 6958335"/>
              <a:gd name="connsiteX724" fmla="*/ 5446946 w 5896576"/>
              <a:gd name="connsiteY724" fmla="*/ 1571746 h 6958335"/>
              <a:gd name="connsiteX725" fmla="*/ 5464836 w 5896576"/>
              <a:gd name="connsiteY725" fmla="*/ 1589635 h 6958335"/>
              <a:gd name="connsiteX726" fmla="*/ 5455809 w 5896576"/>
              <a:gd name="connsiteY726" fmla="*/ 1567354 h 6958335"/>
              <a:gd name="connsiteX727" fmla="*/ 5171291 w 5896576"/>
              <a:gd name="connsiteY727" fmla="*/ 1552281 h 6958335"/>
              <a:gd name="connsiteX728" fmla="*/ 5168315 w 5896576"/>
              <a:gd name="connsiteY728" fmla="*/ 1561200 h 6958335"/>
              <a:gd name="connsiteX729" fmla="*/ 5180178 w 5896576"/>
              <a:gd name="connsiteY729" fmla="*/ 1552337 h 6958335"/>
              <a:gd name="connsiteX730" fmla="*/ 5144619 w 5896576"/>
              <a:gd name="connsiteY730" fmla="*/ 1552117 h 6958335"/>
              <a:gd name="connsiteX731" fmla="*/ 5126954 w 5896576"/>
              <a:gd name="connsiteY731" fmla="*/ 1569791 h 6958335"/>
              <a:gd name="connsiteX732" fmla="*/ 5080775 w 5896576"/>
              <a:gd name="connsiteY732" fmla="*/ 1629346 h 6958335"/>
              <a:gd name="connsiteX733" fmla="*/ 5125187 w 5896576"/>
              <a:gd name="connsiteY733" fmla="*/ 1584934 h 6958335"/>
              <a:gd name="connsiteX734" fmla="*/ 5126607 w 5896576"/>
              <a:gd name="connsiteY734" fmla="*/ 1588482 h 6958335"/>
              <a:gd name="connsiteX735" fmla="*/ 5144619 w 5896576"/>
              <a:gd name="connsiteY735" fmla="*/ 1552117 h 6958335"/>
              <a:gd name="connsiteX736" fmla="*/ 5148152 w 5896576"/>
              <a:gd name="connsiteY736" fmla="*/ 1554779 h 6958335"/>
              <a:gd name="connsiteX737" fmla="*/ 5148959 w 5896576"/>
              <a:gd name="connsiteY737" fmla="*/ 1552145 h 6958335"/>
              <a:gd name="connsiteX738" fmla="*/ 3839857 w 5896576"/>
              <a:gd name="connsiteY738" fmla="*/ 1532610 h 6958335"/>
              <a:gd name="connsiteX739" fmla="*/ 3839843 w 5896576"/>
              <a:gd name="connsiteY739" fmla="*/ 1567822 h 6958335"/>
              <a:gd name="connsiteX740" fmla="*/ 3824438 w 5896576"/>
              <a:gd name="connsiteY740" fmla="*/ 1570030 h 6958335"/>
              <a:gd name="connsiteX741" fmla="*/ 3822230 w 5896576"/>
              <a:gd name="connsiteY741" fmla="*/ 1585436 h 6958335"/>
              <a:gd name="connsiteX742" fmla="*/ 3824438 w 5896576"/>
              <a:gd name="connsiteY742" fmla="*/ 1565634 h 6958335"/>
              <a:gd name="connsiteX743" fmla="*/ 3839857 w 5896576"/>
              <a:gd name="connsiteY743" fmla="*/ 1532610 h 6958335"/>
              <a:gd name="connsiteX744" fmla="*/ 5495581 w 5896576"/>
              <a:gd name="connsiteY744" fmla="*/ 1508637 h 6958335"/>
              <a:gd name="connsiteX745" fmla="*/ 5487492 w 5896576"/>
              <a:gd name="connsiteY745" fmla="*/ 1518658 h 6958335"/>
              <a:gd name="connsiteX746" fmla="*/ 5499959 w 5896576"/>
              <a:gd name="connsiteY746" fmla="*/ 1518733 h 6958335"/>
              <a:gd name="connsiteX747" fmla="*/ 5055405 w 5896576"/>
              <a:gd name="connsiteY747" fmla="*/ 1498242 h 6958335"/>
              <a:gd name="connsiteX748" fmla="*/ 4878717 w 5896576"/>
              <a:gd name="connsiteY748" fmla="*/ 1674930 h 6958335"/>
              <a:gd name="connsiteX749" fmla="*/ 4808040 w 5896576"/>
              <a:gd name="connsiteY749" fmla="*/ 1745607 h 6958335"/>
              <a:gd name="connsiteX750" fmla="*/ 4666686 w 5896576"/>
              <a:gd name="connsiteY750" fmla="*/ 1886962 h 6958335"/>
              <a:gd name="connsiteX751" fmla="*/ 4737583 w 5896576"/>
              <a:gd name="connsiteY751" fmla="*/ 1851843 h 6958335"/>
              <a:gd name="connsiteX752" fmla="*/ 4755253 w 5896576"/>
              <a:gd name="connsiteY752" fmla="*/ 1834174 h 6958335"/>
              <a:gd name="connsiteX753" fmla="*/ 4795062 w 5896576"/>
              <a:gd name="connsiteY753" fmla="*/ 1803307 h 6958335"/>
              <a:gd name="connsiteX754" fmla="*/ 4808040 w 5896576"/>
              <a:gd name="connsiteY754" fmla="*/ 1745607 h 6958335"/>
              <a:gd name="connsiteX755" fmla="*/ 4836948 w 5896576"/>
              <a:gd name="connsiteY755" fmla="*/ 1748007 h 6958335"/>
              <a:gd name="connsiteX756" fmla="*/ 4825930 w 5896576"/>
              <a:gd name="connsiteY756" fmla="*/ 1763497 h 6958335"/>
              <a:gd name="connsiteX757" fmla="*/ 4893303 w 5896576"/>
              <a:gd name="connsiteY757" fmla="*/ 1689515 h 6958335"/>
              <a:gd name="connsiteX758" fmla="*/ 4896602 w 5896576"/>
              <a:gd name="connsiteY758" fmla="*/ 1692815 h 6958335"/>
              <a:gd name="connsiteX759" fmla="*/ 4895716 w 5896576"/>
              <a:gd name="connsiteY759" fmla="*/ 1686868 h 6958335"/>
              <a:gd name="connsiteX760" fmla="*/ 4962780 w 5896576"/>
              <a:gd name="connsiteY760" fmla="*/ 1613224 h 6958335"/>
              <a:gd name="connsiteX761" fmla="*/ 5073295 w 5896576"/>
              <a:gd name="connsiteY761" fmla="*/ 1516132 h 6958335"/>
              <a:gd name="connsiteX762" fmla="*/ 5055405 w 5896576"/>
              <a:gd name="connsiteY762" fmla="*/ 1498242 h 6958335"/>
              <a:gd name="connsiteX763" fmla="*/ 3896216 w 5896576"/>
              <a:gd name="connsiteY763" fmla="*/ 1497370 h 6958335"/>
              <a:gd name="connsiteX764" fmla="*/ 3897097 w 5896576"/>
              <a:gd name="connsiteY764" fmla="*/ 1501776 h 6958335"/>
              <a:gd name="connsiteX765" fmla="*/ 3875088 w 5896576"/>
              <a:gd name="connsiteY765" fmla="*/ 1497380 h 6958335"/>
              <a:gd name="connsiteX766" fmla="*/ 5516044 w 5896576"/>
              <a:gd name="connsiteY766" fmla="*/ 1483282 h 6958335"/>
              <a:gd name="connsiteX767" fmla="*/ 5508808 w 5896576"/>
              <a:gd name="connsiteY767" fmla="*/ 1492252 h 6958335"/>
              <a:gd name="connsiteX768" fmla="*/ 5517624 w 5896576"/>
              <a:gd name="connsiteY768" fmla="*/ 1501068 h 6958335"/>
              <a:gd name="connsiteX769" fmla="*/ 5535297 w 5896576"/>
              <a:gd name="connsiteY769" fmla="*/ 1483394 h 6958335"/>
              <a:gd name="connsiteX770" fmla="*/ 5517520 w 5896576"/>
              <a:gd name="connsiteY770" fmla="*/ 1483287 h 6958335"/>
              <a:gd name="connsiteX771" fmla="*/ 3963144 w 5896576"/>
              <a:gd name="connsiteY771" fmla="*/ 1444522 h 6958335"/>
              <a:gd name="connsiteX772" fmla="*/ 3910300 w 5896576"/>
              <a:gd name="connsiteY772" fmla="*/ 1497365 h 6958335"/>
              <a:gd name="connsiteX773" fmla="*/ 3896216 w 5896576"/>
              <a:gd name="connsiteY773" fmla="*/ 1497370 h 6958335"/>
              <a:gd name="connsiteX774" fmla="*/ 3892701 w 5896576"/>
              <a:gd name="connsiteY774" fmla="*/ 1479766 h 6958335"/>
              <a:gd name="connsiteX775" fmla="*/ 3927932 w 5896576"/>
              <a:gd name="connsiteY775" fmla="*/ 1444536 h 6958335"/>
              <a:gd name="connsiteX776" fmla="*/ 3963144 w 5896576"/>
              <a:gd name="connsiteY776" fmla="*/ 1444522 h 6958335"/>
              <a:gd name="connsiteX777" fmla="*/ 3998361 w 5896576"/>
              <a:gd name="connsiteY777" fmla="*/ 1444512 h 6958335"/>
              <a:gd name="connsiteX778" fmla="*/ 3998885 w 5896576"/>
              <a:gd name="connsiteY778" fmla="*/ 1447662 h 6958335"/>
              <a:gd name="connsiteX779" fmla="*/ 3997264 w 5896576"/>
              <a:gd name="connsiteY779" fmla="*/ 1447812 h 6958335"/>
              <a:gd name="connsiteX780" fmla="*/ 4983861 w 5896576"/>
              <a:gd name="connsiteY780" fmla="*/ 1426698 h 6958335"/>
              <a:gd name="connsiteX781" fmla="*/ 4897867 w 5896576"/>
              <a:gd name="connsiteY781" fmla="*/ 1520856 h 6958335"/>
              <a:gd name="connsiteX782" fmla="*/ 4860176 w 5896576"/>
              <a:gd name="connsiteY782" fmla="*/ 1550383 h 6958335"/>
              <a:gd name="connsiteX783" fmla="*/ 4827659 w 5896576"/>
              <a:gd name="connsiteY783" fmla="*/ 1594898 h 6958335"/>
              <a:gd name="connsiteX784" fmla="*/ 4745785 w 5896576"/>
              <a:gd name="connsiteY784" fmla="*/ 1669011 h 6958335"/>
              <a:gd name="connsiteX785" fmla="*/ 4725937 w 5896576"/>
              <a:gd name="connsiteY785" fmla="*/ 1692328 h 6958335"/>
              <a:gd name="connsiteX786" fmla="*/ 4787460 w 5896576"/>
              <a:gd name="connsiteY786" fmla="*/ 1649935 h 6958335"/>
              <a:gd name="connsiteX787" fmla="*/ 4827659 w 5896576"/>
              <a:gd name="connsiteY787" fmla="*/ 1594898 h 6958335"/>
              <a:gd name="connsiteX788" fmla="*/ 4842591 w 5896576"/>
              <a:gd name="connsiteY788" fmla="*/ 1581381 h 6958335"/>
              <a:gd name="connsiteX789" fmla="*/ 4897867 w 5896576"/>
              <a:gd name="connsiteY789" fmla="*/ 1520856 h 6958335"/>
              <a:gd name="connsiteX790" fmla="*/ 4922098 w 5896576"/>
              <a:gd name="connsiteY790" fmla="*/ 1501874 h 6958335"/>
              <a:gd name="connsiteX791" fmla="*/ 4983861 w 5896576"/>
              <a:gd name="connsiteY791" fmla="*/ 1426698 h 6958335"/>
              <a:gd name="connsiteX792" fmla="*/ 5570416 w 5896576"/>
              <a:gd name="connsiteY792" fmla="*/ 1412506 h 6958335"/>
              <a:gd name="connsiteX793" fmla="*/ 5552746 w 5896576"/>
              <a:gd name="connsiteY793" fmla="*/ 1430176 h 6958335"/>
              <a:gd name="connsiteX794" fmla="*/ 5552962 w 5896576"/>
              <a:gd name="connsiteY794" fmla="*/ 1465730 h 6958335"/>
              <a:gd name="connsiteX795" fmla="*/ 5588301 w 5896576"/>
              <a:gd name="connsiteY795" fmla="*/ 1430391 h 6958335"/>
              <a:gd name="connsiteX796" fmla="*/ 5570416 w 5896576"/>
              <a:gd name="connsiteY796" fmla="*/ 1412506 h 6958335"/>
              <a:gd name="connsiteX797" fmla="*/ 3875130 w 5896576"/>
              <a:gd name="connsiteY797" fmla="*/ 1391734 h 6958335"/>
              <a:gd name="connsiteX798" fmla="*/ 3864947 w 5896576"/>
              <a:gd name="connsiteY798" fmla="*/ 1396416 h 6958335"/>
              <a:gd name="connsiteX799" fmla="*/ 3863333 w 5896576"/>
              <a:gd name="connsiteY799" fmla="*/ 1394291 h 6958335"/>
              <a:gd name="connsiteX800" fmla="*/ 3869627 w 5896576"/>
              <a:gd name="connsiteY800" fmla="*/ 1392287 h 6958335"/>
              <a:gd name="connsiteX801" fmla="*/ 3875130 w 5896576"/>
              <a:gd name="connsiteY801" fmla="*/ 1391734 h 6958335"/>
              <a:gd name="connsiteX802" fmla="*/ 5033832 w 5896576"/>
              <a:gd name="connsiteY802" fmla="*/ 1376727 h 6958335"/>
              <a:gd name="connsiteX803" fmla="*/ 5001531 w 5896576"/>
              <a:gd name="connsiteY803" fmla="*/ 1409029 h 6958335"/>
              <a:gd name="connsiteX804" fmla="*/ 5033832 w 5896576"/>
              <a:gd name="connsiteY804" fmla="*/ 1376727 h 6958335"/>
              <a:gd name="connsiteX805" fmla="*/ 5614509 w 5896576"/>
              <a:gd name="connsiteY805" fmla="*/ 1354999 h 6958335"/>
              <a:gd name="connsiteX806" fmla="*/ 5605754 w 5896576"/>
              <a:gd name="connsiteY806" fmla="*/ 1377168 h 6958335"/>
              <a:gd name="connsiteX807" fmla="*/ 5600664 w 5896576"/>
              <a:gd name="connsiteY807" fmla="*/ 1390056 h 6958335"/>
              <a:gd name="connsiteX808" fmla="*/ 5600664 w 5896576"/>
              <a:gd name="connsiteY808" fmla="*/ 1391069 h 6958335"/>
              <a:gd name="connsiteX809" fmla="*/ 5600167 w 5896576"/>
              <a:gd name="connsiteY809" fmla="*/ 1391322 h 6958335"/>
              <a:gd name="connsiteX810" fmla="*/ 5597004 w 5896576"/>
              <a:gd name="connsiteY810" fmla="*/ 1399332 h 6958335"/>
              <a:gd name="connsiteX811" fmla="*/ 5590602 w 5896576"/>
              <a:gd name="connsiteY811" fmla="*/ 1396107 h 6958335"/>
              <a:gd name="connsiteX812" fmla="*/ 5589768 w 5896576"/>
              <a:gd name="connsiteY812" fmla="*/ 1396520 h 6958335"/>
              <a:gd name="connsiteX813" fmla="*/ 5605970 w 5896576"/>
              <a:gd name="connsiteY813" fmla="*/ 1412722 h 6958335"/>
              <a:gd name="connsiteX814" fmla="*/ 5623639 w 5896576"/>
              <a:gd name="connsiteY814" fmla="*/ 1395053 h 6958335"/>
              <a:gd name="connsiteX815" fmla="*/ 5623423 w 5896576"/>
              <a:gd name="connsiteY815" fmla="*/ 1359499 h 6958335"/>
              <a:gd name="connsiteX816" fmla="*/ 5614509 w 5896576"/>
              <a:gd name="connsiteY816" fmla="*/ 1354999 h 6958335"/>
              <a:gd name="connsiteX817" fmla="*/ 4142574 w 5896576"/>
              <a:gd name="connsiteY817" fmla="*/ 1315700 h 6958335"/>
              <a:gd name="connsiteX818" fmla="*/ 4145869 w 5896576"/>
              <a:gd name="connsiteY818" fmla="*/ 1327806 h 6958335"/>
              <a:gd name="connsiteX819" fmla="*/ 4139260 w 5896576"/>
              <a:gd name="connsiteY819" fmla="*/ 1338811 h 6958335"/>
              <a:gd name="connsiteX820" fmla="*/ 4153237 w 5896576"/>
              <a:gd name="connsiteY820" fmla="*/ 1306630 h 6958335"/>
              <a:gd name="connsiteX821" fmla="*/ 4149454 w 5896576"/>
              <a:gd name="connsiteY821" fmla="*/ 1308822 h 6958335"/>
              <a:gd name="connsiteX822" fmla="*/ 4146940 w 5896576"/>
              <a:gd name="connsiteY822" fmla="*/ 1307532 h 6958335"/>
              <a:gd name="connsiteX823" fmla="*/ 4154684 w 5896576"/>
              <a:gd name="connsiteY823" fmla="*/ 1305792 h 6958335"/>
              <a:gd name="connsiteX824" fmla="*/ 4154769 w 5896576"/>
              <a:gd name="connsiteY824" fmla="*/ 1306411 h 6958335"/>
              <a:gd name="connsiteX825" fmla="*/ 4153237 w 5896576"/>
              <a:gd name="connsiteY825" fmla="*/ 1306630 h 6958335"/>
              <a:gd name="connsiteX826" fmla="*/ 4139274 w 5896576"/>
              <a:gd name="connsiteY826" fmla="*/ 1303598 h 6958335"/>
              <a:gd name="connsiteX827" fmla="*/ 4146940 w 5896576"/>
              <a:gd name="connsiteY827" fmla="*/ 1307532 h 6958335"/>
              <a:gd name="connsiteX828" fmla="*/ 4143675 w 5896576"/>
              <a:gd name="connsiteY828" fmla="*/ 1308000 h 6958335"/>
              <a:gd name="connsiteX829" fmla="*/ 4142574 w 5896576"/>
              <a:gd name="connsiteY829" fmla="*/ 1315700 h 6958335"/>
              <a:gd name="connsiteX830" fmla="*/ 5694100 w 5896576"/>
              <a:gd name="connsiteY830" fmla="*/ 1288822 h 6958335"/>
              <a:gd name="connsiteX831" fmla="*/ 5676431 w 5896576"/>
              <a:gd name="connsiteY831" fmla="*/ 1306491 h 6958335"/>
              <a:gd name="connsiteX832" fmla="*/ 5711985 w 5896576"/>
              <a:gd name="connsiteY832" fmla="*/ 1306706 h 6958335"/>
              <a:gd name="connsiteX833" fmla="*/ 5694100 w 5896576"/>
              <a:gd name="connsiteY833" fmla="*/ 1288822 h 6958335"/>
              <a:gd name="connsiteX834" fmla="*/ 5752173 w 5896576"/>
              <a:gd name="connsiteY834" fmla="*/ 1246398 h 6958335"/>
              <a:gd name="connsiteX835" fmla="*/ 5742745 w 5896576"/>
              <a:gd name="connsiteY835" fmla="*/ 1249119 h 6958335"/>
              <a:gd name="connsiteX836" fmla="*/ 5747324 w 5896576"/>
              <a:gd name="connsiteY836" fmla="*/ 1271368 h 6958335"/>
              <a:gd name="connsiteX837" fmla="*/ 5764993 w 5896576"/>
              <a:gd name="connsiteY837" fmla="*/ 1253698 h 6958335"/>
              <a:gd name="connsiteX838" fmla="*/ 5752173 w 5896576"/>
              <a:gd name="connsiteY838" fmla="*/ 1246398 h 6958335"/>
              <a:gd name="connsiteX839" fmla="*/ 5087791 w 5896576"/>
              <a:gd name="connsiteY839" fmla="*/ 1222189 h 6958335"/>
              <a:gd name="connsiteX840" fmla="*/ 5061489 w 5896576"/>
              <a:gd name="connsiteY840" fmla="*/ 1243814 h 6958335"/>
              <a:gd name="connsiteX841" fmla="*/ 5051998 w 5896576"/>
              <a:gd name="connsiteY841" fmla="*/ 1251824 h 6958335"/>
              <a:gd name="connsiteX842" fmla="*/ 5013412 w 5896576"/>
              <a:gd name="connsiteY842" fmla="*/ 1302146 h 6958335"/>
              <a:gd name="connsiteX843" fmla="*/ 5007609 w 5896576"/>
              <a:gd name="connsiteY843" fmla="*/ 1308389 h 6958335"/>
              <a:gd name="connsiteX844" fmla="*/ 4965540 w 5896576"/>
              <a:gd name="connsiteY844" fmla="*/ 1337700 h 6958335"/>
              <a:gd name="connsiteX845" fmla="*/ 4923682 w 5896576"/>
              <a:gd name="connsiteY845" fmla="*/ 1397443 h 6958335"/>
              <a:gd name="connsiteX846" fmla="*/ 4921578 w 5896576"/>
              <a:gd name="connsiteY846" fmla="*/ 1400869 h 6958335"/>
              <a:gd name="connsiteX847" fmla="*/ 4881595 w 5896576"/>
              <a:gd name="connsiteY847" fmla="*/ 1443852 h 6958335"/>
              <a:gd name="connsiteX848" fmla="*/ 4859525 w 5896576"/>
              <a:gd name="connsiteY848" fmla="*/ 1443716 h 6958335"/>
              <a:gd name="connsiteX849" fmla="*/ 4859670 w 5896576"/>
              <a:gd name="connsiteY849" fmla="*/ 1467417 h 6958335"/>
              <a:gd name="connsiteX850" fmla="*/ 4841762 w 5896576"/>
              <a:gd name="connsiteY850" fmla="*/ 1486675 h 6958335"/>
              <a:gd name="connsiteX851" fmla="*/ 4819017 w 5896576"/>
              <a:gd name="connsiteY851" fmla="*/ 1496035 h 6958335"/>
              <a:gd name="connsiteX852" fmla="*/ 4825892 w 5896576"/>
              <a:gd name="connsiteY852" fmla="*/ 1497014 h 6958335"/>
              <a:gd name="connsiteX853" fmla="*/ 4790666 w 5896576"/>
              <a:gd name="connsiteY853" fmla="*/ 1532240 h 6958335"/>
              <a:gd name="connsiteX854" fmla="*/ 4779755 w 5896576"/>
              <a:gd name="connsiteY854" fmla="*/ 1525698 h 6958335"/>
              <a:gd name="connsiteX855" fmla="*/ 4767387 w 5896576"/>
              <a:gd name="connsiteY855" fmla="*/ 1537025 h 6958335"/>
              <a:gd name="connsiteX856" fmla="*/ 4777454 w 5896576"/>
              <a:gd name="connsiteY856" fmla="*/ 1541047 h 6958335"/>
              <a:gd name="connsiteX857" fmla="*/ 4773048 w 5896576"/>
              <a:gd name="connsiteY857" fmla="*/ 1549858 h 6958335"/>
              <a:gd name="connsiteX858" fmla="*/ 4749886 w 5896576"/>
              <a:gd name="connsiteY858" fmla="*/ 1573020 h 6958335"/>
              <a:gd name="connsiteX859" fmla="*/ 4746643 w 5896576"/>
              <a:gd name="connsiteY859" fmla="*/ 1580041 h 6958335"/>
              <a:gd name="connsiteX860" fmla="*/ 4764298 w 5896576"/>
              <a:gd name="connsiteY860" fmla="*/ 1569950 h 6958335"/>
              <a:gd name="connsiteX861" fmla="*/ 4769393 w 5896576"/>
              <a:gd name="connsiteY861" fmla="*/ 1564471 h 6958335"/>
              <a:gd name="connsiteX862" fmla="*/ 4773048 w 5896576"/>
              <a:gd name="connsiteY862" fmla="*/ 1549858 h 6958335"/>
              <a:gd name="connsiteX863" fmla="*/ 4778199 w 5896576"/>
              <a:gd name="connsiteY863" fmla="*/ 1555009 h 6958335"/>
              <a:gd name="connsiteX864" fmla="*/ 4841762 w 5896576"/>
              <a:gd name="connsiteY864" fmla="*/ 1486675 h 6958335"/>
              <a:gd name="connsiteX865" fmla="*/ 4859745 w 5896576"/>
              <a:gd name="connsiteY865" fmla="*/ 1479265 h 6958335"/>
              <a:gd name="connsiteX866" fmla="*/ 4859670 w 5896576"/>
              <a:gd name="connsiteY866" fmla="*/ 1467417 h 6958335"/>
              <a:gd name="connsiteX867" fmla="*/ 4881595 w 5896576"/>
              <a:gd name="connsiteY867" fmla="*/ 1443852 h 6958335"/>
              <a:gd name="connsiteX868" fmla="*/ 4895084 w 5896576"/>
              <a:gd name="connsiteY868" fmla="*/ 1443927 h 6958335"/>
              <a:gd name="connsiteX869" fmla="*/ 4921578 w 5896576"/>
              <a:gd name="connsiteY869" fmla="*/ 1400869 h 6958335"/>
              <a:gd name="connsiteX870" fmla="*/ 5007609 w 5896576"/>
              <a:gd name="connsiteY870" fmla="*/ 1308389 h 6958335"/>
              <a:gd name="connsiteX871" fmla="*/ 5009793 w 5896576"/>
              <a:gd name="connsiteY871" fmla="*/ 1306861 h 6958335"/>
              <a:gd name="connsiteX872" fmla="*/ 5013412 w 5896576"/>
              <a:gd name="connsiteY872" fmla="*/ 1302146 h 6958335"/>
              <a:gd name="connsiteX873" fmla="*/ 5238510 w 5896576"/>
              <a:gd name="connsiteY873" fmla="*/ 1169828 h 6958335"/>
              <a:gd name="connsiteX874" fmla="*/ 5231226 w 5896576"/>
              <a:gd name="connsiteY874" fmla="*/ 1179333 h 6958335"/>
              <a:gd name="connsiteX875" fmla="*/ 5239620 w 5896576"/>
              <a:gd name="connsiteY875" fmla="*/ 1170939 h 6958335"/>
              <a:gd name="connsiteX876" fmla="*/ 5839680 w 5896576"/>
              <a:gd name="connsiteY876" fmla="*/ 1157774 h 6958335"/>
              <a:gd name="connsiteX877" fmla="*/ 5853335 w 5896576"/>
              <a:gd name="connsiteY877" fmla="*/ 1165357 h 6958335"/>
              <a:gd name="connsiteX878" fmla="*/ 5839977 w 5896576"/>
              <a:gd name="connsiteY878" fmla="*/ 1160830 h 6958335"/>
              <a:gd name="connsiteX879" fmla="*/ 5839478 w 5896576"/>
              <a:gd name="connsiteY879" fmla="*/ 1157784 h 6958335"/>
              <a:gd name="connsiteX880" fmla="*/ 5871004 w 5896576"/>
              <a:gd name="connsiteY880" fmla="*/ 1147687 h 6958335"/>
              <a:gd name="connsiteX881" fmla="*/ 5868034 w 5896576"/>
              <a:gd name="connsiteY881" fmla="*/ 1150442 h 6958335"/>
              <a:gd name="connsiteX882" fmla="*/ 5867494 w 5896576"/>
              <a:gd name="connsiteY882" fmla="*/ 1149074 h 6958335"/>
              <a:gd name="connsiteX883" fmla="*/ 5639790 w 5896576"/>
              <a:gd name="connsiteY883" fmla="*/ 1128495 h 6958335"/>
              <a:gd name="connsiteX884" fmla="*/ 5604451 w 5896576"/>
              <a:gd name="connsiteY884" fmla="*/ 1163833 h 6958335"/>
              <a:gd name="connsiteX885" fmla="*/ 5581566 w 5896576"/>
              <a:gd name="connsiteY885" fmla="*/ 1201033 h 6958335"/>
              <a:gd name="connsiteX886" fmla="*/ 5567013 w 5896576"/>
              <a:gd name="connsiteY886" fmla="*/ 1219157 h 6958335"/>
              <a:gd name="connsiteX887" fmla="*/ 5559541 w 5896576"/>
              <a:gd name="connsiteY887" fmla="*/ 1228183 h 6958335"/>
              <a:gd name="connsiteX888" fmla="*/ 5552393 w 5896576"/>
              <a:gd name="connsiteY888" fmla="*/ 1236012 h 6958335"/>
              <a:gd name="connsiteX889" fmla="*/ 5551140 w 5896576"/>
              <a:gd name="connsiteY889" fmla="*/ 1238332 h 6958335"/>
              <a:gd name="connsiteX890" fmla="*/ 5523121 w 5896576"/>
              <a:gd name="connsiteY890" fmla="*/ 1272179 h 6958335"/>
              <a:gd name="connsiteX891" fmla="*/ 5500699 w 5896576"/>
              <a:gd name="connsiteY891" fmla="*/ 1276528 h 6958335"/>
              <a:gd name="connsiteX892" fmla="*/ 5515889 w 5896576"/>
              <a:gd name="connsiteY892" fmla="*/ 1216626 h 6958335"/>
              <a:gd name="connsiteX893" fmla="*/ 5410089 w 5896576"/>
              <a:gd name="connsiteY893" fmla="*/ 1358195 h 6958335"/>
              <a:gd name="connsiteX894" fmla="*/ 5410605 w 5896576"/>
              <a:gd name="connsiteY894" fmla="*/ 1357867 h 6958335"/>
              <a:gd name="connsiteX895" fmla="*/ 5446332 w 5896576"/>
              <a:gd name="connsiteY895" fmla="*/ 1327239 h 6958335"/>
              <a:gd name="connsiteX896" fmla="*/ 5445428 w 5896576"/>
              <a:gd name="connsiteY896" fmla="*/ 1322857 h 6958335"/>
              <a:gd name="connsiteX897" fmla="*/ 5500699 w 5896576"/>
              <a:gd name="connsiteY897" fmla="*/ 1276528 h 6958335"/>
              <a:gd name="connsiteX898" fmla="*/ 5496917 w 5896576"/>
              <a:gd name="connsiteY898" fmla="*/ 1285465 h 6958335"/>
              <a:gd name="connsiteX899" fmla="*/ 5512126 w 5896576"/>
              <a:gd name="connsiteY899" fmla="*/ 1285461 h 6958335"/>
              <a:gd name="connsiteX900" fmla="*/ 5523121 w 5896576"/>
              <a:gd name="connsiteY900" fmla="*/ 1272179 h 6958335"/>
              <a:gd name="connsiteX901" fmla="*/ 5533990 w 5896576"/>
              <a:gd name="connsiteY901" fmla="*/ 1270065 h 6958335"/>
              <a:gd name="connsiteX902" fmla="*/ 5551140 w 5896576"/>
              <a:gd name="connsiteY902" fmla="*/ 1238332 h 6958335"/>
              <a:gd name="connsiteX903" fmla="*/ 5559541 w 5896576"/>
              <a:gd name="connsiteY903" fmla="*/ 1228183 h 6958335"/>
              <a:gd name="connsiteX904" fmla="*/ 5575847 w 5896576"/>
              <a:gd name="connsiteY904" fmla="*/ 1210322 h 6958335"/>
              <a:gd name="connsiteX905" fmla="*/ 5581566 w 5896576"/>
              <a:gd name="connsiteY905" fmla="*/ 1201033 h 6958335"/>
              <a:gd name="connsiteX906" fmla="*/ 5861163 w 5896576"/>
              <a:gd name="connsiteY906" fmla="*/ 1127907 h 6958335"/>
              <a:gd name="connsiteX907" fmla="*/ 5864298 w 5896576"/>
              <a:gd name="connsiteY907" fmla="*/ 1140981 h 6958335"/>
              <a:gd name="connsiteX908" fmla="*/ 5867494 w 5896576"/>
              <a:gd name="connsiteY908" fmla="*/ 1149074 h 6958335"/>
              <a:gd name="connsiteX909" fmla="*/ 5861832 w 5896576"/>
              <a:gd name="connsiteY909" fmla="*/ 1151310 h 6958335"/>
              <a:gd name="connsiteX910" fmla="*/ 5853120 w 5896576"/>
              <a:gd name="connsiteY910" fmla="*/ 1129802 h 6958335"/>
              <a:gd name="connsiteX911" fmla="*/ 5861163 w 5896576"/>
              <a:gd name="connsiteY911" fmla="*/ 1127907 h 6958335"/>
              <a:gd name="connsiteX912" fmla="*/ 5896576 w 5896576"/>
              <a:gd name="connsiteY912" fmla="*/ 1113817 h 6958335"/>
              <a:gd name="connsiteX913" fmla="*/ 5896576 w 5896576"/>
              <a:gd name="connsiteY913" fmla="*/ 1140517 h 6958335"/>
              <a:gd name="connsiteX914" fmla="*/ 5888674 w 5896576"/>
              <a:gd name="connsiteY914" fmla="*/ 1130018 h 6958335"/>
              <a:gd name="connsiteX915" fmla="*/ 5888583 w 5896576"/>
              <a:gd name="connsiteY915" fmla="*/ 1115019 h 6958335"/>
              <a:gd name="connsiteX916" fmla="*/ 5501895 w 5896576"/>
              <a:gd name="connsiteY916" fmla="*/ 1108211 h 6958335"/>
              <a:gd name="connsiteX917" fmla="*/ 5462230 w 5896576"/>
              <a:gd name="connsiteY917" fmla="*/ 1162966 h 6958335"/>
              <a:gd name="connsiteX918" fmla="*/ 5515238 w 5896576"/>
              <a:gd name="connsiteY918" fmla="*/ 1109959 h 6958335"/>
              <a:gd name="connsiteX919" fmla="*/ 5501895 w 5896576"/>
              <a:gd name="connsiteY919" fmla="*/ 1108211 h 6958335"/>
              <a:gd name="connsiteX920" fmla="*/ 5319573 w 5896576"/>
              <a:gd name="connsiteY920" fmla="*/ 1090986 h 6958335"/>
              <a:gd name="connsiteX921" fmla="*/ 5278910 w 5896576"/>
              <a:gd name="connsiteY921" fmla="*/ 1119323 h 6958335"/>
              <a:gd name="connsiteX922" fmla="*/ 5266570 w 5896576"/>
              <a:gd name="connsiteY922" fmla="*/ 1143989 h 6958335"/>
              <a:gd name="connsiteX923" fmla="*/ 5377783 w 5896576"/>
              <a:gd name="connsiteY923" fmla="*/ 1018491 h 6958335"/>
              <a:gd name="connsiteX924" fmla="*/ 5361585 w 5896576"/>
              <a:gd name="connsiteY924" fmla="*/ 1033526 h 6958335"/>
              <a:gd name="connsiteX925" fmla="*/ 5372581 w 5896576"/>
              <a:gd name="connsiteY925" fmla="*/ 1037978 h 6958335"/>
              <a:gd name="connsiteX926" fmla="*/ 5479032 w 5896576"/>
              <a:gd name="connsiteY926" fmla="*/ 1003076 h 6958335"/>
              <a:gd name="connsiteX927" fmla="*/ 5408355 w 5896576"/>
              <a:gd name="connsiteY927" fmla="*/ 1073753 h 6958335"/>
              <a:gd name="connsiteX928" fmla="*/ 5479032 w 5896576"/>
              <a:gd name="connsiteY928" fmla="*/ 1003076 h 6958335"/>
              <a:gd name="connsiteX929" fmla="*/ 5816046 w 5896576"/>
              <a:gd name="connsiteY929" fmla="*/ 880698 h 6958335"/>
              <a:gd name="connsiteX930" fmla="*/ 5798382 w 5896576"/>
              <a:gd name="connsiteY930" fmla="*/ 898363 h 6958335"/>
              <a:gd name="connsiteX931" fmla="*/ 5798373 w 5896576"/>
              <a:gd name="connsiteY931" fmla="*/ 898363 h 6958335"/>
              <a:gd name="connsiteX932" fmla="*/ 5816046 w 5896576"/>
              <a:gd name="connsiteY932" fmla="*/ 880698 h 6958335"/>
              <a:gd name="connsiteX933" fmla="*/ 5566938 w 5896576"/>
              <a:gd name="connsiteY933" fmla="*/ 843621 h 6958335"/>
              <a:gd name="connsiteX934" fmla="*/ 5549264 w 5896576"/>
              <a:gd name="connsiteY934" fmla="*/ 861295 h 6958335"/>
              <a:gd name="connsiteX935" fmla="*/ 5533783 w 5896576"/>
              <a:gd name="connsiteY935" fmla="*/ 872304 h 6958335"/>
              <a:gd name="connsiteX936" fmla="*/ 5533732 w 5896576"/>
              <a:gd name="connsiteY936" fmla="*/ 871662 h 6958335"/>
              <a:gd name="connsiteX937" fmla="*/ 5531398 w 5896576"/>
              <a:gd name="connsiteY937" fmla="*/ 874184 h 6958335"/>
              <a:gd name="connsiteX938" fmla="*/ 5549264 w 5896576"/>
              <a:gd name="connsiteY938" fmla="*/ 861295 h 6958335"/>
              <a:gd name="connsiteX939" fmla="*/ 5531604 w 5896576"/>
              <a:gd name="connsiteY939" fmla="*/ 878955 h 6958335"/>
              <a:gd name="connsiteX940" fmla="*/ 5566938 w 5896576"/>
              <a:gd name="connsiteY940" fmla="*/ 843621 h 6958335"/>
              <a:gd name="connsiteX941" fmla="*/ 5531389 w 5896576"/>
              <a:gd name="connsiteY941" fmla="*/ 843401 h 6958335"/>
              <a:gd name="connsiteX942" fmla="*/ 5438623 w 5896576"/>
              <a:gd name="connsiteY942" fmla="*/ 936167 h 6958335"/>
              <a:gd name="connsiteX943" fmla="*/ 5407704 w 5896576"/>
              <a:gd name="connsiteY943" fmla="*/ 967086 h 6958335"/>
              <a:gd name="connsiteX944" fmla="*/ 5464578 w 5896576"/>
              <a:gd name="connsiteY944" fmla="*/ 923353 h 6958335"/>
              <a:gd name="connsiteX945" fmla="*/ 5531913 w 5896576"/>
              <a:gd name="connsiteY945" fmla="*/ 849709 h 6958335"/>
              <a:gd name="connsiteX946" fmla="*/ 5805025 w 5896576"/>
              <a:gd name="connsiteY946" fmla="*/ 804522 h 6958335"/>
              <a:gd name="connsiteX947" fmla="*/ 5780057 w 5896576"/>
              <a:gd name="connsiteY947" fmla="*/ 809370 h 6958335"/>
              <a:gd name="connsiteX948" fmla="*/ 5762387 w 5896576"/>
              <a:gd name="connsiteY948" fmla="*/ 827039 h 6958335"/>
              <a:gd name="connsiteX949" fmla="*/ 5780272 w 5896576"/>
              <a:gd name="connsiteY949" fmla="*/ 844924 h 6958335"/>
              <a:gd name="connsiteX950" fmla="*/ 5709379 w 5896576"/>
              <a:gd name="connsiteY950" fmla="*/ 880047 h 6958335"/>
              <a:gd name="connsiteX951" fmla="*/ 5656376 w 5896576"/>
              <a:gd name="connsiteY951" fmla="*/ 933050 h 6958335"/>
              <a:gd name="connsiteX952" fmla="*/ 5780272 w 5896576"/>
              <a:gd name="connsiteY952" fmla="*/ 844924 h 6958335"/>
              <a:gd name="connsiteX953" fmla="*/ 5815611 w 5896576"/>
              <a:gd name="connsiteY953" fmla="*/ 809585 h 6958335"/>
              <a:gd name="connsiteX954" fmla="*/ 5805025 w 5896576"/>
              <a:gd name="connsiteY954" fmla="*/ 804522 h 6958335"/>
              <a:gd name="connsiteX955" fmla="*/ 5833064 w 5896576"/>
              <a:gd name="connsiteY955" fmla="*/ 756362 h 6958335"/>
              <a:gd name="connsiteX956" fmla="*/ 5797726 w 5896576"/>
              <a:gd name="connsiteY956" fmla="*/ 791700 h 6958335"/>
              <a:gd name="connsiteX957" fmla="*/ 5833064 w 5896576"/>
              <a:gd name="connsiteY957" fmla="*/ 756362 h 6958335"/>
              <a:gd name="connsiteX958" fmla="*/ 5520797 w 5896576"/>
              <a:gd name="connsiteY958" fmla="*/ 747233 h 6958335"/>
              <a:gd name="connsiteX959" fmla="*/ 5513063 w 5896576"/>
              <a:gd name="connsiteY959" fmla="*/ 754408 h 6958335"/>
              <a:gd name="connsiteX960" fmla="*/ 5460060 w 5896576"/>
              <a:gd name="connsiteY960" fmla="*/ 807411 h 6958335"/>
              <a:gd name="connsiteX961" fmla="*/ 5495394 w 5896576"/>
              <a:gd name="connsiteY961" fmla="*/ 772077 h 6958335"/>
              <a:gd name="connsiteX962" fmla="*/ 5442175 w 5896576"/>
              <a:gd name="connsiteY962" fmla="*/ 789526 h 6958335"/>
              <a:gd name="connsiteX963" fmla="*/ 5457866 w 5896576"/>
              <a:gd name="connsiteY963" fmla="*/ 773835 h 6958335"/>
              <a:gd name="connsiteX964" fmla="*/ 5457857 w 5896576"/>
              <a:gd name="connsiteY964" fmla="*/ 773834 h 6958335"/>
              <a:gd name="connsiteX965" fmla="*/ 5420822 w 5896576"/>
              <a:gd name="connsiteY965" fmla="*/ 810869 h 6958335"/>
              <a:gd name="connsiteX966" fmla="*/ 5416009 w 5896576"/>
              <a:gd name="connsiteY966" fmla="*/ 818898 h 6958335"/>
              <a:gd name="connsiteX967" fmla="*/ 5389575 w 5896576"/>
              <a:gd name="connsiteY967" fmla="*/ 862926 h 6958335"/>
              <a:gd name="connsiteX968" fmla="*/ 5371962 w 5896576"/>
              <a:gd name="connsiteY968" fmla="*/ 880539 h 6958335"/>
              <a:gd name="connsiteX969" fmla="*/ 5336722 w 5896576"/>
              <a:gd name="connsiteY969" fmla="*/ 950987 h 6958335"/>
              <a:gd name="connsiteX970" fmla="*/ 5359439 w 5896576"/>
              <a:gd name="connsiteY970" fmla="*/ 939621 h 6958335"/>
              <a:gd name="connsiteX971" fmla="*/ 5366492 w 5896576"/>
              <a:gd name="connsiteY971" fmla="*/ 932736 h 6958335"/>
              <a:gd name="connsiteX972" fmla="*/ 5389566 w 5896576"/>
              <a:gd name="connsiteY972" fmla="*/ 898143 h 6958335"/>
              <a:gd name="connsiteX973" fmla="*/ 5370654 w 5896576"/>
              <a:gd name="connsiteY973" fmla="*/ 928677 h 6958335"/>
              <a:gd name="connsiteX974" fmla="*/ 5530948 w 5896576"/>
              <a:gd name="connsiteY974" fmla="*/ 772292 h 6958335"/>
              <a:gd name="connsiteX975" fmla="*/ 5521926 w 5896576"/>
              <a:gd name="connsiteY975" fmla="*/ 750016 h 6958335"/>
              <a:gd name="connsiteX976" fmla="*/ 5520797 w 5896576"/>
              <a:gd name="connsiteY976" fmla="*/ 747233 h 6958335"/>
              <a:gd name="connsiteX977" fmla="*/ 5886288 w 5896576"/>
              <a:gd name="connsiteY977" fmla="*/ 738908 h 6958335"/>
              <a:gd name="connsiteX978" fmla="*/ 5868619 w 5896576"/>
              <a:gd name="connsiteY978" fmla="*/ 756578 h 6958335"/>
              <a:gd name="connsiteX979" fmla="*/ 5886288 w 5896576"/>
              <a:gd name="connsiteY979" fmla="*/ 738908 h 6958335"/>
              <a:gd name="connsiteX980" fmla="*/ 5725746 w 5896576"/>
              <a:gd name="connsiteY980" fmla="*/ 649044 h 6958335"/>
              <a:gd name="connsiteX981" fmla="*/ 5619730 w 5896576"/>
              <a:gd name="connsiteY981" fmla="*/ 755059 h 6958335"/>
              <a:gd name="connsiteX982" fmla="*/ 5601841 w 5896576"/>
              <a:gd name="connsiteY982" fmla="*/ 737169 h 6958335"/>
              <a:gd name="connsiteX983" fmla="*/ 5601981 w 5896576"/>
              <a:gd name="connsiteY983" fmla="*/ 759797 h 6958335"/>
              <a:gd name="connsiteX984" fmla="*/ 5595326 w 5896576"/>
              <a:gd name="connsiteY984" fmla="*/ 761579 h 6958335"/>
              <a:gd name="connsiteX985" fmla="*/ 5591160 w 5896576"/>
              <a:gd name="connsiteY985" fmla="*/ 761818 h 6958335"/>
              <a:gd name="connsiteX986" fmla="*/ 5586412 w 5896576"/>
              <a:gd name="connsiteY986" fmla="*/ 757070 h 6958335"/>
              <a:gd name="connsiteX987" fmla="*/ 5584176 w 5896576"/>
              <a:gd name="connsiteY987" fmla="*/ 754834 h 6958335"/>
              <a:gd name="connsiteX988" fmla="*/ 5582276 w 5896576"/>
              <a:gd name="connsiteY988" fmla="*/ 762328 h 6958335"/>
              <a:gd name="connsiteX989" fmla="*/ 5591160 w 5896576"/>
              <a:gd name="connsiteY989" fmla="*/ 761818 h 6958335"/>
              <a:gd name="connsiteX990" fmla="*/ 5602066 w 5896576"/>
              <a:gd name="connsiteY990" fmla="*/ 772724 h 6958335"/>
              <a:gd name="connsiteX991" fmla="*/ 5601981 w 5896576"/>
              <a:gd name="connsiteY991" fmla="*/ 759797 h 6958335"/>
              <a:gd name="connsiteX992" fmla="*/ 5619730 w 5896576"/>
              <a:gd name="connsiteY992" fmla="*/ 755059 h 6958335"/>
              <a:gd name="connsiteX993" fmla="*/ 5708077 w 5896576"/>
              <a:gd name="connsiteY993" fmla="*/ 666713 h 6958335"/>
              <a:gd name="connsiteX994" fmla="*/ 5725746 w 5896576"/>
              <a:gd name="connsiteY994" fmla="*/ 649044 h 6958335"/>
              <a:gd name="connsiteX995" fmla="*/ 5761084 w 5896576"/>
              <a:gd name="connsiteY995" fmla="*/ 613705 h 6958335"/>
              <a:gd name="connsiteX996" fmla="*/ 5761300 w 5896576"/>
              <a:gd name="connsiteY996" fmla="*/ 649259 h 6958335"/>
              <a:gd name="connsiteX997" fmla="*/ 5725961 w 5896576"/>
              <a:gd name="connsiteY997" fmla="*/ 684598 h 6958335"/>
              <a:gd name="connsiteX998" fmla="*/ 5602276 w 5896576"/>
              <a:gd name="connsiteY998" fmla="*/ 808283 h 6958335"/>
              <a:gd name="connsiteX999" fmla="*/ 5637835 w 5896576"/>
              <a:gd name="connsiteY999" fmla="*/ 808503 h 6958335"/>
              <a:gd name="connsiteX1000" fmla="*/ 5761300 w 5896576"/>
              <a:gd name="connsiteY1000" fmla="*/ 649259 h 6958335"/>
              <a:gd name="connsiteX1001" fmla="*/ 5778969 w 5896576"/>
              <a:gd name="connsiteY1001" fmla="*/ 631590 h 6958335"/>
              <a:gd name="connsiteX1002" fmla="*/ 5761084 w 5896576"/>
              <a:gd name="connsiteY1002" fmla="*/ 613705 h 6958335"/>
              <a:gd name="connsiteX1003" fmla="*/ 4984719 w 5896576"/>
              <a:gd name="connsiteY1003" fmla="*/ 563758 h 6958335"/>
              <a:gd name="connsiteX1004" fmla="*/ 4949493 w 5896576"/>
              <a:gd name="connsiteY1004" fmla="*/ 598984 h 6958335"/>
              <a:gd name="connsiteX1005" fmla="*/ 5002318 w 5896576"/>
              <a:gd name="connsiteY1005" fmla="*/ 581356 h 6958335"/>
              <a:gd name="connsiteX1006" fmla="*/ 4984719 w 5896576"/>
              <a:gd name="connsiteY1006" fmla="*/ 563758 h 6958335"/>
              <a:gd name="connsiteX1007" fmla="*/ 5636312 w 5896576"/>
              <a:gd name="connsiteY1007" fmla="*/ 559610 h 6958335"/>
              <a:gd name="connsiteX1008" fmla="*/ 5603209 w 5896576"/>
              <a:gd name="connsiteY1008" fmla="*/ 597184 h 6958335"/>
              <a:gd name="connsiteX1009" fmla="*/ 5602047 w 5896576"/>
              <a:gd name="connsiteY1009" fmla="*/ 600202 h 6958335"/>
              <a:gd name="connsiteX1010" fmla="*/ 5600964 w 5896576"/>
              <a:gd name="connsiteY1010" fmla="*/ 616339 h 6958335"/>
              <a:gd name="connsiteX1011" fmla="*/ 5592579 w 5896576"/>
              <a:gd name="connsiteY1011" fmla="*/ 624723 h 6958335"/>
              <a:gd name="connsiteX1012" fmla="*/ 5583524 w 5896576"/>
              <a:gd name="connsiteY1012" fmla="*/ 648176 h 6958335"/>
              <a:gd name="connsiteX1013" fmla="*/ 5548186 w 5896576"/>
              <a:gd name="connsiteY1013" fmla="*/ 683515 h 6958335"/>
              <a:gd name="connsiteX1014" fmla="*/ 5583524 w 5896576"/>
              <a:gd name="connsiteY1014" fmla="*/ 648176 h 6958335"/>
              <a:gd name="connsiteX1015" fmla="*/ 5654417 w 5896576"/>
              <a:gd name="connsiteY1015" fmla="*/ 613053 h 6958335"/>
              <a:gd name="connsiteX1016" fmla="*/ 5636312 w 5896576"/>
              <a:gd name="connsiteY1016" fmla="*/ 559610 h 6958335"/>
              <a:gd name="connsiteX1017" fmla="*/ 5796203 w 5896576"/>
              <a:gd name="connsiteY1017" fmla="*/ 542807 h 6958335"/>
              <a:gd name="connsiteX1018" fmla="*/ 5811777 w 5896576"/>
              <a:gd name="connsiteY1018" fmla="*/ 545127 h 6958335"/>
              <a:gd name="connsiteX1019" fmla="*/ 5813507 w 5896576"/>
              <a:gd name="connsiteY1019" fmla="*/ 556783 h 6958335"/>
              <a:gd name="connsiteX1020" fmla="*/ 5811111 w 5896576"/>
              <a:gd name="connsiteY1020" fmla="*/ 559488 h 6958335"/>
              <a:gd name="connsiteX1021" fmla="*/ 5791811 w 5896576"/>
              <a:gd name="connsiteY1021" fmla="*/ 551670 h 6958335"/>
              <a:gd name="connsiteX1022" fmla="*/ 5796203 w 5896576"/>
              <a:gd name="connsiteY1022" fmla="*/ 542807 h 6958335"/>
              <a:gd name="connsiteX1023" fmla="*/ 5072774 w 5896576"/>
              <a:gd name="connsiteY1023" fmla="*/ 510900 h 6958335"/>
              <a:gd name="connsiteX1024" fmla="*/ 5074185 w 5896576"/>
              <a:gd name="connsiteY1024" fmla="*/ 513716 h 6958335"/>
              <a:gd name="connsiteX1025" fmla="*/ 5055161 w 5896576"/>
              <a:gd name="connsiteY1025" fmla="*/ 528512 h 6958335"/>
              <a:gd name="connsiteX1026" fmla="*/ 5072774 w 5896576"/>
              <a:gd name="connsiteY1026" fmla="*/ 510900 h 6958335"/>
              <a:gd name="connsiteX1027" fmla="*/ 5583552 w 5896576"/>
              <a:gd name="connsiteY1027" fmla="*/ 105725 h 6958335"/>
              <a:gd name="connsiteX1028" fmla="*/ 5530709 w 5896576"/>
              <a:gd name="connsiteY1028" fmla="*/ 158569 h 6958335"/>
              <a:gd name="connsiteX1029" fmla="*/ 5583552 w 5896576"/>
              <a:gd name="connsiteY1029" fmla="*/ 105725 h 6958335"/>
              <a:gd name="connsiteX1030" fmla="*/ 5794871 w 5896576"/>
              <a:gd name="connsiteY1030" fmla="*/ 35216 h 6958335"/>
              <a:gd name="connsiteX1031" fmla="*/ 5793030 w 5896576"/>
              <a:gd name="connsiteY1031" fmla="*/ 37058 h 6958335"/>
              <a:gd name="connsiteX1032" fmla="*/ 5790068 w 5896576"/>
              <a:gd name="connsiteY1032" fmla="*/ 40020 h 6958335"/>
              <a:gd name="connsiteX1033" fmla="*/ 5787716 w 5896576"/>
              <a:gd name="connsiteY1033" fmla="*/ 42372 h 6958335"/>
              <a:gd name="connsiteX1034" fmla="*/ 5794871 w 5896576"/>
              <a:gd name="connsiteY1034" fmla="*/ 35216 h 6958335"/>
              <a:gd name="connsiteX1035" fmla="*/ 5794881 w 5896576"/>
              <a:gd name="connsiteY1035" fmla="*/ 0 h 6958335"/>
              <a:gd name="connsiteX1036" fmla="*/ 5812485 w 5896576"/>
              <a:gd name="connsiteY1036" fmla="*/ 17603 h 6958335"/>
              <a:gd name="connsiteX1037" fmla="*/ 5777254 w 5896576"/>
              <a:gd name="connsiteY1037" fmla="*/ 52834 h 6958335"/>
              <a:gd name="connsiteX1038" fmla="*/ 5759641 w 5896576"/>
              <a:gd name="connsiteY1038" fmla="*/ 70447 h 6958335"/>
              <a:gd name="connsiteX1039" fmla="*/ 5777254 w 5896576"/>
              <a:gd name="connsiteY1039" fmla="*/ 52834 h 6958335"/>
              <a:gd name="connsiteX1040" fmla="*/ 5790068 w 5896576"/>
              <a:gd name="connsiteY1040" fmla="*/ 40020 h 6958335"/>
              <a:gd name="connsiteX1041" fmla="*/ 5790466 w 5896576"/>
              <a:gd name="connsiteY1041" fmla="*/ 39622 h 6958335"/>
              <a:gd name="connsiteX1042" fmla="*/ 5793030 w 5896576"/>
              <a:gd name="connsiteY1042" fmla="*/ 37058 h 6958335"/>
              <a:gd name="connsiteX1043" fmla="*/ 5812485 w 5896576"/>
              <a:gd name="connsiteY1043" fmla="*/ 17603 h 6958335"/>
              <a:gd name="connsiteX1044" fmla="*/ 5812470 w 5896576"/>
              <a:gd name="connsiteY1044" fmla="*/ 52816 h 6958335"/>
              <a:gd name="connsiteX1045" fmla="*/ 5724396 w 5896576"/>
              <a:gd name="connsiteY1045" fmla="*/ 140890 h 6958335"/>
              <a:gd name="connsiteX1046" fmla="*/ 5759627 w 5896576"/>
              <a:gd name="connsiteY1046" fmla="*/ 105659 h 6958335"/>
              <a:gd name="connsiteX1047" fmla="*/ 5794844 w 5896576"/>
              <a:gd name="connsiteY1047" fmla="*/ 105650 h 6958335"/>
              <a:gd name="connsiteX1048" fmla="*/ 5777230 w 5896576"/>
              <a:gd name="connsiteY1048" fmla="*/ 123263 h 6958335"/>
              <a:gd name="connsiteX1049" fmla="*/ 5812456 w 5896576"/>
              <a:gd name="connsiteY1049" fmla="*/ 88037 h 6958335"/>
              <a:gd name="connsiteX1050" fmla="*/ 5812443 w 5896576"/>
              <a:gd name="connsiteY1050" fmla="*/ 123249 h 6958335"/>
              <a:gd name="connsiteX1051" fmla="*/ 5830055 w 5896576"/>
              <a:gd name="connsiteY1051" fmla="*/ 105636 h 6958335"/>
              <a:gd name="connsiteX1052" fmla="*/ 5812428 w 5896576"/>
              <a:gd name="connsiteY1052" fmla="*/ 158461 h 6958335"/>
              <a:gd name="connsiteX1053" fmla="*/ 5777198 w 5896576"/>
              <a:gd name="connsiteY1053" fmla="*/ 193691 h 6958335"/>
              <a:gd name="connsiteX1054" fmla="*/ 5741971 w 5896576"/>
              <a:gd name="connsiteY1054" fmla="*/ 228918 h 6958335"/>
              <a:gd name="connsiteX1055" fmla="*/ 5759585 w 5896576"/>
              <a:gd name="connsiteY1055" fmla="*/ 211304 h 6958335"/>
              <a:gd name="connsiteX1056" fmla="*/ 5741957 w 5896576"/>
              <a:gd name="connsiteY1056" fmla="*/ 264139 h 6958335"/>
              <a:gd name="connsiteX1057" fmla="*/ 5724354 w 5896576"/>
              <a:gd name="connsiteY1057" fmla="*/ 246535 h 6958335"/>
              <a:gd name="connsiteX1058" fmla="*/ 5724344 w 5896576"/>
              <a:gd name="connsiteY1058" fmla="*/ 281752 h 6958335"/>
              <a:gd name="connsiteX1059" fmla="*/ 5741957 w 5896576"/>
              <a:gd name="connsiteY1059" fmla="*/ 264139 h 6958335"/>
              <a:gd name="connsiteX1060" fmla="*/ 5759575 w 5896576"/>
              <a:gd name="connsiteY1060" fmla="*/ 246521 h 6958335"/>
              <a:gd name="connsiteX1061" fmla="*/ 5759561 w 5896576"/>
              <a:gd name="connsiteY1061" fmla="*/ 281733 h 6958335"/>
              <a:gd name="connsiteX1062" fmla="*/ 5724316 w 5896576"/>
              <a:gd name="connsiteY1062" fmla="*/ 352176 h 6958335"/>
              <a:gd name="connsiteX1063" fmla="*/ 5671473 w 5896576"/>
              <a:gd name="connsiteY1063" fmla="*/ 405020 h 6958335"/>
              <a:gd name="connsiteX1064" fmla="*/ 5636232 w 5896576"/>
              <a:gd name="connsiteY1064" fmla="*/ 475467 h 6958335"/>
              <a:gd name="connsiteX1065" fmla="*/ 5671463 w 5896576"/>
              <a:gd name="connsiteY1065" fmla="*/ 440237 h 6958335"/>
              <a:gd name="connsiteX1066" fmla="*/ 5672246 w 5896576"/>
              <a:gd name="connsiteY1066" fmla="*/ 443119 h 6958335"/>
              <a:gd name="connsiteX1067" fmla="*/ 5807370 w 5896576"/>
              <a:gd name="connsiteY1067" fmla="*/ 287382 h 6958335"/>
              <a:gd name="connsiteX1068" fmla="*/ 5815448 w 5896576"/>
              <a:gd name="connsiteY1068" fmla="*/ 283219 h 6958335"/>
              <a:gd name="connsiteX1069" fmla="*/ 5823231 w 5896576"/>
              <a:gd name="connsiteY1069" fmla="*/ 269102 h 6958335"/>
              <a:gd name="connsiteX1070" fmla="*/ 5847687 w 5896576"/>
              <a:gd name="connsiteY1070" fmla="*/ 240916 h 6958335"/>
              <a:gd name="connsiteX1071" fmla="*/ 5827811 w 5896576"/>
              <a:gd name="connsiteY1071" fmla="*/ 260796 h 6958335"/>
              <a:gd name="connsiteX1072" fmla="*/ 5823231 w 5896576"/>
              <a:gd name="connsiteY1072" fmla="*/ 269102 h 6958335"/>
              <a:gd name="connsiteX1073" fmla="*/ 5807370 w 5896576"/>
              <a:gd name="connsiteY1073" fmla="*/ 287382 h 6958335"/>
              <a:gd name="connsiteX1074" fmla="*/ 5794679 w 5896576"/>
              <a:gd name="connsiteY1074" fmla="*/ 293924 h 6958335"/>
              <a:gd name="connsiteX1075" fmla="*/ 5865356 w 5896576"/>
              <a:gd name="connsiteY1075" fmla="*/ 223247 h 6958335"/>
              <a:gd name="connsiteX1076" fmla="*/ 5896576 w 5896576"/>
              <a:gd name="connsiteY1076" fmla="*/ 192028 h 6958335"/>
              <a:gd name="connsiteX1077" fmla="*/ 5896576 w 5896576"/>
              <a:gd name="connsiteY1077" fmla="*/ 294708 h 6958335"/>
              <a:gd name="connsiteX1078" fmla="*/ 5859329 w 5896576"/>
              <a:gd name="connsiteY1078" fmla="*/ 327650 h 6958335"/>
              <a:gd name="connsiteX1079" fmla="*/ 5795551 w 5896576"/>
              <a:gd name="connsiteY1079" fmla="*/ 436140 h 6958335"/>
              <a:gd name="connsiteX1080" fmla="*/ 5777887 w 5896576"/>
              <a:gd name="connsiteY1080" fmla="*/ 453814 h 6958335"/>
              <a:gd name="connsiteX1081" fmla="*/ 5689320 w 5896576"/>
              <a:gd name="connsiteY1081" fmla="*/ 506602 h 6958335"/>
              <a:gd name="connsiteX1082" fmla="*/ 5689540 w 5896576"/>
              <a:gd name="connsiteY1082" fmla="*/ 542161 h 6958335"/>
              <a:gd name="connsiteX1083" fmla="*/ 5653981 w 5896576"/>
              <a:gd name="connsiteY1083" fmla="*/ 541940 h 6958335"/>
              <a:gd name="connsiteX1084" fmla="*/ 5672086 w 5896576"/>
              <a:gd name="connsiteY1084" fmla="*/ 595384 h 6958335"/>
              <a:gd name="connsiteX1085" fmla="*/ 5781807 w 5896576"/>
              <a:gd name="connsiteY1085" fmla="*/ 470783 h 6958335"/>
              <a:gd name="connsiteX1086" fmla="*/ 5896576 w 5896576"/>
              <a:gd name="connsiteY1086" fmla="*/ 339204 h 6958335"/>
              <a:gd name="connsiteX1087" fmla="*/ 5896576 w 5896576"/>
              <a:gd name="connsiteY1087" fmla="*/ 428159 h 6958335"/>
              <a:gd name="connsiteX1088" fmla="*/ 5880867 w 5896576"/>
              <a:gd name="connsiteY1088" fmla="*/ 443053 h 6958335"/>
              <a:gd name="connsiteX1089" fmla="*/ 5866880 w 5896576"/>
              <a:gd name="connsiteY1089" fmla="*/ 472130 h 6958335"/>
              <a:gd name="connsiteX1090" fmla="*/ 5796203 w 5896576"/>
              <a:gd name="connsiteY1090" fmla="*/ 542807 h 6958335"/>
              <a:gd name="connsiteX1091" fmla="*/ 5760864 w 5896576"/>
              <a:gd name="connsiteY1091" fmla="*/ 578146 h 6958335"/>
              <a:gd name="connsiteX1092" fmla="*/ 5743415 w 5896576"/>
              <a:gd name="connsiteY1092" fmla="*/ 631374 h 6958335"/>
              <a:gd name="connsiteX1093" fmla="*/ 5760864 w 5896576"/>
              <a:gd name="connsiteY1093" fmla="*/ 578146 h 6958335"/>
              <a:gd name="connsiteX1094" fmla="*/ 5778754 w 5896576"/>
              <a:gd name="connsiteY1094" fmla="*/ 596036 h 6958335"/>
              <a:gd name="connsiteX1095" fmla="*/ 5811111 w 5896576"/>
              <a:gd name="connsiteY1095" fmla="*/ 559488 h 6958335"/>
              <a:gd name="connsiteX1096" fmla="*/ 5814092 w 5896576"/>
              <a:gd name="connsiteY1096" fmla="*/ 560697 h 6958335"/>
              <a:gd name="connsiteX1097" fmla="*/ 5813507 w 5896576"/>
              <a:gd name="connsiteY1097" fmla="*/ 556783 h 6958335"/>
              <a:gd name="connsiteX1098" fmla="*/ 5882477 w 5896576"/>
              <a:gd name="connsiteY1098" fmla="*/ 478898 h 6958335"/>
              <a:gd name="connsiteX1099" fmla="*/ 5896576 w 5896576"/>
              <a:gd name="connsiteY1099" fmla="*/ 464304 h 6958335"/>
              <a:gd name="connsiteX1100" fmla="*/ 5896576 w 5896576"/>
              <a:gd name="connsiteY1100" fmla="*/ 513983 h 6958335"/>
              <a:gd name="connsiteX1101" fmla="*/ 5872935 w 5896576"/>
              <a:gd name="connsiteY1101" fmla="*/ 537624 h 6958335"/>
              <a:gd name="connsiteX1102" fmla="*/ 5858481 w 5896576"/>
              <a:gd name="connsiteY1102" fmla="*/ 552078 h 6958335"/>
              <a:gd name="connsiteX1103" fmla="*/ 5855449 w 5896576"/>
              <a:gd name="connsiteY1103" fmla="*/ 555110 h 6958335"/>
              <a:gd name="connsiteX1104" fmla="*/ 5814308 w 5896576"/>
              <a:gd name="connsiteY1104" fmla="*/ 596251 h 6958335"/>
              <a:gd name="connsiteX1105" fmla="*/ 5838600 w 5896576"/>
              <a:gd name="connsiteY1105" fmla="*/ 571959 h 6958335"/>
              <a:gd name="connsiteX1106" fmla="*/ 5855449 w 5896576"/>
              <a:gd name="connsiteY1106" fmla="*/ 555110 h 6958335"/>
              <a:gd name="connsiteX1107" fmla="*/ 5872935 w 5896576"/>
              <a:gd name="connsiteY1107" fmla="*/ 537624 h 6958335"/>
              <a:gd name="connsiteX1108" fmla="*/ 5883877 w 5896576"/>
              <a:gd name="connsiteY1108" fmla="*/ 526682 h 6958335"/>
              <a:gd name="connsiteX1109" fmla="*/ 5896576 w 5896576"/>
              <a:gd name="connsiteY1109" fmla="*/ 513983 h 6958335"/>
              <a:gd name="connsiteX1110" fmla="*/ 5896576 w 5896576"/>
              <a:gd name="connsiteY1110" fmla="*/ 593478 h 6958335"/>
              <a:gd name="connsiteX1111" fmla="*/ 5879201 w 5896576"/>
              <a:gd name="connsiteY1111" fmla="*/ 606065 h 6958335"/>
              <a:gd name="connsiteX1112" fmla="*/ 5885421 w 5896576"/>
              <a:gd name="connsiteY1112" fmla="*/ 596687 h 6958335"/>
              <a:gd name="connsiteX1113" fmla="*/ 5867752 w 5896576"/>
              <a:gd name="connsiteY1113" fmla="*/ 614356 h 6958335"/>
              <a:gd name="connsiteX1114" fmla="*/ 5879201 w 5896576"/>
              <a:gd name="connsiteY1114" fmla="*/ 606065 h 6958335"/>
              <a:gd name="connsiteX1115" fmla="*/ 5858996 w 5896576"/>
              <a:gd name="connsiteY1115" fmla="*/ 636525 h 6958335"/>
              <a:gd name="connsiteX1116" fmla="*/ 5832413 w 5896576"/>
              <a:gd name="connsiteY1116" fmla="*/ 649695 h 6958335"/>
              <a:gd name="connsiteX1117" fmla="*/ 5797290 w 5896576"/>
              <a:gd name="connsiteY1117" fmla="*/ 720588 h 6958335"/>
              <a:gd name="connsiteX1118" fmla="*/ 5691274 w 5896576"/>
              <a:gd name="connsiteY1118" fmla="*/ 826603 h 6958335"/>
              <a:gd name="connsiteX1119" fmla="*/ 5673605 w 5896576"/>
              <a:gd name="connsiteY1119" fmla="*/ 844273 h 6958335"/>
              <a:gd name="connsiteX1120" fmla="*/ 5655936 w 5896576"/>
              <a:gd name="connsiteY1120" fmla="*/ 861942 h 6958335"/>
              <a:gd name="connsiteX1121" fmla="*/ 5638267 w 5896576"/>
              <a:gd name="connsiteY1121" fmla="*/ 879611 h 6958335"/>
              <a:gd name="connsiteX1122" fmla="*/ 5585263 w 5896576"/>
              <a:gd name="connsiteY1122" fmla="*/ 932614 h 6958335"/>
              <a:gd name="connsiteX1123" fmla="*/ 5585479 w 5896576"/>
              <a:gd name="connsiteY1123" fmla="*/ 968168 h 6958335"/>
              <a:gd name="connsiteX1124" fmla="*/ 5479463 w 5896576"/>
              <a:gd name="connsiteY1124" fmla="*/ 1074184 h 6958335"/>
              <a:gd name="connsiteX1125" fmla="*/ 5443909 w 5896576"/>
              <a:gd name="connsiteY1125" fmla="*/ 1073969 h 6958335"/>
              <a:gd name="connsiteX1126" fmla="*/ 5073075 w 5896576"/>
              <a:gd name="connsiteY1126" fmla="*/ 1480573 h 6958335"/>
              <a:gd name="connsiteX1127" fmla="*/ 5726829 w 5896576"/>
              <a:gd name="connsiteY1127" fmla="*/ 826819 h 6958335"/>
              <a:gd name="connsiteX1128" fmla="*/ 5744498 w 5896576"/>
              <a:gd name="connsiteY1128" fmla="*/ 809150 h 6958335"/>
              <a:gd name="connsiteX1129" fmla="*/ 5815175 w 5896576"/>
              <a:gd name="connsiteY1129" fmla="*/ 738472 h 6958335"/>
              <a:gd name="connsiteX1130" fmla="*/ 5852873 w 5896576"/>
              <a:gd name="connsiteY1130" fmla="*/ 680095 h 6958335"/>
              <a:gd name="connsiteX1131" fmla="*/ 5896576 w 5896576"/>
              <a:gd name="connsiteY1131" fmla="*/ 627580 h 6958335"/>
              <a:gd name="connsiteX1132" fmla="*/ 5896576 w 5896576"/>
              <a:gd name="connsiteY1132" fmla="*/ 692850 h 6958335"/>
              <a:gd name="connsiteX1133" fmla="*/ 5889109 w 5896576"/>
              <a:gd name="connsiteY1133" fmla="*/ 700317 h 6958335"/>
              <a:gd name="connsiteX1134" fmla="*/ 5868403 w 5896576"/>
              <a:gd name="connsiteY1134" fmla="*/ 721023 h 6958335"/>
              <a:gd name="connsiteX1135" fmla="*/ 5882025 w 5896576"/>
              <a:gd name="connsiteY1135" fmla="*/ 723050 h 6958335"/>
              <a:gd name="connsiteX1136" fmla="*/ 5896576 w 5896576"/>
              <a:gd name="connsiteY1136" fmla="*/ 710640 h 6958335"/>
              <a:gd name="connsiteX1137" fmla="*/ 5896576 w 5896576"/>
              <a:gd name="connsiteY1137" fmla="*/ 759524 h 6958335"/>
              <a:gd name="connsiteX1138" fmla="*/ 5880615 w 5896576"/>
              <a:gd name="connsiteY1138" fmla="*/ 765261 h 6958335"/>
              <a:gd name="connsiteX1139" fmla="*/ 5833496 w 5896576"/>
              <a:gd name="connsiteY1139" fmla="*/ 827470 h 6958335"/>
              <a:gd name="connsiteX1140" fmla="*/ 5568681 w 5896576"/>
              <a:gd name="connsiteY1140" fmla="*/ 1128063 h 6958335"/>
              <a:gd name="connsiteX1141" fmla="*/ 5480115 w 5896576"/>
              <a:gd name="connsiteY1141" fmla="*/ 1180851 h 6958335"/>
              <a:gd name="connsiteX1142" fmla="*/ 5498004 w 5896576"/>
              <a:gd name="connsiteY1142" fmla="*/ 1198741 h 6958335"/>
              <a:gd name="connsiteX1143" fmla="*/ 5409653 w 5896576"/>
              <a:gd name="connsiteY1143" fmla="*/ 1287083 h 6958335"/>
              <a:gd name="connsiteX1144" fmla="*/ 5286193 w 5896576"/>
              <a:gd name="connsiteY1144" fmla="*/ 1446322 h 6958335"/>
              <a:gd name="connsiteX1145" fmla="*/ 5568681 w 5896576"/>
              <a:gd name="connsiteY1145" fmla="*/ 1128063 h 6958335"/>
              <a:gd name="connsiteX1146" fmla="*/ 5685739 w 5896576"/>
              <a:gd name="connsiteY1146" fmla="*/ 1011006 h 6958335"/>
              <a:gd name="connsiteX1147" fmla="*/ 5798382 w 5896576"/>
              <a:gd name="connsiteY1147" fmla="*/ 898363 h 6958335"/>
              <a:gd name="connsiteX1148" fmla="*/ 5829381 w 5896576"/>
              <a:gd name="connsiteY1148" fmla="*/ 880778 h 6958335"/>
              <a:gd name="connsiteX1149" fmla="*/ 5833711 w 5896576"/>
              <a:gd name="connsiteY1149" fmla="*/ 863025 h 6958335"/>
              <a:gd name="connsiteX1150" fmla="*/ 5886504 w 5896576"/>
              <a:gd name="connsiteY1150" fmla="*/ 774462 h 6958335"/>
              <a:gd name="connsiteX1151" fmla="*/ 5896576 w 5896576"/>
              <a:gd name="connsiteY1151" fmla="*/ 768286 h 6958335"/>
              <a:gd name="connsiteX1152" fmla="*/ 5896576 w 5896576"/>
              <a:gd name="connsiteY1152" fmla="*/ 832671 h 6958335"/>
              <a:gd name="connsiteX1153" fmla="*/ 5867523 w 5896576"/>
              <a:gd name="connsiteY1153" fmla="*/ 849902 h 6958335"/>
              <a:gd name="connsiteX1154" fmla="*/ 5763254 w 5896576"/>
              <a:gd name="connsiteY1154" fmla="*/ 969260 h 6958335"/>
              <a:gd name="connsiteX1155" fmla="*/ 5816478 w 5896576"/>
              <a:gd name="connsiteY1155" fmla="*/ 951807 h 6958335"/>
              <a:gd name="connsiteX1156" fmla="*/ 5798808 w 5896576"/>
              <a:gd name="connsiteY1156" fmla="*/ 969476 h 6958335"/>
              <a:gd name="connsiteX1157" fmla="*/ 5860731 w 5896576"/>
              <a:gd name="connsiteY1157" fmla="*/ 920967 h 6958335"/>
              <a:gd name="connsiteX1158" fmla="*/ 5896576 w 5896576"/>
              <a:gd name="connsiteY1158" fmla="*/ 877333 h 6958335"/>
              <a:gd name="connsiteX1159" fmla="*/ 5896576 w 5896576"/>
              <a:gd name="connsiteY1159" fmla="*/ 935696 h 6958335"/>
              <a:gd name="connsiteX1160" fmla="*/ 5891953 w 5896576"/>
              <a:gd name="connsiteY1160" fmla="*/ 938935 h 6958335"/>
              <a:gd name="connsiteX1161" fmla="*/ 5852252 w 5896576"/>
              <a:gd name="connsiteY1161" fmla="*/ 987581 h 6958335"/>
              <a:gd name="connsiteX1162" fmla="*/ 5887806 w 5896576"/>
              <a:gd name="connsiteY1162" fmla="*/ 987797 h 6958335"/>
              <a:gd name="connsiteX1163" fmla="*/ 5895782 w 5896576"/>
              <a:gd name="connsiteY1163" fmla="*/ 974791 h 6958335"/>
              <a:gd name="connsiteX1164" fmla="*/ 5896576 w 5896576"/>
              <a:gd name="connsiteY1164" fmla="*/ 971770 h 6958335"/>
              <a:gd name="connsiteX1165" fmla="*/ 5896576 w 5896576"/>
              <a:gd name="connsiteY1165" fmla="*/ 981989 h 6958335"/>
              <a:gd name="connsiteX1166" fmla="*/ 5885877 w 5896576"/>
              <a:gd name="connsiteY1166" fmla="*/ 990285 h 6958335"/>
              <a:gd name="connsiteX1167" fmla="*/ 5870137 w 5896576"/>
              <a:gd name="connsiteY1167" fmla="*/ 1005466 h 6958335"/>
              <a:gd name="connsiteX1168" fmla="*/ 5890692 w 5896576"/>
              <a:gd name="connsiteY1168" fmla="*/ 1005591 h 6958335"/>
              <a:gd name="connsiteX1169" fmla="*/ 5896576 w 5896576"/>
              <a:gd name="connsiteY1169" fmla="*/ 1005626 h 6958335"/>
              <a:gd name="connsiteX1170" fmla="*/ 5896576 w 5896576"/>
              <a:gd name="connsiteY1170" fmla="*/ 1076909 h 6958335"/>
              <a:gd name="connsiteX1171" fmla="*/ 5890849 w 5896576"/>
              <a:gd name="connsiteY1171" fmla="*/ 1076978 h 6958335"/>
              <a:gd name="connsiteX1172" fmla="*/ 5888458 w 5896576"/>
              <a:gd name="connsiteY1172" fmla="*/ 1094464 h 6958335"/>
              <a:gd name="connsiteX1173" fmla="*/ 5896576 w 5896576"/>
              <a:gd name="connsiteY1173" fmla="*/ 1089486 h 6958335"/>
              <a:gd name="connsiteX1174" fmla="*/ 5896576 w 5896576"/>
              <a:gd name="connsiteY1174" fmla="*/ 1105417 h 6958335"/>
              <a:gd name="connsiteX1175" fmla="*/ 5885422 w 5896576"/>
              <a:gd name="connsiteY1175" fmla="*/ 1097500 h 6958335"/>
              <a:gd name="connsiteX1176" fmla="*/ 5872944 w 5896576"/>
              <a:gd name="connsiteY1176" fmla="*/ 1101035 h 6958335"/>
              <a:gd name="connsiteX1177" fmla="*/ 5853120 w 5896576"/>
              <a:gd name="connsiteY1177" fmla="*/ 1129802 h 6958335"/>
              <a:gd name="connsiteX1178" fmla="*/ 5838247 w 5896576"/>
              <a:gd name="connsiteY1178" fmla="*/ 1150264 h 6958335"/>
              <a:gd name="connsiteX1179" fmla="*/ 5839478 w 5896576"/>
              <a:gd name="connsiteY1179" fmla="*/ 1157784 h 6958335"/>
              <a:gd name="connsiteX1180" fmla="*/ 5824409 w 5896576"/>
              <a:gd name="connsiteY1180" fmla="*/ 1158513 h 6958335"/>
              <a:gd name="connsiteX1181" fmla="*/ 5782231 w 5896576"/>
              <a:gd name="connsiteY1181" fmla="*/ 1164921 h 6958335"/>
              <a:gd name="connsiteX1182" fmla="*/ 5782447 w 5896576"/>
              <a:gd name="connsiteY1182" fmla="*/ 1200475 h 6958335"/>
              <a:gd name="connsiteX1183" fmla="*/ 5818001 w 5896576"/>
              <a:gd name="connsiteY1183" fmla="*/ 1200691 h 6958335"/>
              <a:gd name="connsiteX1184" fmla="*/ 5800116 w 5896576"/>
              <a:gd name="connsiteY1184" fmla="*/ 1182806 h 6958335"/>
              <a:gd name="connsiteX1185" fmla="*/ 5853335 w 5896576"/>
              <a:gd name="connsiteY1185" fmla="*/ 1165357 h 6958335"/>
              <a:gd name="connsiteX1186" fmla="*/ 5848845 w 5896576"/>
              <a:gd name="connsiteY1186" fmla="*/ 1156443 h 6958335"/>
              <a:gd name="connsiteX1187" fmla="*/ 5861832 w 5896576"/>
              <a:gd name="connsiteY1187" fmla="*/ 1151310 h 6958335"/>
              <a:gd name="connsiteX1188" fmla="*/ 5862146 w 5896576"/>
              <a:gd name="connsiteY1188" fmla="*/ 1152074 h 6958335"/>
              <a:gd name="connsiteX1189" fmla="*/ 5863274 w 5896576"/>
              <a:gd name="connsiteY1189" fmla="*/ 1154858 h 6958335"/>
              <a:gd name="connsiteX1190" fmla="*/ 5868034 w 5896576"/>
              <a:gd name="connsiteY1190" fmla="*/ 1150442 h 6958335"/>
              <a:gd name="connsiteX1191" fmla="*/ 5870785 w 5896576"/>
              <a:gd name="connsiteY1191" fmla="*/ 1157408 h 6958335"/>
              <a:gd name="connsiteX1192" fmla="*/ 5888889 w 5896576"/>
              <a:gd name="connsiteY1192" fmla="*/ 1165572 h 6958335"/>
              <a:gd name="connsiteX1193" fmla="*/ 5896576 w 5896576"/>
              <a:gd name="connsiteY1193" fmla="*/ 1155291 h 6958335"/>
              <a:gd name="connsiteX1194" fmla="*/ 5896576 w 5896576"/>
              <a:gd name="connsiteY1194" fmla="*/ 1449658 h 6958335"/>
              <a:gd name="connsiteX1195" fmla="*/ 5892868 w 5896576"/>
              <a:gd name="connsiteY1195" fmla="*/ 1452250 h 6958335"/>
              <a:gd name="connsiteX1196" fmla="*/ 5863159 w 5896576"/>
              <a:gd name="connsiteY1196" fmla="*/ 1480498 h 6958335"/>
              <a:gd name="connsiteX1197" fmla="*/ 5855294 w 5896576"/>
              <a:gd name="connsiteY1197" fmla="*/ 1485353 h 6958335"/>
              <a:gd name="connsiteX1198" fmla="*/ 5854357 w 5896576"/>
              <a:gd name="connsiteY1198" fmla="*/ 1488859 h 6958335"/>
              <a:gd name="connsiteX1199" fmla="*/ 5802286 w 5896576"/>
              <a:gd name="connsiteY1199" fmla="*/ 1538361 h 6958335"/>
              <a:gd name="connsiteX1200" fmla="*/ 5835524 w 5896576"/>
              <a:gd name="connsiteY1200" fmla="*/ 1523008 h 6958335"/>
              <a:gd name="connsiteX1201" fmla="*/ 5849617 w 5896576"/>
              <a:gd name="connsiteY1201" fmla="*/ 1511151 h 6958335"/>
              <a:gd name="connsiteX1202" fmla="*/ 5855510 w 5896576"/>
              <a:gd name="connsiteY1202" fmla="*/ 1520908 h 6958335"/>
              <a:gd name="connsiteX1203" fmla="*/ 5849618 w 5896576"/>
              <a:gd name="connsiteY1203" fmla="*/ 1511150 h 6958335"/>
              <a:gd name="connsiteX1204" fmla="*/ 5849617 w 5896576"/>
              <a:gd name="connsiteY1204" fmla="*/ 1511151 h 6958335"/>
              <a:gd name="connsiteX1205" fmla="*/ 5848775 w 5896576"/>
              <a:gd name="connsiteY1205" fmla="*/ 1509758 h 6958335"/>
              <a:gd name="connsiteX1206" fmla="*/ 5854357 w 5896576"/>
              <a:gd name="connsiteY1206" fmla="*/ 1488859 h 6958335"/>
              <a:gd name="connsiteX1207" fmla="*/ 5863159 w 5896576"/>
              <a:gd name="connsiteY1207" fmla="*/ 1480498 h 6958335"/>
              <a:gd name="connsiteX1208" fmla="*/ 5896576 w 5896576"/>
              <a:gd name="connsiteY1208" fmla="*/ 1459848 h 6958335"/>
              <a:gd name="connsiteX1209" fmla="*/ 5896576 w 5896576"/>
              <a:gd name="connsiteY1209" fmla="*/ 1546754 h 6958335"/>
              <a:gd name="connsiteX1210" fmla="*/ 5867170 w 5896576"/>
              <a:gd name="connsiteY1210" fmla="*/ 1565146 h 6958335"/>
              <a:gd name="connsiteX1211" fmla="*/ 5785053 w 5896576"/>
              <a:gd name="connsiteY1211" fmla="*/ 1627143 h 6958335"/>
              <a:gd name="connsiteX1212" fmla="*/ 5785268 w 5896576"/>
              <a:gd name="connsiteY1212" fmla="*/ 1662698 h 6958335"/>
              <a:gd name="connsiteX1213" fmla="*/ 5714591 w 5896576"/>
              <a:gd name="connsiteY1213" fmla="*/ 1733375 h 6958335"/>
              <a:gd name="connsiteX1214" fmla="*/ 5617331 w 5896576"/>
              <a:gd name="connsiteY1214" fmla="*/ 1817222 h 6958335"/>
              <a:gd name="connsiteX1215" fmla="*/ 5534299 w 5896576"/>
              <a:gd name="connsiteY1215" fmla="*/ 1911727 h 6958335"/>
              <a:gd name="connsiteX1216" fmla="*/ 5504664 w 5896576"/>
              <a:gd name="connsiteY1216" fmla="*/ 1925417 h 6958335"/>
              <a:gd name="connsiteX1217" fmla="*/ 5484680 w 5896576"/>
              <a:gd name="connsiteY1217" fmla="*/ 1927517 h 6958335"/>
              <a:gd name="connsiteX1218" fmla="*/ 5519798 w 5896576"/>
              <a:gd name="connsiteY1218" fmla="*/ 1856619 h 6958335"/>
              <a:gd name="connsiteX1219" fmla="*/ 5608144 w 5896576"/>
              <a:gd name="connsiteY1219" fmla="*/ 1768273 h 6958335"/>
              <a:gd name="connsiteX1220" fmla="*/ 5625814 w 5896576"/>
              <a:gd name="connsiteY1220" fmla="*/ 1750603 h 6958335"/>
              <a:gd name="connsiteX1221" fmla="*/ 5643478 w 5896576"/>
              <a:gd name="connsiteY1221" fmla="*/ 1732939 h 6958335"/>
              <a:gd name="connsiteX1222" fmla="*/ 5696706 w 5896576"/>
              <a:gd name="connsiteY1222" fmla="*/ 1715490 h 6958335"/>
              <a:gd name="connsiteX1223" fmla="*/ 5661368 w 5896576"/>
              <a:gd name="connsiteY1223" fmla="*/ 1750828 h 6958335"/>
              <a:gd name="connsiteX1224" fmla="*/ 5696706 w 5896576"/>
              <a:gd name="connsiteY1224" fmla="*/ 1715490 h 6958335"/>
              <a:gd name="connsiteX1225" fmla="*/ 5661152 w 5896576"/>
              <a:gd name="connsiteY1225" fmla="*/ 1715265 h 6958335"/>
              <a:gd name="connsiteX1226" fmla="*/ 5696491 w 5896576"/>
              <a:gd name="connsiteY1226" fmla="*/ 1679926 h 6958335"/>
              <a:gd name="connsiteX1227" fmla="*/ 5714380 w 5896576"/>
              <a:gd name="connsiteY1227" fmla="*/ 1697816 h 6958335"/>
              <a:gd name="connsiteX1228" fmla="*/ 5731825 w 5896576"/>
              <a:gd name="connsiteY1228" fmla="*/ 1644592 h 6958335"/>
              <a:gd name="connsiteX1229" fmla="*/ 5732045 w 5896576"/>
              <a:gd name="connsiteY1229" fmla="*/ 1680151 h 6958335"/>
              <a:gd name="connsiteX1230" fmla="*/ 5749714 w 5896576"/>
              <a:gd name="connsiteY1230" fmla="*/ 1662482 h 6958335"/>
              <a:gd name="connsiteX1231" fmla="*/ 5731825 w 5896576"/>
              <a:gd name="connsiteY1231" fmla="*/ 1644592 h 6958335"/>
              <a:gd name="connsiteX1232" fmla="*/ 5802722 w 5896576"/>
              <a:gd name="connsiteY1232" fmla="*/ 1609474 h 6958335"/>
              <a:gd name="connsiteX1233" fmla="*/ 5837840 w 5896576"/>
              <a:gd name="connsiteY1233" fmla="*/ 1538577 h 6958335"/>
              <a:gd name="connsiteX1234" fmla="*/ 5766948 w 5896576"/>
              <a:gd name="connsiteY1234" fmla="*/ 1573700 h 6958335"/>
              <a:gd name="connsiteX1235" fmla="*/ 5731609 w 5896576"/>
              <a:gd name="connsiteY1235" fmla="*/ 1609038 h 6958335"/>
              <a:gd name="connsiteX1236" fmla="*/ 5713724 w 5896576"/>
              <a:gd name="connsiteY1236" fmla="*/ 1591154 h 6958335"/>
              <a:gd name="connsiteX1237" fmla="*/ 5713940 w 5896576"/>
              <a:gd name="connsiteY1237" fmla="*/ 1626708 h 6958335"/>
              <a:gd name="connsiteX1238" fmla="*/ 5466575 w 5896576"/>
              <a:gd name="connsiteY1238" fmla="*/ 1874073 h 6958335"/>
              <a:gd name="connsiteX1239" fmla="*/ 5360775 w 5896576"/>
              <a:gd name="connsiteY1239" fmla="*/ 2015643 h 6958335"/>
              <a:gd name="connsiteX1240" fmla="*/ 5307771 w 5896576"/>
              <a:gd name="connsiteY1240" fmla="*/ 2068646 h 6958335"/>
              <a:gd name="connsiteX1241" fmla="*/ 5289886 w 5896576"/>
              <a:gd name="connsiteY1241" fmla="*/ 2050761 h 6958335"/>
              <a:gd name="connsiteX1242" fmla="*/ 5290102 w 5896576"/>
              <a:gd name="connsiteY1242" fmla="*/ 2086315 h 6958335"/>
              <a:gd name="connsiteX1243" fmla="*/ 5184086 w 5896576"/>
              <a:gd name="connsiteY1243" fmla="*/ 2192331 h 6958335"/>
              <a:gd name="connsiteX1244" fmla="*/ 5148532 w 5896576"/>
              <a:gd name="connsiteY1244" fmla="*/ 2192115 h 6958335"/>
              <a:gd name="connsiteX1245" fmla="*/ 5113409 w 5896576"/>
              <a:gd name="connsiteY1245" fmla="*/ 2263008 h 6958335"/>
              <a:gd name="connsiteX1246" fmla="*/ 5148748 w 5896576"/>
              <a:gd name="connsiteY1246" fmla="*/ 2227669 h 6958335"/>
              <a:gd name="connsiteX1247" fmla="*/ 5123106 w 5896576"/>
              <a:gd name="connsiteY1247" fmla="*/ 2263069 h 6958335"/>
              <a:gd name="connsiteX1248" fmla="*/ 5090397 w 5896576"/>
              <a:gd name="connsiteY1248" fmla="*/ 2290688 h 6958335"/>
              <a:gd name="connsiteX1249" fmla="*/ 5078071 w 5896576"/>
              <a:gd name="connsiteY1249" fmla="*/ 2298346 h 6958335"/>
              <a:gd name="connsiteX1250" fmla="*/ 5077649 w 5896576"/>
              <a:gd name="connsiteY1250" fmla="*/ 2301459 h 6958335"/>
              <a:gd name="connsiteX1251" fmla="*/ 5060401 w 5896576"/>
              <a:gd name="connsiteY1251" fmla="*/ 2316016 h 6958335"/>
              <a:gd name="connsiteX1252" fmla="*/ 5075943 w 5896576"/>
              <a:gd name="connsiteY1252" fmla="*/ 2313888 h 6958335"/>
              <a:gd name="connsiteX1253" fmla="*/ 5077649 w 5896576"/>
              <a:gd name="connsiteY1253" fmla="*/ 2301459 h 6958335"/>
              <a:gd name="connsiteX1254" fmla="*/ 5090397 w 5896576"/>
              <a:gd name="connsiteY1254" fmla="*/ 2290688 h 6958335"/>
              <a:gd name="connsiteX1255" fmla="*/ 5113489 w 5896576"/>
              <a:gd name="connsiteY1255" fmla="*/ 2276342 h 6958335"/>
              <a:gd name="connsiteX1256" fmla="*/ 5123106 w 5896576"/>
              <a:gd name="connsiteY1256" fmla="*/ 2263069 h 6958335"/>
              <a:gd name="connsiteX1257" fmla="*/ 5175360 w 5896576"/>
              <a:gd name="connsiteY1257" fmla="*/ 2218943 h 6958335"/>
              <a:gd name="connsiteX1258" fmla="*/ 5290322 w 5896576"/>
              <a:gd name="connsiteY1258" fmla="*/ 2121874 h 6958335"/>
              <a:gd name="connsiteX1259" fmla="*/ 5290102 w 5896576"/>
              <a:gd name="connsiteY1259" fmla="*/ 2086315 h 6958335"/>
              <a:gd name="connsiteX1260" fmla="*/ 5484680 w 5896576"/>
              <a:gd name="connsiteY1260" fmla="*/ 1927517 h 6958335"/>
              <a:gd name="connsiteX1261" fmla="*/ 5484895 w 5896576"/>
              <a:gd name="connsiteY1261" fmla="*/ 1963071 h 6958335"/>
              <a:gd name="connsiteX1262" fmla="*/ 5467010 w 5896576"/>
              <a:gd name="connsiteY1262" fmla="*/ 1945186 h 6958335"/>
              <a:gd name="connsiteX1263" fmla="*/ 5449557 w 5896576"/>
              <a:gd name="connsiteY1263" fmla="*/ 1998409 h 6958335"/>
              <a:gd name="connsiteX1264" fmla="*/ 5414218 w 5896576"/>
              <a:gd name="connsiteY1264" fmla="*/ 2033748 h 6958335"/>
              <a:gd name="connsiteX1265" fmla="*/ 5400781 w 5896576"/>
              <a:gd name="connsiteY1265" fmla="*/ 2015886 h 6958335"/>
              <a:gd name="connsiteX1266" fmla="*/ 5396357 w 5896576"/>
              <a:gd name="connsiteY1266" fmla="*/ 2019814 h 6958335"/>
              <a:gd name="connsiteX1267" fmla="*/ 5396333 w 5896576"/>
              <a:gd name="connsiteY1267" fmla="*/ 2015863 h 6958335"/>
              <a:gd name="connsiteX1268" fmla="*/ 5391796 w 5896576"/>
              <a:gd name="connsiteY1268" fmla="*/ 2023859 h 6958335"/>
              <a:gd name="connsiteX1269" fmla="*/ 5360995 w 5896576"/>
              <a:gd name="connsiteY1269" fmla="*/ 2051202 h 6958335"/>
              <a:gd name="connsiteX1270" fmla="*/ 5325661 w 5896576"/>
              <a:gd name="connsiteY1270" fmla="*/ 2086536 h 6958335"/>
              <a:gd name="connsiteX1271" fmla="*/ 5361431 w 5896576"/>
              <a:gd name="connsiteY1271" fmla="*/ 2122305 h 6958335"/>
              <a:gd name="connsiteX1272" fmla="*/ 5379100 w 5896576"/>
              <a:gd name="connsiteY1272" fmla="*/ 2104636 h 6958335"/>
              <a:gd name="connsiteX1273" fmla="*/ 5360995 w 5896576"/>
              <a:gd name="connsiteY1273" fmla="*/ 2051202 h 6958335"/>
              <a:gd name="connsiteX1274" fmla="*/ 5378749 w 5896576"/>
              <a:gd name="connsiteY1274" fmla="*/ 2046861 h 6958335"/>
              <a:gd name="connsiteX1275" fmla="*/ 5391796 w 5896576"/>
              <a:gd name="connsiteY1275" fmla="*/ 2023859 h 6958335"/>
              <a:gd name="connsiteX1276" fmla="*/ 5396357 w 5896576"/>
              <a:gd name="connsiteY1276" fmla="*/ 2019814 h 6958335"/>
              <a:gd name="connsiteX1277" fmla="*/ 5396549 w 5896576"/>
              <a:gd name="connsiteY1277" fmla="*/ 2051417 h 6958335"/>
              <a:gd name="connsiteX1278" fmla="*/ 5520234 w 5896576"/>
              <a:gd name="connsiteY1278" fmla="*/ 1927732 h 6958335"/>
              <a:gd name="connsiteX1279" fmla="*/ 5626465 w 5896576"/>
              <a:gd name="connsiteY1279" fmla="*/ 1857271 h 6958335"/>
              <a:gd name="connsiteX1280" fmla="*/ 5644355 w 5896576"/>
              <a:gd name="connsiteY1280" fmla="*/ 1875160 h 6958335"/>
              <a:gd name="connsiteX1281" fmla="*/ 5626686 w 5896576"/>
              <a:gd name="connsiteY1281" fmla="*/ 1892829 h 6958335"/>
              <a:gd name="connsiteX1282" fmla="*/ 5591126 w 5896576"/>
              <a:gd name="connsiteY1282" fmla="*/ 1892609 h 6958335"/>
              <a:gd name="connsiteX1283" fmla="*/ 5595678 w 5896576"/>
              <a:gd name="connsiteY1283" fmla="*/ 1910414 h 6958335"/>
              <a:gd name="connsiteX1284" fmla="*/ 5601611 w 5896576"/>
              <a:gd name="connsiteY1284" fmla="*/ 1913826 h 6958335"/>
              <a:gd name="connsiteX1285" fmla="*/ 5584635 w 5896576"/>
              <a:gd name="connsiteY1285" fmla="*/ 1921457 h 6958335"/>
              <a:gd name="connsiteX1286" fmla="*/ 5581651 w 5896576"/>
              <a:gd name="connsiteY1286" fmla="*/ 1932827 h 6958335"/>
              <a:gd name="connsiteX1287" fmla="*/ 5575992 w 5896576"/>
              <a:gd name="connsiteY1287" fmla="*/ 1942053 h 6958335"/>
              <a:gd name="connsiteX1288" fmla="*/ 5563676 w 5896576"/>
              <a:gd name="connsiteY1288" fmla="*/ 1945774 h 6958335"/>
              <a:gd name="connsiteX1289" fmla="*/ 5556008 w 5896576"/>
              <a:gd name="connsiteY1289" fmla="*/ 1963506 h 6958335"/>
              <a:gd name="connsiteX1290" fmla="*/ 5538119 w 5896576"/>
              <a:gd name="connsiteY1290" fmla="*/ 1945617 h 6958335"/>
              <a:gd name="connsiteX1291" fmla="*/ 5502780 w 5896576"/>
              <a:gd name="connsiteY1291" fmla="*/ 1980955 h 6958335"/>
              <a:gd name="connsiteX1292" fmla="*/ 5520670 w 5896576"/>
              <a:gd name="connsiteY1292" fmla="*/ 1998845 h 6958335"/>
              <a:gd name="connsiteX1293" fmla="*/ 5502996 w 5896576"/>
              <a:gd name="connsiteY1293" fmla="*/ 2016510 h 6958335"/>
              <a:gd name="connsiteX1294" fmla="*/ 5520670 w 5896576"/>
              <a:gd name="connsiteY1294" fmla="*/ 1998845 h 6958335"/>
              <a:gd name="connsiteX1295" fmla="*/ 5503216 w 5896576"/>
              <a:gd name="connsiteY1295" fmla="*/ 2052068 h 6958335"/>
              <a:gd name="connsiteX1296" fmla="*/ 5467442 w 5896576"/>
              <a:gd name="connsiteY1296" fmla="*/ 2016294 h 6958335"/>
              <a:gd name="connsiteX1297" fmla="*/ 5485552 w 5896576"/>
              <a:gd name="connsiteY1297" fmla="*/ 2069733 h 6958335"/>
              <a:gd name="connsiteX1298" fmla="*/ 5467657 w 5896576"/>
              <a:gd name="connsiteY1298" fmla="*/ 2051848 h 6958335"/>
              <a:gd name="connsiteX1299" fmla="*/ 5485552 w 5896576"/>
              <a:gd name="connsiteY1299" fmla="*/ 2069733 h 6958335"/>
              <a:gd name="connsiteX1300" fmla="*/ 5450208 w 5896576"/>
              <a:gd name="connsiteY1300" fmla="*/ 2105076 h 6958335"/>
              <a:gd name="connsiteX1301" fmla="*/ 5432319 w 5896576"/>
              <a:gd name="connsiteY1301" fmla="*/ 2087187 h 6958335"/>
              <a:gd name="connsiteX1302" fmla="*/ 5396985 w 5896576"/>
              <a:gd name="connsiteY1302" fmla="*/ 2122521 h 6958335"/>
              <a:gd name="connsiteX1303" fmla="*/ 5432539 w 5896576"/>
              <a:gd name="connsiteY1303" fmla="*/ 2122746 h 6958335"/>
              <a:gd name="connsiteX1304" fmla="*/ 5291190 w 5896576"/>
              <a:gd name="connsiteY1304" fmla="*/ 2264095 h 6958335"/>
              <a:gd name="connsiteX1305" fmla="*/ 5432539 w 5896576"/>
              <a:gd name="connsiteY1305" fmla="*/ 2122746 h 6958335"/>
              <a:gd name="connsiteX1306" fmla="*/ 5450424 w 5896576"/>
              <a:gd name="connsiteY1306" fmla="*/ 2140631 h 6958335"/>
              <a:gd name="connsiteX1307" fmla="*/ 5503216 w 5896576"/>
              <a:gd name="connsiteY1307" fmla="*/ 2052068 h 6958335"/>
              <a:gd name="connsiteX1308" fmla="*/ 5679909 w 5896576"/>
              <a:gd name="connsiteY1308" fmla="*/ 1875376 h 6958335"/>
              <a:gd name="connsiteX1309" fmla="*/ 5856597 w 5896576"/>
              <a:gd name="connsiteY1309" fmla="*/ 1698688 h 6958335"/>
              <a:gd name="connsiteX1310" fmla="*/ 5896576 w 5896576"/>
              <a:gd name="connsiteY1310" fmla="*/ 1685576 h 6958335"/>
              <a:gd name="connsiteX1311" fmla="*/ 5896576 w 5896576"/>
              <a:gd name="connsiteY1311" fmla="*/ 1687241 h 6958335"/>
              <a:gd name="connsiteX1312" fmla="*/ 5892151 w 5896576"/>
              <a:gd name="connsiteY1312" fmla="*/ 1698903 h 6958335"/>
              <a:gd name="connsiteX1313" fmla="*/ 5896576 w 5896576"/>
              <a:gd name="connsiteY1313" fmla="*/ 1694478 h 6958335"/>
              <a:gd name="connsiteX1314" fmla="*/ 5896576 w 5896576"/>
              <a:gd name="connsiteY1314" fmla="*/ 2907274 h 6958335"/>
              <a:gd name="connsiteX1315" fmla="*/ 5886194 w 5896576"/>
              <a:gd name="connsiteY1315" fmla="*/ 2905482 h 6958335"/>
              <a:gd name="connsiteX1316" fmla="*/ 5859663 w 5896576"/>
              <a:gd name="connsiteY1316" fmla="*/ 2927540 h 6958335"/>
              <a:gd name="connsiteX1317" fmla="*/ 5846314 w 5896576"/>
              <a:gd name="connsiteY1317" fmla="*/ 2925236 h 6958335"/>
              <a:gd name="connsiteX1318" fmla="*/ 5881653 w 5896576"/>
              <a:gd name="connsiteY1318" fmla="*/ 2889897 h 6958335"/>
              <a:gd name="connsiteX1319" fmla="*/ 5862603 w 5896576"/>
              <a:gd name="connsiteY1319" fmla="*/ 2908947 h 6958335"/>
              <a:gd name="connsiteX1320" fmla="*/ 5846314 w 5896576"/>
              <a:gd name="connsiteY1320" fmla="*/ 2925235 h 6958335"/>
              <a:gd name="connsiteX1321" fmla="*/ 5846314 w 5896576"/>
              <a:gd name="connsiteY1321" fmla="*/ 2925235 h 6958335"/>
              <a:gd name="connsiteX1322" fmla="*/ 5846314 w 5896576"/>
              <a:gd name="connsiteY1322" fmla="*/ 2925236 h 6958335"/>
              <a:gd name="connsiteX1323" fmla="*/ 5835271 w 5896576"/>
              <a:gd name="connsiteY1323" fmla="*/ 2936279 h 6958335"/>
              <a:gd name="connsiteX1324" fmla="*/ 5775637 w 5896576"/>
              <a:gd name="connsiteY1324" fmla="*/ 2995913 h 6958335"/>
              <a:gd name="connsiteX1325" fmla="*/ 5846314 w 5896576"/>
              <a:gd name="connsiteY1325" fmla="*/ 2925236 h 6958335"/>
              <a:gd name="connsiteX1326" fmla="*/ 5853895 w 5896576"/>
              <a:gd name="connsiteY1326" fmla="*/ 2938338 h 6958335"/>
              <a:gd name="connsiteX1327" fmla="*/ 5846530 w 5896576"/>
              <a:gd name="connsiteY1327" fmla="*/ 2960789 h 6958335"/>
              <a:gd name="connsiteX1328" fmla="*/ 5828865 w 5896576"/>
              <a:gd name="connsiteY1328" fmla="*/ 2978464 h 6958335"/>
              <a:gd name="connsiteX1329" fmla="*/ 5775857 w 5896576"/>
              <a:gd name="connsiteY1329" fmla="*/ 3031472 h 6958335"/>
              <a:gd name="connsiteX1330" fmla="*/ 5757968 w 5896576"/>
              <a:gd name="connsiteY1330" fmla="*/ 3013582 h 6958335"/>
              <a:gd name="connsiteX1331" fmla="*/ 5740298 w 5896576"/>
              <a:gd name="connsiteY1331" fmla="*/ 3031251 h 6958335"/>
              <a:gd name="connsiteX1332" fmla="*/ 5757968 w 5896576"/>
              <a:gd name="connsiteY1332" fmla="*/ 3013582 h 6958335"/>
              <a:gd name="connsiteX1333" fmla="*/ 5687295 w 5896576"/>
              <a:gd name="connsiteY1333" fmla="*/ 3084254 h 6958335"/>
              <a:gd name="connsiteX1334" fmla="*/ 5716939 w 5896576"/>
              <a:gd name="connsiteY1334" fmla="*/ 3086415 h 6958335"/>
              <a:gd name="connsiteX1335" fmla="*/ 5669621 w 5896576"/>
              <a:gd name="connsiteY1335" fmla="*/ 3101928 h 6958335"/>
              <a:gd name="connsiteX1336" fmla="*/ 5687727 w 5896576"/>
              <a:gd name="connsiteY1336" fmla="*/ 3155372 h 6958335"/>
              <a:gd name="connsiteX1337" fmla="*/ 5705400 w 5896576"/>
              <a:gd name="connsiteY1337" fmla="*/ 3137698 h 6958335"/>
              <a:gd name="connsiteX1338" fmla="*/ 5727880 w 5896576"/>
              <a:gd name="connsiteY1338" fmla="*/ 3135339 h 6958335"/>
              <a:gd name="connsiteX1339" fmla="*/ 5740950 w 5896576"/>
              <a:gd name="connsiteY1339" fmla="*/ 3137919 h 6958335"/>
              <a:gd name="connsiteX1340" fmla="*/ 5738745 w 5896576"/>
              <a:gd name="connsiteY1340" fmla="*/ 3140123 h 6958335"/>
              <a:gd name="connsiteX1341" fmla="*/ 5723285 w 5896576"/>
              <a:gd name="connsiteY1341" fmla="*/ 3155583 h 6958335"/>
              <a:gd name="connsiteX1342" fmla="*/ 5694410 w 5896576"/>
              <a:gd name="connsiteY1342" fmla="*/ 3157631 h 6958335"/>
              <a:gd name="connsiteX1343" fmla="*/ 5700339 w 5896576"/>
              <a:gd name="connsiteY1343" fmla="*/ 3165903 h 6958335"/>
              <a:gd name="connsiteX1344" fmla="*/ 5698905 w 5896576"/>
              <a:gd name="connsiteY1344" fmla="*/ 3166550 h 6958335"/>
              <a:gd name="connsiteX1345" fmla="*/ 5695914 w 5896576"/>
              <a:gd name="connsiteY1345" fmla="*/ 3173196 h 6958335"/>
              <a:gd name="connsiteX1346" fmla="*/ 5687839 w 5896576"/>
              <a:gd name="connsiteY1346" fmla="*/ 3173144 h 6958335"/>
              <a:gd name="connsiteX1347" fmla="*/ 5670062 w 5896576"/>
              <a:gd name="connsiteY1347" fmla="*/ 3173037 h 6958335"/>
              <a:gd name="connsiteX1348" fmla="*/ 5669842 w 5896576"/>
              <a:gd name="connsiteY1348" fmla="*/ 3137478 h 6958335"/>
              <a:gd name="connsiteX1349" fmla="*/ 5634503 w 5896576"/>
              <a:gd name="connsiteY1349" fmla="*/ 3172816 h 6958335"/>
              <a:gd name="connsiteX1350" fmla="*/ 5581280 w 5896576"/>
              <a:gd name="connsiteY1350" fmla="*/ 3190270 h 6958335"/>
              <a:gd name="connsiteX1351" fmla="*/ 5563610 w 5896576"/>
              <a:gd name="connsiteY1351" fmla="*/ 3207939 h 6958335"/>
              <a:gd name="connsiteX1352" fmla="*/ 5563395 w 5896576"/>
              <a:gd name="connsiteY1352" fmla="*/ 3172385 h 6958335"/>
              <a:gd name="connsiteX1353" fmla="*/ 5545726 w 5896576"/>
              <a:gd name="connsiteY1353" fmla="*/ 3190054 h 6958335"/>
              <a:gd name="connsiteX1354" fmla="*/ 5581500 w 5896576"/>
              <a:gd name="connsiteY1354" fmla="*/ 3225829 h 6958335"/>
              <a:gd name="connsiteX1355" fmla="*/ 5563831 w 5896576"/>
              <a:gd name="connsiteY1355" fmla="*/ 3243498 h 6958335"/>
              <a:gd name="connsiteX1356" fmla="*/ 5528056 w 5896576"/>
              <a:gd name="connsiteY1356" fmla="*/ 3207724 h 6958335"/>
              <a:gd name="connsiteX1357" fmla="*/ 5525928 w 5896576"/>
              <a:gd name="connsiteY1357" fmla="*/ 3223265 h 6958335"/>
              <a:gd name="connsiteX1358" fmla="*/ 5517802 w 5896576"/>
              <a:gd name="connsiteY1358" fmla="*/ 3224755 h 6958335"/>
              <a:gd name="connsiteX1359" fmla="*/ 5517875 w 5896576"/>
              <a:gd name="connsiteY1359" fmla="*/ 3223494 h 6958335"/>
              <a:gd name="connsiteX1360" fmla="*/ 5510387 w 5896576"/>
              <a:gd name="connsiteY1360" fmla="*/ 3225393 h 6958335"/>
              <a:gd name="connsiteX1361" fmla="*/ 5515663 w 5896576"/>
              <a:gd name="connsiteY1361" fmla="*/ 3225147 h 6958335"/>
              <a:gd name="connsiteX1362" fmla="*/ 5517802 w 5896576"/>
              <a:gd name="connsiteY1362" fmla="*/ 3224755 h 6958335"/>
              <a:gd name="connsiteX1363" fmla="*/ 5517121 w 5896576"/>
              <a:gd name="connsiteY1363" fmla="*/ 3236544 h 6958335"/>
              <a:gd name="connsiteX1364" fmla="*/ 5510603 w 5896576"/>
              <a:gd name="connsiteY1364" fmla="*/ 3260947 h 6958335"/>
              <a:gd name="connsiteX1365" fmla="*/ 5492933 w 5896576"/>
              <a:gd name="connsiteY1365" fmla="*/ 3278616 h 6958335"/>
              <a:gd name="connsiteX1366" fmla="*/ 5492718 w 5896576"/>
              <a:gd name="connsiteY1366" fmla="*/ 3243062 h 6958335"/>
              <a:gd name="connsiteX1367" fmla="*/ 5457379 w 5896576"/>
              <a:gd name="connsiteY1367" fmla="*/ 3278401 h 6958335"/>
              <a:gd name="connsiteX1368" fmla="*/ 5422045 w 5896576"/>
              <a:gd name="connsiteY1368" fmla="*/ 3313735 h 6958335"/>
              <a:gd name="connsiteX1369" fmla="*/ 5459751 w 5896576"/>
              <a:gd name="connsiteY1369" fmla="*/ 3302856 h 6958335"/>
              <a:gd name="connsiteX1370" fmla="*/ 5457379 w 5896576"/>
              <a:gd name="connsiteY1370" fmla="*/ 3278401 h 6958335"/>
              <a:gd name="connsiteX1371" fmla="*/ 5493153 w 5896576"/>
              <a:gd name="connsiteY1371" fmla="*/ 3314175 h 6958335"/>
              <a:gd name="connsiteX1372" fmla="*/ 5439925 w 5896576"/>
              <a:gd name="connsiteY1372" fmla="*/ 3331624 h 6958335"/>
              <a:gd name="connsiteX1373" fmla="*/ 5422041 w 5896576"/>
              <a:gd name="connsiteY1373" fmla="*/ 3313739 h 6958335"/>
              <a:gd name="connsiteX1374" fmla="*/ 5386702 w 5896576"/>
              <a:gd name="connsiteY1374" fmla="*/ 3349078 h 6958335"/>
              <a:gd name="connsiteX1375" fmla="*/ 5388938 w 5896576"/>
              <a:gd name="connsiteY1375" fmla="*/ 3351314 h 6958335"/>
              <a:gd name="connsiteX1376" fmla="*/ 5400163 w 5896576"/>
              <a:gd name="connsiteY1376" fmla="*/ 3362539 h 6958335"/>
              <a:gd name="connsiteX1377" fmla="*/ 5394285 w 5896576"/>
              <a:gd name="connsiteY1377" fmla="*/ 3368602 h 6958335"/>
              <a:gd name="connsiteX1378" fmla="*/ 5386918 w 5896576"/>
              <a:gd name="connsiteY1378" fmla="*/ 3384632 h 6958335"/>
              <a:gd name="connsiteX1379" fmla="*/ 5404802 w 5896576"/>
              <a:gd name="connsiteY1379" fmla="*/ 3402517 h 6958335"/>
              <a:gd name="connsiteX1380" fmla="*/ 5422476 w 5896576"/>
              <a:gd name="connsiteY1380" fmla="*/ 3384852 h 6958335"/>
              <a:gd name="connsiteX1381" fmla="*/ 5440141 w 5896576"/>
              <a:gd name="connsiteY1381" fmla="*/ 3367178 h 6958335"/>
              <a:gd name="connsiteX1382" fmla="*/ 5458026 w 5896576"/>
              <a:gd name="connsiteY1382" fmla="*/ 3385063 h 6958335"/>
              <a:gd name="connsiteX1383" fmla="*/ 5422687 w 5896576"/>
              <a:gd name="connsiteY1383" fmla="*/ 3420402 h 6958335"/>
              <a:gd name="connsiteX1384" fmla="*/ 5475920 w 5896576"/>
              <a:gd name="connsiteY1384" fmla="*/ 3402948 h 6958335"/>
              <a:gd name="connsiteX1385" fmla="*/ 5458026 w 5896576"/>
              <a:gd name="connsiteY1385" fmla="*/ 3385063 h 6958335"/>
              <a:gd name="connsiteX1386" fmla="*/ 5475700 w 5896576"/>
              <a:gd name="connsiteY1386" fmla="*/ 3367399 h 6958335"/>
              <a:gd name="connsiteX1387" fmla="*/ 5424520 w 5896576"/>
              <a:gd name="connsiteY1387" fmla="*/ 3355972 h 6958335"/>
              <a:gd name="connsiteX1388" fmla="*/ 5403153 w 5896576"/>
              <a:gd name="connsiteY1388" fmla="*/ 3359455 h 6958335"/>
              <a:gd name="connsiteX1389" fmla="*/ 5401484 w 5896576"/>
              <a:gd name="connsiteY1389" fmla="*/ 3361176 h 6958335"/>
              <a:gd name="connsiteX1390" fmla="*/ 5397564 w 5896576"/>
              <a:gd name="connsiteY1390" fmla="*/ 3353866 h 6958335"/>
              <a:gd name="connsiteX1391" fmla="*/ 5439925 w 5896576"/>
              <a:gd name="connsiteY1391" fmla="*/ 3331624 h 6958335"/>
              <a:gd name="connsiteX1392" fmla="*/ 5475480 w 5896576"/>
              <a:gd name="connsiteY1392" fmla="*/ 3331840 h 6958335"/>
              <a:gd name="connsiteX1393" fmla="*/ 5493364 w 5896576"/>
              <a:gd name="connsiteY1393" fmla="*/ 3349725 h 6958335"/>
              <a:gd name="connsiteX1394" fmla="*/ 5511437 w 5896576"/>
              <a:gd name="connsiteY1394" fmla="*/ 3352337 h 6958335"/>
              <a:gd name="connsiteX1395" fmla="*/ 5524263 w 5896576"/>
              <a:gd name="connsiteY1395" fmla="*/ 3346438 h 6958335"/>
              <a:gd name="connsiteX1396" fmla="*/ 5528923 w 5896576"/>
              <a:gd name="connsiteY1396" fmla="*/ 3349945 h 6958335"/>
              <a:gd name="connsiteX1397" fmla="*/ 5531104 w 5896576"/>
              <a:gd name="connsiteY1397" fmla="*/ 3343291 h 6958335"/>
              <a:gd name="connsiteX1398" fmla="*/ 5524263 w 5896576"/>
              <a:gd name="connsiteY1398" fmla="*/ 3346438 h 6958335"/>
              <a:gd name="connsiteX1399" fmla="*/ 5511064 w 5896576"/>
              <a:gd name="connsiteY1399" fmla="*/ 3336504 h 6958335"/>
              <a:gd name="connsiteX1400" fmla="*/ 5493364 w 5896576"/>
              <a:gd name="connsiteY1400" fmla="*/ 3349725 h 6958335"/>
              <a:gd name="connsiteX1401" fmla="*/ 5493153 w 5896576"/>
              <a:gd name="connsiteY1401" fmla="*/ 3314175 h 6958335"/>
              <a:gd name="connsiteX1402" fmla="*/ 5528492 w 5896576"/>
              <a:gd name="connsiteY1402" fmla="*/ 3278837 h 6958335"/>
              <a:gd name="connsiteX1403" fmla="*/ 5528703 w 5896576"/>
              <a:gd name="connsiteY1403" fmla="*/ 3314386 h 6958335"/>
              <a:gd name="connsiteX1404" fmla="*/ 5564262 w 5896576"/>
              <a:gd name="connsiteY1404" fmla="*/ 3314606 h 6958335"/>
              <a:gd name="connsiteX1405" fmla="*/ 5581931 w 5896576"/>
              <a:gd name="connsiteY1405" fmla="*/ 3296937 h 6958335"/>
              <a:gd name="connsiteX1406" fmla="*/ 5599601 w 5896576"/>
              <a:gd name="connsiteY1406" fmla="*/ 3279268 h 6958335"/>
              <a:gd name="connsiteX1407" fmla="*/ 5634939 w 5896576"/>
              <a:gd name="connsiteY1407" fmla="*/ 3243929 h 6958335"/>
              <a:gd name="connsiteX1408" fmla="*/ 5670493 w 5896576"/>
              <a:gd name="connsiteY1408" fmla="*/ 3244145 h 6958335"/>
              <a:gd name="connsiteX1409" fmla="*/ 5670278 w 5896576"/>
              <a:gd name="connsiteY1409" fmla="*/ 3208591 h 6958335"/>
              <a:gd name="connsiteX1410" fmla="*/ 5692731 w 5896576"/>
              <a:gd name="connsiteY1410" fmla="*/ 3201227 h 6958335"/>
              <a:gd name="connsiteX1411" fmla="*/ 5690731 w 5896576"/>
              <a:gd name="connsiteY1411" fmla="*/ 3196919 h 6958335"/>
              <a:gd name="connsiteX1412" fmla="*/ 5696860 w 5896576"/>
              <a:gd name="connsiteY1412" fmla="*/ 3195422 h 6958335"/>
              <a:gd name="connsiteX1413" fmla="*/ 5705612 w 5896576"/>
              <a:gd name="connsiteY1413" fmla="*/ 3173257 h 6958335"/>
              <a:gd name="connsiteX1414" fmla="*/ 5700339 w 5896576"/>
              <a:gd name="connsiteY1414" fmla="*/ 3165903 h 6958335"/>
              <a:gd name="connsiteX1415" fmla="*/ 5723285 w 5896576"/>
              <a:gd name="connsiteY1415" fmla="*/ 3155583 h 6958335"/>
              <a:gd name="connsiteX1416" fmla="*/ 5740950 w 5896576"/>
              <a:gd name="connsiteY1416" fmla="*/ 3137919 h 6958335"/>
              <a:gd name="connsiteX1417" fmla="*/ 5758624 w 5896576"/>
              <a:gd name="connsiteY1417" fmla="*/ 3120244 h 6958335"/>
              <a:gd name="connsiteX1418" fmla="*/ 5794173 w 5896576"/>
              <a:gd name="connsiteY1418" fmla="*/ 3120465 h 6958335"/>
              <a:gd name="connsiteX1419" fmla="*/ 5793958 w 5896576"/>
              <a:gd name="connsiteY1419" fmla="*/ 3084911 h 6958335"/>
              <a:gd name="connsiteX1420" fmla="*/ 5811843 w 5896576"/>
              <a:gd name="connsiteY1420" fmla="*/ 3102795 h 6958335"/>
              <a:gd name="connsiteX1421" fmla="*/ 5829296 w 5896576"/>
              <a:gd name="connsiteY1421" fmla="*/ 3049572 h 6958335"/>
              <a:gd name="connsiteX1422" fmla="*/ 5864851 w 5896576"/>
              <a:gd name="connsiteY1422" fmla="*/ 3049788 h 6958335"/>
              <a:gd name="connsiteX1423" fmla="*/ 5891465 w 5896576"/>
              <a:gd name="connsiteY1423" fmla="*/ 3041063 h 6958335"/>
              <a:gd name="connsiteX1424" fmla="*/ 5896576 w 5896576"/>
              <a:gd name="connsiteY1424" fmla="*/ 3039388 h 6958335"/>
              <a:gd name="connsiteX1425" fmla="*/ 5896576 w 5896576"/>
              <a:gd name="connsiteY1425" fmla="*/ 3095922 h 6958335"/>
              <a:gd name="connsiteX1426" fmla="*/ 5882956 w 5896576"/>
              <a:gd name="connsiteY1426" fmla="*/ 3103231 h 6958335"/>
              <a:gd name="connsiteX1427" fmla="*/ 5865286 w 5896576"/>
              <a:gd name="connsiteY1427" fmla="*/ 3120901 h 6958335"/>
              <a:gd name="connsiteX1428" fmla="*/ 5829948 w 5896576"/>
              <a:gd name="connsiteY1428" fmla="*/ 3156239 h 6958335"/>
              <a:gd name="connsiteX1429" fmla="*/ 5776945 w 5896576"/>
              <a:gd name="connsiteY1429" fmla="*/ 3209242 h 6958335"/>
              <a:gd name="connsiteX1430" fmla="*/ 5759060 w 5896576"/>
              <a:gd name="connsiteY1430" fmla="*/ 3191357 h 6958335"/>
              <a:gd name="connsiteX1431" fmla="*/ 5776945 w 5896576"/>
              <a:gd name="connsiteY1431" fmla="*/ 3209242 h 6958335"/>
              <a:gd name="connsiteX1432" fmla="*/ 5706268 w 5896576"/>
              <a:gd name="connsiteY1432" fmla="*/ 3279920 h 6958335"/>
              <a:gd name="connsiteX1433" fmla="*/ 5670713 w 5896576"/>
              <a:gd name="connsiteY1433" fmla="*/ 3279704 h 6958335"/>
              <a:gd name="connsiteX1434" fmla="*/ 5652824 w 5896576"/>
              <a:gd name="connsiteY1434" fmla="*/ 3261814 h 6958335"/>
              <a:gd name="connsiteX1435" fmla="*/ 5635155 w 5896576"/>
              <a:gd name="connsiteY1435" fmla="*/ 3279483 h 6958335"/>
              <a:gd name="connsiteX1436" fmla="*/ 5617705 w 5896576"/>
              <a:gd name="connsiteY1436" fmla="*/ 3332712 h 6958335"/>
              <a:gd name="connsiteX1437" fmla="*/ 5670713 w 5896576"/>
              <a:gd name="connsiteY1437" fmla="*/ 3279704 h 6958335"/>
              <a:gd name="connsiteX1438" fmla="*/ 5633271 w 5896576"/>
              <a:gd name="connsiteY1438" fmla="*/ 3335022 h 6958335"/>
              <a:gd name="connsiteX1439" fmla="*/ 5590967 w 5896576"/>
              <a:gd name="connsiteY1439" fmla="*/ 3392258 h 6958335"/>
              <a:gd name="connsiteX1440" fmla="*/ 5558207 w 5896576"/>
              <a:gd name="connsiteY1440" fmla="*/ 3414567 h 6958335"/>
              <a:gd name="connsiteX1441" fmla="*/ 5529575 w 5896576"/>
              <a:gd name="connsiteY1441" fmla="*/ 3456612 h 6958335"/>
              <a:gd name="connsiteX1442" fmla="*/ 5476356 w 5896576"/>
              <a:gd name="connsiteY1442" fmla="*/ 3474061 h 6958335"/>
              <a:gd name="connsiteX1443" fmla="*/ 5494236 w 5896576"/>
              <a:gd name="connsiteY1443" fmla="*/ 3491951 h 6958335"/>
              <a:gd name="connsiteX1444" fmla="*/ 5441018 w 5896576"/>
              <a:gd name="connsiteY1444" fmla="*/ 3509400 h 6958335"/>
              <a:gd name="connsiteX1445" fmla="*/ 5458682 w 5896576"/>
              <a:gd name="connsiteY1445" fmla="*/ 3491735 h 6958335"/>
              <a:gd name="connsiteX1446" fmla="*/ 5440793 w 5896576"/>
              <a:gd name="connsiteY1446" fmla="*/ 3473845 h 6958335"/>
              <a:gd name="connsiteX1447" fmla="*/ 5441018 w 5896576"/>
              <a:gd name="connsiteY1447" fmla="*/ 3509400 h 6958335"/>
              <a:gd name="connsiteX1448" fmla="*/ 5388225 w 5896576"/>
              <a:gd name="connsiteY1448" fmla="*/ 3597962 h 6958335"/>
              <a:gd name="connsiteX1449" fmla="*/ 5388010 w 5896576"/>
              <a:gd name="connsiteY1449" fmla="*/ 3562408 h 6958335"/>
              <a:gd name="connsiteX1450" fmla="*/ 5352887 w 5896576"/>
              <a:gd name="connsiteY1450" fmla="*/ 3633300 h 6958335"/>
              <a:gd name="connsiteX1451" fmla="*/ 5317333 w 5896576"/>
              <a:gd name="connsiteY1451" fmla="*/ 3633085 h 6958335"/>
              <a:gd name="connsiteX1452" fmla="*/ 5335002 w 5896576"/>
              <a:gd name="connsiteY1452" fmla="*/ 3615415 h 6958335"/>
              <a:gd name="connsiteX1453" fmla="*/ 5299443 w 5896576"/>
              <a:gd name="connsiteY1453" fmla="*/ 3615195 h 6958335"/>
              <a:gd name="connsiteX1454" fmla="*/ 5317333 w 5896576"/>
              <a:gd name="connsiteY1454" fmla="*/ 3633085 h 6958335"/>
              <a:gd name="connsiteX1455" fmla="*/ 5292576 w 5896576"/>
              <a:gd name="connsiteY1455" fmla="*/ 3672931 h 6958335"/>
              <a:gd name="connsiteX1456" fmla="*/ 5285473 w 5896576"/>
              <a:gd name="connsiteY1456" fmla="*/ 3669905 h 6958335"/>
              <a:gd name="connsiteX1457" fmla="*/ 5286438 w 5896576"/>
              <a:gd name="connsiteY1457" fmla="*/ 3668450 h 6958335"/>
              <a:gd name="connsiteX1458" fmla="*/ 5281994 w 5896576"/>
              <a:gd name="connsiteY1458" fmla="*/ 3668423 h 6958335"/>
              <a:gd name="connsiteX1459" fmla="*/ 5285473 w 5896576"/>
              <a:gd name="connsiteY1459" fmla="*/ 3669905 h 6958335"/>
              <a:gd name="connsiteX1460" fmla="*/ 5277630 w 5896576"/>
              <a:gd name="connsiteY1460" fmla="*/ 3681729 h 6958335"/>
              <a:gd name="connsiteX1461" fmla="*/ 5246435 w 5896576"/>
              <a:gd name="connsiteY1461" fmla="*/ 3668203 h 6958335"/>
              <a:gd name="connsiteX1462" fmla="*/ 5211317 w 5896576"/>
              <a:gd name="connsiteY1462" fmla="*/ 3739100 h 6958335"/>
              <a:gd name="connsiteX1463" fmla="*/ 5122971 w 5896576"/>
              <a:gd name="connsiteY1463" fmla="*/ 3827446 h 6958335"/>
              <a:gd name="connsiteX1464" fmla="*/ 4981621 w 5896576"/>
              <a:gd name="connsiteY1464" fmla="*/ 3968796 h 6958335"/>
              <a:gd name="connsiteX1465" fmla="*/ 4946282 w 5896576"/>
              <a:gd name="connsiteY1465" fmla="*/ 4004135 h 6958335"/>
              <a:gd name="connsiteX1466" fmla="*/ 4928393 w 5896576"/>
              <a:gd name="connsiteY1466" fmla="*/ 3986245 h 6958335"/>
              <a:gd name="connsiteX1467" fmla="*/ 4918640 w 5896576"/>
              <a:gd name="connsiteY1467" fmla="*/ 4026187 h 6958335"/>
              <a:gd name="connsiteX1468" fmla="*/ 4910944 w 5896576"/>
              <a:gd name="connsiteY1468" fmla="*/ 4039472 h 6958335"/>
              <a:gd name="connsiteX1469" fmla="*/ 4910944 w 5896576"/>
              <a:gd name="connsiteY1469" fmla="*/ 4039473 h 6958335"/>
              <a:gd name="connsiteX1470" fmla="*/ 4908708 w 5896576"/>
              <a:gd name="connsiteY1470" fmla="*/ 4037237 h 6958335"/>
              <a:gd name="connsiteX1471" fmla="*/ 4893055 w 5896576"/>
              <a:gd name="connsiteY1471" fmla="*/ 4021583 h 6958335"/>
              <a:gd name="connsiteX1472" fmla="*/ 4893274 w 5896576"/>
              <a:gd name="connsiteY1472" fmla="*/ 4057143 h 6958335"/>
              <a:gd name="connsiteX1473" fmla="*/ 4910944 w 5896576"/>
              <a:gd name="connsiteY1473" fmla="*/ 4039473 h 6958335"/>
              <a:gd name="connsiteX1474" fmla="*/ 4910944 w 5896576"/>
              <a:gd name="connsiteY1474" fmla="*/ 4039473 h 6958335"/>
              <a:gd name="connsiteX1475" fmla="*/ 4910944 w 5896576"/>
              <a:gd name="connsiteY1475" fmla="*/ 4039472 h 6958335"/>
              <a:gd name="connsiteX1476" fmla="*/ 4937448 w 5896576"/>
              <a:gd name="connsiteY1476" fmla="*/ 4012969 h 6958335"/>
              <a:gd name="connsiteX1477" fmla="*/ 4981621 w 5896576"/>
              <a:gd name="connsiteY1477" fmla="*/ 3968796 h 6958335"/>
              <a:gd name="connsiteX1478" fmla="*/ 5016959 w 5896576"/>
              <a:gd name="connsiteY1478" fmla="*/ 3933458 h 6958335"/>
              <a:gd name="connsiteX1479" fmla="*/ 5052514 w 5896576"/>
              <a:gd name="connsiteY1479" fmla="*/ 3933673 h 6958335"/>
              <a:gd name="connsiteX1480" fmla="*/ 5069967 w 5896576"/>
              <a:gd name="connsiteY1480" fmla="*/ 3880450 h 6958335"/>
              <a:gd name="connsiteX1481" fmla="*/ 5140856 w 5896576"/>
              <a:gd name="connsiteY1481" fmla="*/ 3845331 h 6958335"/>
              <a:gd name="connsiteX1482" fmla="*/ 5158525 w 5896576"/>
              <a:gd name="connsiteY1482" fmla="*/ 3827662 h 6958335"/>
              <a:gd name="connsiteX1483" fmla="*/ 5211532 w 5896576"/>
              <a:gd name="connsiteY1483" fmla="*/ 3774655 h 6958335"/>
              <a:gd name="connsiteX1484" fmla="*/ 5247087 w 5896576"/>
              <a:gd name="connsiteY1484" fmla="*/ 3774870 h 6958335"/>
              <a:gd name="connsiteX1485" fmla="*/ 5246871 w 5896576"/>
              <a:gd name="connsiteY1485" fmla="*/ 3739316 h 6958335"/>
              <a:gd name="connsiteX1486" fmla="*/ 5262332 w 5896576"/>
              <a:gd name="connsiteY1486" fmla="*/ 3723855 h 6958335"/>
              <a:gd name="connsiteX1487" fmla="*/ 5264541 w 5896576"/>
              <a:gd name="connsiteY1487" fmla="*/ 3721647 h 6958335"/>
              <a:gd name="connsiteX1488" fmla="*/ 5319784 w 5896576"/>
              <a:gd name="connsiteY1488" fmla="*/ 3670874 h 6958335"/>
              <a:gd name="connsiteX1489" fmla="*/ 5388441 w 5896576"/>
              <a:gd name="connsiteY1489" fmla="*/ 3633516 h 6958335"/>
              <a:gd name="connsiteX1490" fmla="*/ 5370556 w 5896576"/>
              <a:gd name="connsiteY1490" fmla="*/ 3615631 h 6958335"/>
              <a:gd name="connsiteX1491" fmla="*/ 5635806 w 5896576"/>
              <a:gd name="connsiteY1491" fmla="*/ 3386151 h 6958335"/>
              <a:gd name="connsiteX1492" fmla="*/ 5653475 w 5896576"/>
              <a:gd name="connsiteY1492" fmla="*/ 3368481 h 6958335"/>
              <a:gd name="connsiteX1493" fmla="*/ 5689030 w 5896576"/>
              <a:gd name="connsiteY1493" fmla="*/ 3368697 h 6958335"/>
              <a:gd name="connsiteX1494" fmla="*/ 5671145 w 5896576"/>
              <a:gd name="connsiteY1494" fmla="*/ 3350812 h 6958335"/>
              <a:gd name="connsiteX1495" fmla="*/ 5688814 w 5896576"/>
              <a:gd name="connsiteY1495" fmla="*/ 3333143 h 6958335"/>
              <a:gd name="connsiteX1496" fmla="*/ 5777376 w 5896576"/>
              <a:gd name="connsiteY1496" fmla="*/ 3280360 h 6958335"/>
              <a:gd name="connsiteX1497" fmla="*/ 5759486 w 5896576"/>
              <a:gd name="connsiteY1497" fmla="*/ 3262470 h 6958335"/>
              <a:gd name="connsiteX1498" fmla="*/ 5777160 w 5896576"/>
              <a:gd name="connsiteY1498" fmla="*/ 3244796 h 6958335"/>
              <a:gd name="connsiteX1499" fmla="*/ 5880965 w 5896576"/>
              <a:gd name="connsiteY1499" fmla="*/ 3140992 h 6958335"/>
              <a:gd name="connsiteX1500" fmla="*/ 5896576 w 5896576"/>
              <a:gd name="connsiteY1500" fmla="*/ 3128100 h 6958335"/>
              <a:gd name="connsiteX1501" fmla="*/ 5896576 w 5896576"/>
              <a:gd name="connsiteY1501" fmla="*/ 3232700 h 6958335"/>
              <a:gd name="connsiteX1502" fmla="*/ 5886032 w 5896576"/>
              <a:gd name="connsiteY1502" fmla="*/ 3243243 h 6958335"/>
              <a:gd name="connsiteX1503" fmla="*/ 5883823 w 5896576"/>
              <a:gd name="connsiteY1503" fmla="*/ 3245452 h 6958335"/>
              <a:gd name="connsiteX1504" fmla="*/ 5896576 w 5896576"/>
              <a:gd name="connsiteY1504" fmla="*/ 3234587 h 6958335"/>
              <a:gd name="connsiteX1505" fmla="*/ 5896576 w 5896576"/>
              <a:gd name="connsiteY1505" fmla="*/ 4484994 h 6958335"/>
              <a:gd name="connsiteX1506" fmla="*/ 5891430 w 5896576"/>
              <a:gd name="connsiteY1506" fmla="*/ 4489890 h 6958335"/>
              <a:gd name="connsiteX1507" fmla="*/ 5896576 w 5896576"/>
              <a:gd name="connsiteY1507" fmla="*/ 4486053 h 6958335"/>
              <a:gd name="connsiteX1508" fmla="*/ 5896576 w 5896576"/>
              <a:gd name="connsiteY1508" fmla="*/ 4521906 h 6958335"/>
              <a:gd name="connsiteX1509" fmla="*/ 5888336 w 5896576"/>
              <a:gd name="connsiteY1509" fmla="*/ 4529313 h 6958335"/>
              <a:gd name="connsiteX1510" fmla="*/ 5856307 w 5896576"/>
              <a:gd name="connsiteY1510" fmla="*/ 4560783 h 6958335"/>
              <a:gd name="connsiteX1511" fmla="*/ 5775150 w 5896576"/>
              <a:gd name="connsiteY1511" fmla="*/ 4653151 h 6958335"/>
              <a:gd name="connsiteX1512" fmla="*/ 5767965 w 5896576"/>
              <a:gd name="connsiteY1512" fmla="*/ 4649124 h 6958335"/>
              <a:gd name="connsiteX1513" fmla="*/ 5750033 w 5896576"/>
              <a:gd name="connsiteY1513" fmla="*/ 4679205 h 6958335"/>
              <a:gd name="connsiteX1514" fmla="*/ 5661949 w 5896576"/>
              <a:gd name="connsiteY1514" fmla="*/ 4755140 h 6958335"/>
              <a:gd name="connsiteX1515" fmla="*/ 5728375 w 5896576"/>
              <a:gd name="connsiteY1515" fmla="*/ 4715551 h 6958335"/>
              <a:gd name="connsiteX1516" fmla="*/ 5750033 w 5896576"/>
              <a:gd name="connsiteY1516" fmla="*/ 4679205 h 6958335"/>
              <a:gd name="connsiteX1517" fmla="*/ 5759210 w 5896576"/>
              <a:gd name="connsiteY1517" fmla="*/ 4671293 h 6958335"/>
              <a:gd name="connsiteX1518" fmla="*/ 5775150 w 5896576"/>
              <a:gd name="connsiteY1518" fmla="*/ 4653151 h 6958335"/>
              <a:gd name="connsiteX1519" fmla="*/ 5788034 w 5896576"/>
              <a:gd name="connsiteY1519" fmla="*/ 4660364 h 6958335"/>
              <a:gd name="connsiteX1520" fmla="*/ 5821188 w 5896576"/>
              <a:gd name="connsiteY1520" fmla="*/ 4631671 h 6958335"/>
              <a:gd name="connsiteX1521" fmla="*/ 5786070 w 5896576"/>
              <a:gd name="connsiteY1521" fmla="*/ 4702569 h 6958335"/>
              <a:gd name="connsiteX1522" fmla="*/ 5768180 w 5896576"/>
              <a:gd name="connsiteY1522" fmla="*/ 4684679 h 6958335"/>
              <a:gd name="connsiteX1523" fmla="*/ 5732842 w 5896576"/>
              <a:gd name="connsiteY1523" fmla="*/ 4720017 h 6958335"/>
              <a:gd name="connsiteX1524" fmla="*/ 5786070 w 5896576"/>
              <a:gd name="connsiteY1524" fmla="*/ 4702569 h 6958335"/>
              <a:gd name="connsiteX1525" fmla="*/ 5777315 w 5896576"/>
              <a:gd name="connsiteY1525" fmla="*/ 4724737 h 6958335"/>
              <a:gd name="connsiteX1526" fmla="*/ 5768401 w 5896576"/>
              <a:gd name="connsiteY1526" fmla="*/ 4720238 h 6958335"/>
              <a:gd name="connsiteX1527" fmla="*/ 5786285 w 5896576"/>
              <a:gd name="connsiteY1527" fmla="*/ 4738123 h 6958335"/>
              <a:gd name="connsiteX1528" fmla="*/ 5803955 w 5896576"/>
              <a:gd name="connsiteY1528" fmla="*/ 4720453 h 6958335"/>
              <a:gd name="connsiteX1529" fmla="*/ 5786070 w 5896576"/>
              <a:gd name="connsiteY1529" fmla="*/ 4702569 h 6958335"/>
              <a:gd name="connsiteX1530" fmla="*/ 5821404 w 5896576"/>
              <a:gd name="connsiteY1530" fmla="*/ 4667234 h 6958335"/>
              <a:gd name="connsiteX1531" fmla="*/ 5843572 w 5896576"/>
              <a:gd name="connsiteY1531" fmla="*/ 4658480 h 6958335"/>
              <a:gd name="connsiteX1532" fmla="*/ 5841674 w 5896576"/>
              <a:gd name="connsiteY1532" fmla="*/ 4654707 h 6958335"/>
              <a:gd name="connsiteX1533" fmla="*/ 5896576 w 5896576"/>
              <a:gd name="connsiteY1533" fmla="*/ 4620785 h 6958335"/>
              <a:gd name="connsiteX1534" fmla="*/ 5896576 w 5896576"/>
              <a:gd name="connsiteY1534" fmla="*/ 4628372 h 6958335"/>
              <a:gd name="connsiteX1535" fmla="*/ 5892301 w 5896576"/>
              <a:gd name="connsiteY1535" fmla="*/ 4632107 h 6958335"/>
              <a:gd name="connsiteX1536" fmla="*/ 5733278 w 5896576"/>
              <a:gd name="connsiteY1536" fmla="*/ 4791130 h 6958335"/>
              <a:gd name="connsiteX1537" fmla="*/ 5892522 w 5896576"/>
              <a:gd name="connsiteY1537" fmla="*/ 4667666 h 6958335"/>
              <a:gd name="connsiteX1538" fmla="*/ 5896576 w 5896576"/>
              <a:gd name="connsiteY1538" fmla="*/ 4662238 h 6958335"/>
              <a:gd name="connsiteX1539" fmla="*/ 5896576 w 5896576"/>
              <a:gd name="connsiteY1539" fmla="*/ 4675165 h 6958335"/>
              <a:gd name="connsiteX1540" fmla="*/ 5888156 w 5896576"/>
              <a:gd name="connsiteY1540" fmla="*/ 4680969 h 6958335"/>
              <a:gd name="connsiteX1541" fmla="*/ 5875068 w 5896576"/>
              <a:gd name="connsiteY1541" fmla="*/ 4720889 h 6958335"/>
              <a:gd name="connsiteX1542" fmla="*/ 5896576 w 5896576"/>
              <a:gd name="connsiteY1542" fmla="*/ 4699381 h 6958335"/>
              <a:gd name="connsiteX1543" fmla="*/ 5896576 w 5896576"/>
              <a:gd name="connsiteY1543" fmla="*/ 5183563 h 6958335"/>
              <a:gd name="connsiteX1544" fmla="*/ 5714448 w 5896576"/>
              <a:gd name="connsiteY1544" fmla="*/ 5346545 h 6958335"/>
              <a:gd name="connsiteX1545" fmla="*/ 5347600 w 5896576"/>
              <a:gd name="connsiteY1545" fmla="*/ 5677622 h 6958335"/>
              <a:gd name="connsiteX1546" fmla="*/ 5100015 w 5896576"/>
              <a:gd name="connsiteY1546" fmla="*/ 5889437 h 6958335"/>
              <a:gd name="connsiteX1547" fmla="*/ 4551409 w 5896576"/>
              <a:gd name="connsiteY1547" fmla="*/ 6294955 h 6958335"/>
              <a:gd name="connsiteX1548" fmla="*/ 4445174 w 5896576"/>
              <a:gd name="connsiteY1548" fmla="*/ 6365411 h 6958335"/>
              <a:gd name="connsiteX1549" fmla="*/ 4409835 w 5896576"/>
              <a:gd name="connsiteY1549" fmla="*/ 6400750 h 6958335"/>
              <a:gd name="connsiteX1550" fmla="*/ 4374281 w 5896576"/>
              <a:gd name="connsiteY1550" fmla="*/ 6400535 h 6958335"/>
              <a:gd name="connsiteX1551" fmla="*/ 4391950 w 5896576"/>
              <a:gd name="connsiteY1551" fmla="*/ 6382865 h 6958335"/>
              <a:gd name="connsiteX1552" fmla="*/ 4374281 w 5896576"/>
              <a:gd name="connsiteY1552" fmla="*/ 6400535 h 6958335"/>
              <a:gd name="connsiteX1553" fmla="*/ 4358819 w 5896576"/>
              <a:gd name="connsiteY1553" fmla="*/ 6415996 h 6958335"/>
              <a:gd name="connsiteX1554" fmla="*/ 4338942 w 5896576"/>
              <a:gd name="connsiteY1554" fmla="*/ 6435873 h 6958335"/>
              <a:gd name="connsiteX1555" fmla="*/ 4338726 w 5896576"/>
              <a:gd name="connsiteY1555" fmla="*/ 6400319 h 6958335"/>
              <a:gd name="connsiteX1556" fmla="*/ 4214831 w 5896576"/>
              <a:gd name="connsiteY1556" fmla="*/ 6488445 h 6958335"/>
              <a:gd name="connsiteX1557" fmla="*/ 4232500 w 5896576"/>
              <a:gd name="connsiteY1557" fmla="*/ 6470776 h 6958335"/>
              <a:gd name="connsiteX1558" fmla="*/ 4126264 w 5896576"/>
              <a:gd name="connsiteY1558" fmla="*/ 6541233 h 6958335"/>
              <a:gd name="connsiteX1559" fmla="*/ 4135633 w 5896576"/>
              <a:gd name="connsiteY1559" fmla="*/ 6520400 h 6958335"/>
              <a:gd name="connsiteX1560" fmla="*/ 4146191 w 5896576"/>
              <a:gd name="connsiteY1560" fmla="*/ 6514502 h 6958335"/>
              <a:gd name="connsiteX1561" fmla="*/ 4148596 w 5896576"/>
              <a:gd name="connsiteY1561" fmla="*/ 6513871 h 6958335"/>
              <a:gd name="connsiteX1562" fmla="*/ 4161603 w 5896576"/>
              <a:gd name="connsiteY1562" fmla="*/ 6505894 h 6958335"/>
              <a:gd name="connsiteX1563" fmla="*/ 4146191 w 5896576"/>
              <a:gd name="connsiteY1563" fmla="*/ 6514502 h 6958335"/>
              <a:gd name="connsiteX1564" fmla="*/ 4137226 w 5896576"/>
              <a:gd name="connsiteY1564" fmla="*/ 6516857 h 6958335"/>
              <a:gd name="connsiteX1565" fmla="*/ 4135633 w 5896576"/>
              <a:gd name="connsiteY1565" fmla="*/ 6520400 h 6958335"/>
              <a:gd name="connsiteX1566" fmla="*/ 4090738 w 5896576"/>
              <a:gd name="connsiteY1566" fmla="*/ 6545460 h 6958335"/>
              <a:gd name="connsiteX1567" fmla="*/ 4020033 w 5896576"/>
              <a:gd name="connsiteY1567" fmla="*/ 6611694 h 6958335"/>
              <a:gd name="connsiteX1568" fmla="*/ 4019817 w 5896576"/>
              <a:gd name="connsiteY1568" fmla="*/ 6576140 h 6958335"/>
              <a:gd name="connsiteX1569" fmla="*/ 3966804 w 5896576"/>
              <a:gd name="connsiteY1569" fmla="*/ 6629143 h 6958335"/>
              <a:gd name="connsiteX1570" fmla="*/ 3913365 w 5896576"/>
              <a:gd name="connsiteY1570" fmla="*/ 6611043 h 6958335"/>
              <a:gd name="connsiteX1571" fmla="*/ 3877811 w 5896576"/>
              <a:gd name="connsiteY1571" fmla="*/ 6610827 h 6958335"/>
              <a:gd name="connsiteX1572" fmla="*/ 3895260 w 5896576"/>
              <a:gd name="connsiteY1572" fmla="*/ 6557599 h 6958335"/>
              <a:gd name="connsiteX1573" fmla="*/ 3877591 w 5896576"/>
              <a:gd name="connsiteY1573" fmla="*/ 6575268 h 6958335"/>
              <a:gd name="connsiteX1574" fmla="*/ 4001060 w 5896576"/>
              <a:gd name="connsiteY1574" fmla="*/ 6416029 h 6958335"/>
              <a:gd name="connsiteX1575" fmla="*/ 4054069 w 5896576"/>
              <a:gd name="connsiteY1575" fmla="*/ 6363021 h 6958335"/>
              <a:gd name="connsiteX1576" fmla="*/ 4001060 w 5896576"/>
              <a:gd name="connsiteY1576" fmla="*/ 6416029 h 6958335"/>
              <a:gd name="connsiteX1577" fmla="*/ 3806699 w 5896576"/>
              <a:gd name="connsiteY1577" fmla="*/ 6610391 h 6958335"/>
              <a:gd name="connsiteX1578" fmla="*/ 3735805 w 5896576"/>
              <a:gd name="connsiteY1578" fmla="*/ 6645514 h 6958335"/>
              <a:gd name="connsiteX1579" fmla="*/ 3770929 w 5896576"/>
              <a:gd name="connsiteY1579" fmla="*/ 6574621 h 6958335"/>
              <a:gd name="connsiteX1580" fmla="*/ 3894393 w 5896576"/>
              <a:gd name="connsiteY1580" fmla="*/ 6415378 h 6958335"/>
              <a:gd name="connsiteX1581" fmla="*/ 3876724 w 5896576"/>
              <a:gd name="connsiteY1581" fmla="*/ 6433047 h 6958335"/>
              <a:gd name="connsiteX1582" fmla="*/ 3797212 w 5896576"/>
              <a:gd name="connsiteY1582" fmla="*/ 6512559 h 6958335"/>
              <a:gd name="connsiteX1583" fmla="*/ 3753044 w 5896576"/>
              <a:gd name="connsiteY1583" fmla="*/ 6556727 h 6958335"/>
              <a:gd name="connsiteX1584" fmla="*/ 3752936 w 5896576"/>
              <a:gd name="connsiteY1584" fmla="*/ 6538950 h 6958335"/>
              <a:gd name="connsiteX1585" fmla="*/ 3752824 w 5896576"/>
              <a:gd name="connsiteY1585" fmla="*/ 6521178 h 6958335"/>
              <a:gd name="connsiteX1586" fmla="*/ 3770493 w 5896576"/>
              <a:gd name="connsiteY1586" fmla="*/ 6503508 h 6958335"/>
              <a:gd name="connsiteX1587" fmla="*/ 3752824 w 5896576"/>
              <a:gd name="connsiteY1587" fmla="*/ 6521178 h 6958335"/>
              <a:gd name="connsiteX1588" fmla="*/ 3739574 w 5896576"/>
              <a:gd name="connsiteY1588" fmla="*/ 6534427 h 6958335"/>
              <a:gd name="connsiteX1589" fmla="*/ 3682151 w 5896576"/>
              <a:gd name="connsiteY1589" fmla="*/ 6591850 h 6958335"/>
              <a:gd name="connsiteX1590" fmla="*/ 3788162 w 5896576"/>
              <a:gd name="connsiteY1590" fmla="*/ 6485839 h 6958335"/>
              <a:gd name="connsiteX1591" fmla="*/ 3664266 w 5896576"/>
              <a:gd name="connsiteY1591" fmla="*/ 6573965 h 6958335"/>
              <a:gd name="connsiteX1592" fmla="*/ 3575700 w 5896576"/>
              <a:gd name="connsiteY1592" fmla="*/ 6626752 h 6958335"/>
              <a:gd name="connsiteX1593" fmla="*/ 3575479 w 5896576"/>
              <a:gd name="connsiteY1593" fmla="*/ 6591203 h 6958335"/>
              <a:gd name="connsiteX1594" fmla="*/ 3592933 w 5896576"/>
              <a:gd name="connsiteY1594" fmla="*/ 6537980 h 6958335"/>
              <a:gd name="connsiteX1595" fmla="*/ 3522260 w 5896576"/>
              <a:gd name="connsiteY1595" fmla="*/ 6608653 h 6958335"/>
              <a:gd name="connsiteX1596" fmla="*/ 3433263 w 5896576"/>
              <a:gd name="connsiteY1596" fmla="*/ 6590332 h 6958335"/>
              <a:gd name="connsiteX1597" fmla="*/ 3291688 w 5896576"/>
              <a:gd name="connsiteY1597" fmla="*/ 6696127 h 6958335"/>
              <a:gd name="connsiteX1598" fmla="*/ 3132233 w 5896576"/>
              <a:gd name="connsiteY1598" fmla="*/ 6784042 h 6958335"/>
              <a:gd name="connsiteX1599" fmla="*/ 3114780 w 5896576"/>
              <a:gd name="connsiteY1599" fmla="*/ 6837266 h 6958335"/>
              <a:gd name="connsiteX1600" fmla="*/ 3043892 w 5896576"/>
              <a:gd name="connsiteY1600" fmla="*/ 6872384 h 6958335"/>
              <a:gd name="connsiteX1601" fmla="*/ 3026007 w 5896576"/>
              <a:gd name="connsiteY1601" fmla="*/ 6854499 h 6958335"/>
              <a:gd name="connsiteX1602" fmla="*/ 2990668 w 5896576"/>
              <a:gd name="connsiteY1602" fmla="*/ 6889837 h 6958335"/>
              <a:gd name="connsiteX1603" fmla="*/ 2990448 w 5896576"/>
              <a:gd name="connsiteY1603" fmla="*/ 6854279 h 6958335"/>
              <a:gd name="connsiteX1604" fmla="*/ 3007901 w 5896576"/>
              <a:gd name="connsiteY1604" fmla="*/ 6801055 h 6958335"/>
              <a:gd name="connsiteX1605" fmla="*/ 2990448 w 5896576"/>
              <a:gd name="connsiteY1605" fmla="*/ 6854279 h 6958335"/>
              <a:gd name="connsiteX1606" fmla="*/ 2972779 w 5896576"/>
              <a:gd name="connsiteY1606" fmla="*/ 6871948 h 6958335"/>
              <a:gd name="connsiteX1607" fmla="*/ 2990232 w 5896576"/>
              <a:gd name="connsiteY1607" fmla="*/ 6818725 h 6958335"/>
              <a:gd name="connsiteX1608" fmla="*/ 2972347 w 5896576"/>
              <a:gd name="connsiteY1608" fmla="*/ 6800840 h 6958335"/>
              <a:gd name="connsiteX1609" fmla="*/ 2901450 w 5896576"/>
              <a:gd name="connsiteY1609" fmla="*/ 6835958 h 6958335"/>
              <a:gd name="connsiteX1610" fmla="*/ 2901235 w 5896576"/>
              <a:gd name="connsiteY1610" fmla="*/ 6800404 h 6958335"/>
              <a:gd name="connsiteX1611" fmla="*/ 2870775 w 5896576"/>
              <a:gd name="connsiteY1611" fmla="*/ 6819531 h 6958335"/>
              <a:gd name="connsiteX1612" fmla="*/ 2828055 w 5896576"/>
              <a:gd name="connsiteY1612" fmla="*/ 6824400 h 6958335"/>
              <a:gd name="connsiteX1613" fmla="*/ 2759449 w 5896576"/>
              <a:gd name="connsiteY1613" fmla="*/ 6870650 h 6958335"/>
              <a:gd name="connsiteX1614" fmla="*/ 2706446 w 5896576"/>
              <a:gd name="connsiteY1614" fmla="*/ 6923653 h 6958335"/>
              <a:gd name="connsiteX1615" fmla="*/ 2564436 w 5896576"/>
              <a:gd name="connsiteY1615" fmla="*/ 6958335 h 6958335"/>
              <a:gd name="connsiteX1616" fmla="*/ 2493112 w 5896576"/>
              <a:gd name="connsiteY1616" fmla="*/ 6922350 h 6958335"/>
              <a:gd name="connsiteX1617" fmla="*/ 2475007 w 5896576"/>
              <a:gd name="connsiteY1617" fmla="*/ 6868906 h 6958335"/>
              <a:gd name="connsiteX1618" fmla="*/ 2457338 w 5896576"/>
              <a:gd name="connsiteY1618" fmla="*/ 6886575 h 6958335"/>
              <a:gd name="connsiteX1619" fmla="*/ 2439227 w 5896576"/>
              <a:gd name="connsiteY1619" fmla="*/ 6833137 h 6958335"/>
              <a:gd name="connsiteX1620" fmla="*/ 2527799 w 5896576"/>
              <a:gd name="connsiteY1620" fmla="*/ 6780344 h 6958335"/>
              <a:gd name="connsiteX1621" fmla="*/ 2563133 w 5896576"/>
              <a:gd name="connsiteY1621" fmla="*/ 6745010 h 6958335"/>
              <a:gd name="connsiteX1622" fmla="*/ 2704918 w 5896576"/>
              <a:gd name="connsiteY1622" fmla="*/ 6674764 h 6958335"/>
              <a:gd name="connsiteX1623" fmla="*/ 2545248 w 5896576"/>
              <a:gd name="connsiteY1623" fmla="*/ 6727125 h 6958335"/>
              <a:gd name="connsiteX1624" fmla="*/ 2536303 w 5896576"/>
              <a:gd name="connsiteY1624" fmla="*/ 6718177 h 6958335"/>
              <a:gd name="connsiteX1625" fmla="*/ 2536299 w 5896576"/>
              <a:gd name="connsiteY1625" fmla="*/ 6718177 h 6958335"/>
              <a:gd name="connsiteX1626" fmla="*/ 2527358 w 5896576"/>
              <a:gd name="connsiteY1626" fmla="*/ 6709236 h 6958335"/>
              <a:gd name="connsiteX1627" fmla="*/ 2525185 w 5896576"/>
              <a:gd name="connsiteY1627" fmla="*/ 6716998 h 6958335"/>
              <a:gd name="connsiteX1628" fmla="*/ 2536299 w 5896576"/>
              <a:gd name="connsiteY1628" fmla="*/ 6718177 h 6958335"/>
              <a:gd name="connsiteX1629" fmla="*/ 2536303 w 5896576"/>
              <a:gd name="connsiteY1629" fmla="*/ 6718181 h 6958335"/>
              <a:gd name="connsiteX1630" fmla="*/ 2545248 w 5896576"/>
              <a:gd name="connsiteY1630" fmla="*/ 6727125 h 6958335"/>
              <a:gd name="connsiteX1631" fmla="*/ 2474566 w 5896576"/>
              <a:gd name="connsiteY1631" fmla="*/ 6797798 h 6958335"/>
              <a:gd name="connsiteX1632" fmla="*/ 2332785 w 5896576"/>
              <a:gd name="connsiteY1632" fmla="*/ 6868039 h 6958335"/>
              <a:gd name="connsiteX1633" fmla="*/ 2314896 w 5896576"/>
              <a:gd name="connsiteY1633" fmla="*/ 6850150 h 6958335"/>
              <a:gd name="connsiteX1634" fmla="*/ 2190128 w 5896576"/>
              <a:gd name="connsiteY1634" fmla="*/ 6796059 h 6958335"/>
              <a:gd name="connsiteX1635" fmla="*/ 2154574 w 5896576"/>
              <a:gd name="connsiteY1635" fmla="*/ 6795843 h 6958335"/>
              <a:gd name="connsiteX1636" fmla="*/ 2172243 w 5896576"/>
              <a:gd name="connsiteY1636" fmla="*/ 6778174 h 6958335"/>
              <a:gd name="connsiteX1637" fmla="*/ 2101130 w 5896576"/>
              <a:gd name="connsiteY1637" fmla="*/ 6777738 h 6958335"/>
              <a:gd name="connsiteX1638" fmla="*/ 2029587 w 5896576"/>
              <a:gd name="connsiteY1638" fmla="*/ 6706194 h 6958335"/>
              <a:gd name="connsiteX1639" fmla="*/ 1905250 w 5896576"/>
              <a:gd name="connsiteY1639" fmla="*/ 6723212 h 6958335"/>
              <a:gd name="connsiteX1640" fmla="*/ 1904814 w 5896576"/>
              <a:gd name="connsiteY1640" fmla="*/ 6652099 h 6958335"/>
              <a:gd name="connsiteX1641" fmla="*/ 1869260 w 5896576"/>
              <a:gd name="connsiteY1641" fmla="*/ 6651883 h 6958335"/>
              <a:gd name="connsiteX1642" fmla="*/ 1922484 w 5896576"/>
              <a:gd name="connsiteY1642" fmla="*/ 6634429 h 6958335"/>
              <a:gd name="connsiteX1643" fmla="*/ 1869260 w 5896576"/>
              <a:gd name="connsiteY1643" fmla="*/ 6651883 h 6958335"/>
              <a:gd name="connsiteX1644" fmla="*/ 1975491 w 5896576"/>
              <a:gd name="connsiteY1644" fmla="*/ 6581422 h 6958335"/>
              <a:gd name="connsiteX1645" fmla="*/ 2011050 w 5896576"/>
              <a:gd name="connsiteY1645" fmla="*/ 6581642 h 6958335"/>
              <a:gd name="connsiteX1646" fmla="*/ 2055331 w 5896576"/>
              <a:gd name="connsiteY1646" fmla="*/ 6555246 h 6958335"/>
              <a:gd name="connsiteX1647" fmla="*/ 2070090 w 5896576"/>
              <a:gd name="connsiteY1647" fmla="*/ 6546449 h 6958335"/>
              <a:gd name="connsiteX1648" fmla="*/ 2081943 w 5896576"/>
              <a:gd name="connsiteY1648" fmla="*/ 6546519 h 6958335"/>
              <a:gd name="connsiteX1649" fmla="*/ 2085626 w 5896576"/>
              <a:gd name="connsiteY1649" fmla="*/ 6537183 h 6958335"/>
              <a:gd name="connsiteX1650" fmla="*/ 2099612 w 5896576"/>
              <a:gd name="connsiteY1650" fmla="*/ 6528850 h 6958335"/>
              <a:gd name="connsiteX1651" fmla="*/ 2090693 w 5896576"/>
              <a:gd name="connsiteY1651" fmla="*/ 6524355 h 6958335"/>
              <a:gd name="connsiteX1652" fmla="*/ 2085626 w 5896576"/>
              <a:gd name="connsiteY1652" fmla="*/ 6537183 h 6958335"/>
              <a:gd name="connsiteX1653" fmla="*/ 2070090 w 5896576"/>
              <a:gd name="connsiteY1653" fmla="*/ 6546449 h 6958335"/>
              <a:gd name="connsiteX1654" fmla="*/ 2064165 w 5896576"/>
              <a:gd name="connsiteY1654" fmla="*/ 6546412 h 6958335"/>
              <a:gd name="connsiteX1655" fmla="*/ 2046388 w 5896576"/>
              <a:gd name="connsiteY1655" fmla="*/ 6546304 h 6958335"/>
              <a:gd name="connsiteX1656" fmla="*/ 2081727 w 5896576"/>
              <a:gd name="connsiteY1656" fmla="*/ 6510965 h 6958335"/>
              <a:gd name="connsiteX1657" fmla="*/ 2046169 w 5896576"/>
              <a:gd name="connsiteY1657" fmla="*/ 6510744 h 6958335"/>
              <a:gd name="connsiteX1658" fmla="*/ 2086108 w 5896576"/>
              <a:gd name="connsiteY1658" fmla="*/ 6500993 h 6958335"/>
              <a:gd name="connsiteX1659" fmla="*/ 2087961 w 5896576"/>
              <a:gd name="connsiteY1659" fmla="*/ 6499921 h 6958335"/>
              <a:gd name="connsiteX1660" fmla="*/ 2088323 w 5896576"/>
              <a:gd name="connsiteY1660" fmla="*/ 6499896 h 6958335"/>
              <a:gd name="connsiteX1661" fmla="*/ 2099391 w 5896576"/>
              <a:gd name="connsiteY1661" fmla="*/ 6493300 h 6958335"/>
              <a:gd name="connsiteX1662" fmla="*/ 2117276 w 5896576"/>
              <a:gd name="connsiteY1662" fmla="*/ 6511185 h 6958335"/>
              <a:gd name="connsiteX1663" fmla="*/ 2099391 w 5896576"/>
              <a:gd name="connsiteY1663" fmla="*/ 6493300 h 6958335"/>
              <a:gd name="connsiteX1664" fmla="*/ 2087961 w 5896576"/>
              <a:gd name="connsiteY1664" fmla="*/ 6499921 h 6958335"/>
              <a:gd name="connsiteX1665" fmla="*/ 2076940 w 5896576"/>
              <a:gd name="connsiteY1665" fmla="*/ 6500657 h 6958335"/>
              <a:gd name="connsiteX1666" fmla="*/ 2063838 w 5896576"/>
              <a:gd name="connsiteY1666" fmla="*/ 6493075 h 6958335"/>
              <a:gd name="connsiteX1667" fmla="*/ 2081502 w 5896576"/>
              <a:gd name="connsiteY1667" fmla="*/ 6475411 h 6958335"/>
              <a:gd name="connsiteX1668" fmla="*/ 2063838 w 5896576"/>
              <a:gd name="connsiteY1668" fmla="*/ 6493075 h 6958335"/>
              <a:gd name="connsiteX1669" fmla="*/ 2063622 w 5896576"/>
              <a:gd name="connsiteY1669" fmla="*/ 6457521 h 6958335"/>
              <a:gd name="connsiteX1670" fmla="*/ 2152179 w 5896576"/>
              <a:gd name="connsiteY1670" fmla="*/ 6404733 h 6958335"/>
              <a:gd name="connsiteX1671" fmla="*/ 2134299 w 5896576"/>
              <a:gd name="connsiteY1671" fmla="*/ 6386844 h 6958335"/>
              <a:gd name="connsiteX1672" fmla="*/ 2187302 w 5896576"/>
              <a:gd name="connsiteY1672" fmla="*/ 6333841 h 6958335"/>
              <a:gd name="connsiteX1673" fmla="*/ 2081076 w 5896576"/>
              <a:gd name="connsiteY1673" fmla="*/ 6404298 h 6958335"/>
              <a:gd name="connsiteX1674" fmla="*/ 2027848 w 5896576"/>
              <a:gd name="connsiteY1674" fmla="*/ 6421747 h 6958335"/>
              <a:gd name="connsiteX1675" fmla="*/ 1994580 w 5896576"/>
              <a:gd name="connsiteY1675" fmla="*/ 6432658 h 6958335"/>
              <a:gd name="connsiteX1676" fmla="*/ 1992294 w 5896576"/>
              <a:gd name="connsiteY1676" fmla="*/ 6421531 h 6958335"/>
              <a:gd name="connsiteX1677" fmla="*/ 1977047 w 5896576"/>
              <a:gd name="connsiteY1677" fmla="*/ 6438408 h 6958335"/>
              <a:gd name="connsiteX1678" fmla="*/ 1974624 w 5896576"/>
              <a:gd name="connsiteY1678" fmla="*/ 6439200 h 6958335"/>
              <a:gd name="connsiteX1679" fmla="*/ 1976063 w 5896576"/>
              <a:gd name="connsiteY1679" fmla="*/ 6439496 h 6958335"/>
              <a:gd name="connsiteX1680" fmla="*/ 1950355 w 5896576"/>
              <a:gd name="connsiteY1680" fmla="*/ 6467940 h 6958335"/>
              <a:gd name="connsiteX1681" fmla="*/ 1921837 w 5896576"/>
              <a:gd name="connsiteY1681" fmla="*/ 6527767 h 6958335"/>
              <a:gd name="connsiteX1682" fmla="*/ 1833269 w 5896576"/>
              <a:gd name="connsiteY1682" fmla="*/ 6580555 h 6958335"/>
              <a:gd name="connsiteX1683" fmla="*/ 1833054 w 5896576"/>
              <a:gd name="connsiteY1683" fmla="*/ 6545000 h 6958335"/>
              <a:gd name="connsiteX1684" fmla="*/ 1726387 w 5896576"/>
              <a:gd name="connsiteY1684" fmla="*/ 6544349 h 6958335"/>
              <a:gd name="connsiteX1685" fmla="*/ 1690613 w 5896576"/>
              <a:gd name="connsiteY1685" fmla="*/ 6508575 h 6958335"/>
              <a:gd name="connsiteX1686" fmla="*/ 1637610 w 5896576"/>
              <a:gd name="connsiteY1686" fmla="*/ 6561587 h 6958335"/>
              <a:gd name="connsiteX1687" fmla="*/ 1637389 w 5896576"/>
              <a:gd name="connsiteY1687" fmla="*/ 6526028 h 6958335"/>
              <a:gd name="connsiteX1688" fmla="*/ 1531163 w 5896576"/>
              <a:gd name="connsiteY1688" fmla="*/ 6596485 h 6958335"/>
              <a:gd name="connsiteX1689" fmla="*/ 1495604 w 5896576"/>
              <a:gd name="connsiteY1689" fmla="*/ 6596265 h 6958335"/>
              <a:gd name="connsiteX1690" fmla="*/ 1495388 w 5896576"/>
              <a:gd name="connsiteY1690" fmla="*/ 6560711 h 6958335"/>
              <a:gd name="connsiteX1691" fmla="*/ 1442165 w 5896576"/>
              <a:gd name="connsiteY1691" fmla="*/ 6578164 h 6958335"/>
              <a:gd name="connsiteX1692" fmla="*/ 1424711 w 5896576"/>
              <a:gd name="connsiteY1692" fmla="*/ 6631388 h 6958335"/>
              <a:gd name="connsiteX1693" fmla="*/ 1353598 w 5896576"/>
              <a:gd name="connsiteY1693" fmla="*/ 6630952 h 6958335"/>
              <a:gd name="connsiteX1694" fmla="*/ 1353167 w 5896576"/>
              <a:gd name="connsiteY1694" fmla="*/ 6559844 h 6958335"/>
              <a:gd name="connsiteX1695" fmla="*/ 1335282 w 5896576"/>
              <a:gd name="connsiteY1695" fmla="*/ 6541959 h 6958335"/>
              <a:gd name="connsiteX1696" fmla="*/ 1335713 w 5896576"/>
              <a:gd name="connsiteY1696" fmla="*/ 6613067 h 6958335"/>
              <a:gd name="connsiteX1697" fmla="*/ 1282274 w 5896576"/>
              <a:gd name="connsiteY1697" fmla="*/ 6594967 h 6958335"/>
              <a:gd name="connsiteX1698" fmla="*/ 1282054 w 5896576"/>
              <a:gd name="connsiteY1698" fmla="*/ 6559408 h 6958335"/>
              <a:gd name="connsiteX1699" fmla="*/ 1246715 w 5896576"/>
              <a:gd name="connsiteY1699" fmla="*/ 6594746 h 6958335"/>
              <a:gd name="connsiteX1700" fmla="*/ 1246284 w 5896576"/>
              <a:gd name="connsiteY1700" fmla="*/ 6523638 h 6958335"/>
              <a:gd name="connsiteX1701" fmla="*/ 1228399 w 5896576"/>
              <a:gd name="connsiteY1701" fmla="*/ 6505753 h 6958335"/>
              <a:gd name="connsiteX1702" fmla="*/ 1193061 w 5896576"/>
              <a:gd name="connsiteY1702" fmla="*/ 6541092 h 6958335"/>
              <a:gd name="connsiteX1703" fmla="*/ 1175171 w 5896576"/>
              <a:gd name="connsiteY1703" fmla="*/ 6523202 h 6958335"/>
              <a:gd name="connsiteX1704" fmla="*/ 1139833 w 5896576"/>
              <a:gd name="connsiteY1704" fmla="*/ 6558540 h 6958335"/>
              <a:gd name="connsiteX1705" fmla="*/ 979506 w 5896576"/>
              <a:gd name="connsiteY1705" fmla="*/ 6504230 h 6958335"/>
              <a:gd name="connsiteX1706" fmla="*/ 961621 w 5896576"/>
              <a:gd name="connsiteY1706" fmla="*/ 6486345 h 6958335"/>
              <a:gd name="connsiteX1707" fmla="*/ 961837 w 5896576"/>
              <a:gd name="connsiteY1707" fmla="*/ 6521899 h 6958335"/>
              <a:gd name="connsiteX1708" fmla="*/ 854958 w 5896576"/>
              <a:gd name="connsiteY1708" fmla="*/ 6485689 h 6958335"/>
              <a:gd name="connsiteX1709" fmla="*/ 801516 w 5896576"/>
              <a:gd name="connsiteY1709" fmla="*/ 6467584 h 6958335"/>
              <a:gd name="connsiteX1710" fmla="*/ 783630 w 5896576"/>
              <a:gd name="connsiteY1710" fmla="*/ 6449699 h 6958335"/>
              <a:gd name="connsiteX1711" fmla="*/ 694412 w 5896576"/>
              <a:gd name="connsiteY1711" fmla="*/ 6395828 h 6958335"/>
              <a:gd name="connsiteX1712" fmla="*/ 729751 w 5896576"/>
              <a:gd name="connsiteY1712" fmla="*/ 6360490 h 6958335"/>
              <a:gd name="connsiteX1713" fmla="*/ 676528 w 5896576"/>
              <a:gd name="connsiteY1713" fmla="*/ 6377943 h 6958335"/>
              <a:gd name="connsiteX1714" fmla="*/ 658427 w 5896576"/>
              <a:gd name="connsiteY1714" fmla="*/ 6324496 h 6958335"/>
              <a:gd name="connsiteX1715" fmla="*/ 605204 w 5896576"/>
              <a:gd name="connsiteY1715" fmla="*/ 6341949 h 6958335"/>
              <a:gd name="connsiteX1716" fmla="*/ 551108 w 5896576"/>
              <a:gd name="connsiteY1716" fmla="*/ 6217177 h 6958335"/>
              <a:gd name="connsiteX1717" fmla="*/ 461891 w 5896576"/>
              <a:gd name="connsiteY1717" fmla="*/ 6163306 h 6958335"/>
              <a:gd name="connsiteX1718" fmla="*/ 479344 w 5896576"/>
              <a:gd name="connsiteY1718" fmla="*/ 6110083 h 6958335"/>
              <a:gd name="connsiteX1719" fmla="*/ 444006 w 5896576"/>
              <a:gd name="connsiteY1719" fmla="*/ 6145421 h 6958335"/>
              <a:gd name="connsiteX1720" fmla="*/ 479129 w 5896576"/>
              <a:gd name="connsiteY1720" fmla="*/ 6074519 h 6958335"/>
              <a:gd name="connsiteX1721" fmla="*/ 443570 w 5896576"/>
              <a:gd name="connsiteY1721" fmla="*/ 6074309 h 6958335"/>
              <a:gd name="connsiteX1722" fmla="*/ 478908 w 5896576"/>
              <a:gd name="connsiteY1722" fmla="*/ 6038970 h 6958335"/>
              <a:gd name="connsiteX1723" fmla="*/ 425685 w 5896576"/>
              <a:gd name="connsiteY1723" fmla="*/ 6056415 h 6958335"/>
              <a:gd name="connsiteX1724" fmla="*/ 460372 w 5896576"/>
              <a:gd name="connsiteY1724" fmla="*/ 5914418 h 6958335"/>
              <a:gd name="connsiteX1725" fmla="*/ 407144 w 5896576"/>
              <a:gd name="connsiteY1725" fmla="*/ 5931867 h 6958335"/>
              <a:gd name="connsiteX1726" fmla="*/ 402046 w 5896576"/>
              <a:gd name="connsiteY1726" fmla="*/ 5915726 h 6958335"/>
              <a:gd name="connsiteX1727" fmla="*/ 406928 w 5896576"/>
              <a:gd name="connsiteY1727" fmla="*/ 5896313 h 6958335"/>
              <a:gd name="connsiteX1728" fmla="*/ 406928 w 5896576"/>
              <a:gd name="connsiteY1728" fmla="*/ 5896313 h 6958335"/>
              <a:gd name="connsiteX1729" fmla="*/ 406928 w 5896576"/>
              <a:gd name="connsiteY1729" fmla="*/ 5896313 h 6958335"/>
              <a:gd name="connsiteX1730" fmla="*/ 406928 w 5896576"/>
              <a:gd name="connsiteY1730" fmla="*/ 5896313 h 6958335"/>
              <a:gd name="connsiteX1731" fmla="*/ 406712 w 5896576"/>
              <a:gd name="connsiteY1731" fmla="*/ 5860759 h 6958335"/>
              <a:gd name="connsiteX1732" fmla="*/ 406894 w 5896576"/>
              <a:gd name="connsiteY1732" fmla="*/ 5890758 h 6958335"/>
              <a:gd name="connsiteX1733" fmla="*/ 406928 w 5896576"/>
              <a:gd name="connsiteY1733" fmla="*/ 5896313 h 6958335"/>
              <a:gd name="connsiteX1734" fmla="*/ 406928 w 5896576"/>
              <a:gd name="connsiteY1734" fmla="*/ 5896313 h 6958335"/>
              <a:gd name="connsiteX1735" fmla="*/ 393378 w 5896576"/>
              <a:gd name="connsiteY1735" fmla="*/ 5860676 h 6958335"/>
              <a:gd name="connsiteX1736" fmla="*/ 406497 w 5896576"/>
              <a:gd name="connsiteY1736" fmla="*/ 5825204 h 6958335"/>
              <a:gd name="connsiteX1737" fmla="*/ 424382 w 5896576"/>
              <a:gd name="connsiteY1737" fmla="*/ 5843089 h 6958335"/>
              <a:gd name="connsiteX1738" fmla="*/ 424161 w 5896576"/>
              <a:gd name="connsiteY1738" fmla="*/ 5807530 h 6958335"/>
              <a:gd name="connsiteX1739" fmla="*/ 423946 w 5896576"/>
              <a:gd name="connsiteY1739" fmla="*/ 5771976 h 6958335"/>
              <a:gd name="connsiteX1740" fmla="*/ 504737 w 5896576"/>
              <a:gd name="connsiteY1740" fmla="*/ 5654047 h 6958335"/>
              <a:gd name="connsiteX1741" fmla="*/ 457630 w 5896576"/>
              <a:gd name="connsiteY1741" fmla="*/ 5654071 h 6958335"/>
              <a:gd name="connsiteX1742" fmla="*/ 422427 w 5896576"/>
              <a:gd name="connsiteY1742" fmla="*/ 5618868 h 6958335"/>
              <a:gd name="connsiteX1743" fmla="*/ 475285 w 5896576"/>
              <a:gd name="connsiteY1743" fmla="*/ 5530812 h 6958335"/>
              <a:gd name="connsiteX1744" fmla="*/ 404871 w 5896576"/>
              <a:gd name="connsiteY1744" fmla="*/ 5495623 h 6958335"/>
              <a:gd name="connsiteX1745" fmla="*/ 387267 w 5896576"/>
              <a:gd name="connsiteY1745" fmla="*/ 5478019 h 6958335"/>
              <a:gd name="connsiteX1746" fmla="*/ 369677 w 5896576"/>
              <a:gd name="connsiteY1746" fmla="*/ 5425204 h 6958335"/>
              <a:gd name="connsiteX1747" fmla="*/ 404922 w 5896576"/>
              <a:gd name="connsiteY1747" fmla="*/ 5354761 h 6958335"/>
              <a:gd name="connsiteX1748" fmla="*/ 299304 w 5896576"/>
              <a:gd name="connsiteY1748" fmla="*/ 5284370 h 6958335"/>
              <a:gd name="connsiteX1749" fmla="*/ 299295 w 5896576"/>
              <a:gd name="connsiteY1749" fmla="*/ 5319586 h 6958335"/>
              <a:gd name="connsiteX1750" fmla="*/ 228871 w 5896576"/>
              <a:gd name="connsiteY1750" fmla="*/ 5284398 h 6958335"/>
              <a:gd name="connsiteX1751" fmla="*/ 140830 w 5896576"/>
              <a:gd name="connsiteY1751" fmla="*/ 5302034 h 6958335"/>
              <a:gd name="connsiteX1752" fmla="*/ 228891 w 5896576"/>
              <a:gd name="connsiteY1752" fmla="*/ 5249181 h 6958335"/>
              <a:gd name="connsiteX1753" fmla="*/ 228899 w 5896576"/>
              <a:gd name="connsiteY1753" fmla="*/ 5213965 h 6958335"/>
              <a:gd name="connsiteX1754" fmla="*/ 193701 w 5896576"/>
              <a:gd name="connsiteY1754" fmla="*/ 5178767 h 6958335"/>
              <a:gd name="connsiteX1755" fmla="*/ 176084 w 5896576"/>
              <a:gd name="connsiteY1755" fmla="*/ 5196384 h 6958335"/>
              <a:gd name="connsiteX1756" fmla="*/ 158470 w 5896576"/>
              <a:gd name="connsiteY1756" fmla="*/ 5213998 h 6958335"/>
              <a:gd name="connsiteX1757" fmla="*/ 35212 w 5896576"/>
              <a:gd name="connsiteY1757" fmla="*/ 5231653 h 6958335"/>
              <a:gd name="connsiteX1758" fmla="*/ 0 w 5896576"/>
              <a:gd name="connsiteY1758" fmla="*/ 5231666 h 6958335"/>
              <a:gd name="connsiteX1759" fmla="*/ 105655 w 5896576"/>
              <a:gd name="connsiteY1759" fmla="*/ 5196408 h 6958335"/>
              <a:gd name="connsiteX1760" fmla="*/ 105669 w 5896576"/>
              <a:gd name="connsiteY1760" fmla="*/ 5161196 h 6958335"/>
              <a:gd name="connsiteX1761" fmla="*/ 123287 w 5896576"/>
              <a:gd name="connsiteY1761" fmla="*/ 5143578 h 6958335"/>
              <a:gd name="connsiteX1762" fmla="*/ 132089 w 5896576"/>
              <a:gd name="connsiteY1762" fmla="*/ 5147974 h 6958335"/>
              <a:gd name="connsiteX1763" fmla="*/ 133850 w 5896576"/>
              <a:gd name="connsiteY1763" fmla="*/ 5143578 h 6958335"/>
              <a:gd name="connsiteX1764" fmla="*/ 158499 w 5896576"/>
              <a:gd name="connsiteY1764" fmla="*/ 5143564 h 6958335"/>
              <a:gd name="connsiteX1765" fmla="*/ 211315 w 5896576"/>
              <a:gd name="connsiteY1765" fmla="*/ 5161153 h 6958335"/>
              <a:gd name="connsiteX1766" fmla="*/ 211300 w 5896576"/>
              <a:gd name="connsiteY1766" fmla="*/ 5196366 h 6958335"/>
              <a:gd name="connsiteX1767" fmla="*/ 228927 w 5896576"/>
              <a:gd name="connsiteY1767" fmla="*/ 5143541 h 6958335"/>
              <a:gd name="connsiteX1768" fmla="*/ 299356 w 5896576"/>
              <a:gd name="connsiteY1768" fmla="*/ 5143508 h 6958335"/>
              <a:gd name="connsiteX1769" fmla="*/ 334559 w 5896576"/>
              <a:gd name="connsiteY1769" fmla="*/ 5178711 h 6958335"/>
              <a:gd name="connsiteX1770" fmla="*/ 387394 w 5896576"/>
              <a:gd name="connsiteY1770" fmla="*/ 5161083 h 6958335"/>
              <a:gd name="connsiteX1771" fmla="*/ 510647 w 5896576"/>
              <a:gd name="connsiteY1771" fmla="*/ 5143433 h 6958335"/>
              <a:gd name="connsiteX1772" fmla="*/ 598722 w 5896576"/>
              <a:gd name="connsiteY1772" fmla="*/ 5055358 h 6958335"/>
              <a:gd name="connsiteX1773" fmla="*/ 616321 w 5896576"/>
              <a:gd name="connsiteY1773" fmla="*/ 5072957 h 6958335"/>
              <a:gd name="connsiteX1774" fmla="*/ 686768 w 5896576"/>
              <a:gd name="connsiteY1774" fmla="*/ 5037717 h 6958335"/>
              <a:gd name="connsiteX1775" fmla="*/ 792427 w 5896576"/>
              <a:gd name="connsiteY1775" fmla="*/ 5002463 h 6958335"/>
              <a:gd name="connsiteX1776" fmla="*/ 774810 w 5896576"/>
              <a:gd name="connsiteY1776" fmla="*/ 5020081 h 6958335"/>
              <a:gd name="connsiteX1777" fmla="*/ 845239 w 5896576"/>
              <a:gd name="connsiteY1777" fmla="*/ 5020048 h 6958335"/>
              <a:gd name="connsiteX1778" fmla="*/ 915695 w 5896576"/>
              <a:gd name="connsiteY1778" fmla="*/ 4949591 h 6958335"/>
              <a:gd name="connsiteX1779" fmla="*/ 827663 w 5896576"/>
              <a:gd name="connsiteY1779" fmla="*/ 4932020 h 6958335"/>
              <a:gd name="connsiteX1780" fmla="*/ 810064 w 5896576"/>
              <a:gd name="connsiteY1780" fmla="*/ 4914421 h 6958335"/>
              <a:gd name="connsiteX1781" fmla="*/ 810078 w 5896576"/>
              <a:gd name="connsiteY1781" fmla="*/ 4879200 h 6958335"/>
              <a:gd name="connsiteX1782" fmla="*/ 792460 w 5896576"/>
              <a:gd name="connsiteY1782" fmla="*/ 4896817 h 6958335"/>
              <a:gd name="connsiteX1783" fmla="*/ 757267 w 5896576"/>
              <a:gd name="connsiteY1783" fmla="*/ 4861615 h 6958335"/>
              <a:gd name="connsiteX1784" fmla="*/ 651617 w 5896576"/>
              <a:gd name="connsiteY1784" fmla="*/ 4861652 h 6958335"/>
              <a:gd name="connsiteX1785" fmla="*/ 457972 w 5896576"/>
              <a:gd name="connsiteY1785" fmla="*/ 4773695 h 6958335"/>
              <a:gd name="connsiteX1786" fmla="*/ 422756 w 5896576"/>
              <a:gd name="connsiteY1786" fmla="*/ 4773704 h 6958335"/>
              <a:gd name="connsiteX1787" fmla="*/ 422770 w 5896576"/>
              <a:gd name="connsiteY1787" fmla="*/ 4738492 h 6958335"/>
              <a:gd name="connsiteX1788" fmla="*/ 405157 w 5896576"/>
              <a:gd name="connsiteY1788" fmla="*/ 4756106 h 6958335"/>
              <a:gd name="connsiteX1789" fmla="*/ 352350 w 5896576"/>
              <a:gd name="connsiteY1789" fmla="*/ 4703299 h 6958335"/>
              <a:gd name="connsiteX1790" fmla="*/ 369968 w 5896576"/>
              <a:gd name="connsiteY1790" fmla="*/ 4685690 h 6958335"/>
              <a:gd name="connsiteX1791" fmla="*/ 317162 w 5896576"/>
              <a:gd name="connsiteY1791" fmla="*/ 4632884 h 6958335"/>
              <a:gd name="connsiteX1792" fmla="*/ 387675 w 5896576"/>
              <a:gd name="connsiteY1792" fmla="*/ 4421570 h 6958335"/>
              <a:gd name="connsiteX1793" fmla="*/ 422891 w 5896576"/>
              <a:gd name="connsiteY1793" fmla="*/ 4421551 h 6958335"/>
              <a:gd name="connsiteX1794" fmla="*/ 405222 w 5896576"/>
              <a:gd name="connsiteY1794" fmla="*/ 4580031 h 6958335"/>
              <a:gd name="connsiteX1795" fmla="*/ 440434 w 5896576"/>
              <a:gd name="connsiteY1795" fmla="*/ 4580017 h 6958335"/>
              <a:gd name="connsiteX1796" fmla="*/ 422835 w 5896576"/>
              <a:gd name="connsiteY1796" fmla="*/ 4562418 h 6958335"/>
              <a:gd name="connsiteX1797" fmla="*/ 493291 w 5896576"/>
              <a:gd name="connsiteY1797" fmla="*/ 4491961 h 6958335"/>
              <a:gd name="connsiteX1798" fmla="*/ 528508 w 5896576"/>
              <a:gd name="connsiteY1798" fmla="*/ 4491943 h 6958335"/>
              <a:gd name="connsiteX1799" fmla="*/ 563735 w 5896576"/>
              <a:gd name="connsiteY1799" fmla="*/ 4456716 h 6958335"/>
              <a:gd name="connsiteX1800" fmla="*/ 598965 w 5896576"/>
              <a:gd name="connsiteY1800" fmla="*/ 4421486 h 6958335"/>
              <a:gd name="connsiteX1801" fmla="*/ 598951 w 5896576"/>
              <a:gd name="connsiteY1801" fmla="*/ 4456707 h 6958335"/>
              <a:gd name="connsiteX1802" fmla="*/ 616578 w 5896576"/>
              <a:gd name="connsiteY1802" fmla="*/ 4403873 h 6958335"/>
              <a:gd name="connsiteX1803" fmla="*/ 687025 w 5896576"/>
              <a:gd name="connsiteY1803" fmla="*/ 4368633 h 6958335"/>
              <a:gd name="connsiteX1804" fmla="*/ 669421 w 5896576"/>
              <a:gd name="connsiteY1804" fmla="*/ 4351029 h 6958335"/>
              <a:gd name="connsiteX1805" fmla="*/ 651823 w 5896576"/>
              <a:gd name="connsiteY1805" fmla="*/ 4333430 h 6958335"/>
              <a:gd name="connsiteX1806" fmla="*/ 634206 w 5896576"/>
              <a:gd name="connsiteY1806" fmla="*/ 4351048 h 6958335"/>
              <a:gd name="connsiteX1807" fmla="*/ 621008 w 5896576"/>
              <a:gd name="connsiteY1807" fmla="*/ 4329038 h 6958335"/>
              <a:gd name="connsiteX1808" fmla="*/ 615838 w 5896576"/>
              <a:gd name="connsiteY1808" fmla="*/ 4329615 h 6958335"/>
              <a:gd name="connsiteX1809" fmla="*/ 612214 w 5896576"/>
              <a:gd name="connsiteY1809" fmla="*/ 4311435 h 6958335"/>
              <a:gd name="connsiteX1810" fmla="*/ 634219 w 5896576"/>
              <a:gd name="connsiteY1810" fmla="*/ 4315826 h 6958335"/>
              <a:gd name="connsiteX1811" fmla="*/ 599017 w 5896576"/>
              <a:gd name="connsiteY1811" fmla="*/ 4280624 h 6958335"/>
              <a:gd name="connsiteX1812" fmla="*/ 616649 w 5896576"/>
              <a:gd name="connsiteY1812" fmla="*/ 4227794 h 6958335"/>
              <a:gd name="connsiteX1813" fmla="*/ 599050 w 5896576"/>
              <a:gd name="connsiteY1813" fmla="*/ 4210195 h 6958335"/>
              <a:gd name="connsiteX1814" fmla="*/ 651889 w 5896576"/>
              <a:gd name="connsiteY1814" fmla="*/ 4157356 h 6958335"/>
              <a:gd name="connsiteX1815" fmla="*/ 669516 w 5896576"/>
              <a:gd name="connsiteY1815" fmla="*/ 4104521 h 6958335"/>
              <a:gd name="connsiteX1816" fmla="*/ 634318 w 5896576"/>
              <a:gd name="connsiteY1816" fmla="*/ 4069323 h 6958335"/>
              <a:gd name="connsiteX1817" fmla="*/ 704784 w 5896576"/>
              <a:gd name="connsiteY1817" fmla="*/ 3963650 h 6958335"/>
              <a:gd name="connsiteX1818" fmla="*/ 740001 w 5896576"/>
              <a:gd name="connsiteY1818" fmla="*/ 3963641 h 6958335"/>
              <a:gd name="connsiteX1819" fmla="*/ 898504 w 5896576"/>
              <a:gd name="connsiteY1819" fmla="*/ 3875543 h 6958335"/>
              <a:gd name="connsiteX1820" fmla="*/ 863287 w 5896576"/>
              <a:gd name="connsiteY1820" fmla="*/ 3875552 h 6958335"/>
              <a:gd name="connsiteX1821" fmla="*/ 828085 w 5896576"/>
              <a:gd name="connsiteY1821" fmla="*/ 3840349 h 6958335"/>
              <a:gd name="connsiteX1822" fmla="*/ 863301 w 5896576"/>
              <a:gd name="connsiteY1822" fmla="*/ 3840340 h 6958335"/>
              <a:gd name="connsiteX1823" fmla="*/ 880914 w 5896576"/>
              <a:gd name="connsiteY1823" fmla="*/ 3822727 h 6958335"/>
              <a:gd name="connsiteX1824" fmla="*/ 880900 w 5896576"/>
              <a:gd name="connsiteY1824" fmla="*/ 3857939 h 6958335"/>
              <a:gd name="connsiteX1825" fmla="*/ 898513 w 5896576"/>
              <a:gd name="connsiteY1825" fmla="*/ 3840326 h 6958335"/>
              <a:gd name="connsiteX1826" fmla="*/ 880914 w 5896576"/>
              <a:gd name="connsiteY1826" fmla="*/ 3822727 h 6958335"/>
              <a:gd name="connsiteX1827" fmla="*/ 916131 w 5896576"/>
              <a:gd name="connsiteY1827" fmla="*/ 3822708 h 6958335"/>
              <a:gd name="connsiteX1828" fmla="*/ 933734 w 5896576"/>
              <a:gd name="connsiteY1828" fmla="*/ 3840312 h 6958335"/>
              <a:gd name="connsiteX1829" fmla="*/ 916131 w 5896576"/>
              <a:gd name="connsiteY1829" fmla="*/ 3822708 h 6958335"/>
              <a:gd name="connsiteX1830" fmla="*/ 933744 w 5896576"/>
              <a:gd name="connsiteY1830" fmla="*/ 3805095 h 6958335"/>
              <a:gd name="connsiteX1831" fmla="*/ 949154 w 5896576"/>
              <a:gd name="connsiteY1831" fmla="*/ 3802892 h 6958335"/>
              <a:gd name="connsiteX1832" fmla="*/ 949918 w 5896576"/>
              <a:gd name="connsiteY1832" fmla="*/ 3797544 h 6958335"/>
              <a:gd name="connsiteX1833" fmla="*/ 966767 w 5896576"/>
              <a:gd name="connsiteY1833" fmla="*/ 3789675 h 6958335"/>
              <a:gd name="connsiteX1834" fmla="*/ 971255 w 5896576"/>
              <a:gd name="connsiteY1834" fmla="*/ 3789058 h 6958335"/>
              <a:gd name="connsiteX1835" fmla="*/ 976120 w 5896576"/>
              <a:gd name="connsiteY1835" fmla="*/ 3792425 h 6958335"/>
              <a:gd name="connsiteX1836" fmla="*/ 986579 w 5896576"/>
              <a:gd name="connsiteY1836" fmla="*/ 3787468 h 6958335"/>
              <a:gd name="connsiteX1837" fmla="*/ 980800 w 5896576"/>
              <a:gd name="connsiteY1837" fmla="*/ 3787746 h 6958335"/>
              <a:gd name="connsiteX1838" fmla="*/ 971255 w 5896576"/>
              <a:gd name="connsiteY1838" fmla="*/ 3789058 h 6958335"/>
              <a:gd name="connsiteX1839" fmla="*/ 968968 w 5896576"/>
              <a:gd name="connsiteY1839" fmla="*/ 3787475 h 6958335"/>
              <a:gd name="connsiteX1840" fmla="*/ 951357 w 5896576"/>
              <a:gd name="connsiteY1840" fmla="*/ 3787482 h 6958335"/>
              <a:gd name="connsiteX1841" fmla="*/ 949918 w 5896576"/>
              <a:gd name="connsiteY1841" fmla="*/ 3797544 h 6958335"/>
              <a:gd name="connsiteX1842" fmla="*/ 933744 w 5896576"/>
              <a:gd name="connsiteY1842" fmla="*/ 3805095 h 6958335"/>
              <a:gd name="connsiteX1843" fmla="*/ 968975 w 5896576"/>
              <a:gd name="connsiteY1843" fmla="*/ 3769864 h 6958335"/>
              <a:gd name="connsiteX1844" fmla="*/ 1074648 w 5896576"/>
              <a:gd name="connsiteY1844" fmla="*/ 3699398 h 6958335"/>
              <a:gd name="connsiteX1845" fmla="*/ 1127474 w 5896576"/>
              <a:gd name="connsiteY1845" fmla="*/ 3681771 h 6958335"/>
              <a:gd name="connsiteX1846" fmla="*/ 1162704 w 5896576"/>
              <a:gd name="connsiteY1846" fmla="*/ 3646540 h 6958335"/>
              <a:gd name="connsiteX1847" fmla="*/ 1215543 w 5896576"/>
              <a:gd name="connsiteY1847" fmla="*/ 3593701 h 6958335"/>
              <a:gd name="connsiteX1848" fmla="*/ 1250760 w 5896576"/>
              <a:gd name="connsiteY1848" fmla="*/ 3593683 h 6958335"/>
              <a:gd name="connsiteX1849" fmla="*/ 1233161 w 5896576"/>
              <a:gd name="connsiteY1849" fmla="*/ 3576084 h 6958335"/>
              <a:gd name="connsiteX1850" fmla="*/ 1303617 w 5896576"/>
              <a:gd name="connsiteY1850" fmla="*/ 3505627 h 6958335"/>
              <a:gd name="connsiteX1851" fmla="*/ 1338844 w 5896576"/>
              <a:gd name="connsiteY1851" fmla="*/ 3470400 h 6958335"/>
              <a:gd name="connsiteX1852" fmla="*/ 1338830 w 5896576"/>
              <a:gd name="connsiteY1852" fmla="*/ 3505613 h 6958335"/>
              <a:gd name="connsiteX1853" fmla="*/ 1356447 w 5896576"/>
              <a:gd name="connsiteY1853" fmla="*/ 3487995 h 6958335"/>
              <a:gd name="connsiteX1854" fmla="*/ 1374061 w 5896576"/>
              <a:gd name="connsiteY1854" fmla="*/ 3470382 h 6958335"/>
              <a:gd name="connsiteX1855" fmla="*/ 1391688 w 5896576"/>
              <a:gd name="connsiteY1855" fmla="*/ 3417557 h 6958335"/>
              <a:gd name="connsiteX1856" fmla="*/ 1426904 w 5896576"/>
              <a:gd name="connsiteY1856" fmla="*/ 3417538 h 6958335"/>
              <a:gd name="connsiteX1857" fmla="*/ 1462130 w 5896576"/>
              <a:gd name="connsiteY1857" fmla="*/ 3382312 h 6958335"/>
              <a:gd name="connsiteX1858" fmla="*/ 1479744 w 5896576"/>
              <a:gd name="connsiteY1858" fmla="*/ 3364699 h 6958335"/>
              <a:gd name="connsiteX1859" fmla="*/ 1497361 w 5896576"/>
              <a:gd name="connsiteY1859" fmla="*/ 3347081 h 6958335"/>
              <a:gd name="connsiteX1860" fmla="*/ 1497375 w 5896576"/>
              <a:gd name="connsiteY1860" fmla="*/ 3311869 h 6958335"/>
              <a:gd name="connsiteX1861" fmla="*/ 1532601 w 5896576"/>
              <a:gd name="connsiteY1861" fmla="*/ 3276643 h 6958335"/>
              <a:gd name="connsiteX1862" fmla="*/ 1550200 w 5896576"/>
              <a:gd name="connsiteY1862" fmla="*/ 3294242 h 6958335"/>
              <a:gd name="connsiteX1863" fmla="*/ 1603044 w 5896576"/>
              <a:gd name="connsiteY1863" fmla="*/ 3241399 h 6958335"/>
              <a:gd name="connsiteX1864" fmla="*/ 1585431 w 5896576"/>
              <a:gd name="connsiteY1864" fmla="*/ 3259011 h 6958335"/>
              <a:gd name="connsiteX1865" fmla="*/ 1565624 w 5896576"/>
              <a:gd name="connsiteY1865" fmla="*/ 3261224 h 6958335"/>
              <a:gd name="connsiteX1866" fmla="*/ 1532601 w 5896576"/>
              <a:gd name="connsiteY1866" fmla="*/ 3276643 h 6958335"/>
              <a:gd name="connsiteX1867" fmla="*/ 1559025 w 5896576"/>
              <a:gd name="connsiteY1867" fmla="*/ 3250219 h 6958335"/>
              <a:gd name="connsiteX1868" fmla="*/ 1620676 w 5896576"/>
              <a:gd name="connsiteY1868" fmla="*/ 3188568 h 6958335"/>
              <a:gd name="connsiteX1869" fmla="*/ 1620685 w 5896576"/>
              <a:gd name="connsiteY1869" fmla="*/ 3153352 h 6958335"/>
              <a:gd name="connsiteX1870" fmla="*/ 1638289 w 5896576"/>
              <a:gd name="connsiteY1870" fmla="*/ 3170955 h 6958335"/>
              <a:gd name="connsiteX1871" fmla="*/ 1655902 w 5896576"/>
              <a:gd name="connsiteY1871" fmla="*/ 3153343 h 6958335"/>
              <a:gd name="connsiteX1872" fmla="*/ 1673520 w 5896576"/>
              <a:gd name="connsiteY1872" fmla="*/ 3135724 h 6958335"/>
              <a:gd name="connsiteX1873" fmla="*/ 1691142 w 5896576"/>
              <a:gd name="connsiteY1873" fmla="*/ 3082895 h 6958335"/>
              <a:gd name="connsiteX1874" fmla="*/ 1708746 w 5896576"/>
              <a:gd name="connsiteY1874" fmla="*/ 3100498 h 6958335"/>
              <a:gd name="connsiteX1875" fmla="*/ 1673501 w 5896576"/>
              <a:gd name="connsiteY1875" fmla="*/ 3170942 h 6958335"/>
              <a:gd name="connsiteX1876" fmla="*/ 1620657 w 5896576"/>
              <a:gd name="connsiteY1876" fmla="*/ 3223785 h 6958335"/>
              <a:gd name="connsiteX1877" fmla="*/ 1655874 w 5896576"/>
              <a:gd name="connsiteY1877" fmla="*/ 3223766 h 6958335"/>
              <a:gd name="connsiteX1878" fmla="*/ 1673487 w 5896576"/>
              <a:gd name="connsiteY1878" fmla="*/ 3206153 h 6958335"/>
              <a:gd name="connsiteX1879" fmla="*/ 1567804 w 5896576"/>
              <a:gd name="connsiteY1879" fmla="*/ 3311836 h 6958335"/>
              <a:gd name="connsiteX1880" fmla="*/ 1620634 w 5896576"/>
              <a:gd name="connsiteY1880" fmla="*/ 3294214 h 6958335"/>
              <a:gd name="connsiteX1881" fmla="*/ 1638233 w 5896576"/>
              <a:gd name="connsiteY1881" fmla="*/ 3311813 h 6958335"/>
              <a:gd name="connsiteX1882" fmla="*/ 1655850 w 5896576"/>
              <a:gd name="connsiteY1882" fmla="*/ 3294195 h 6958335"/>
              <a:gd name="connsiteX1883" fmla="*/ 1638251 w 5896576"/>
              <a:gd name="connsiteY1883" fmla="*/ 3276596 h 6958335"/>
              <a:gd name="connsiteX1884" fmla="*/ 1655865 w 5896576"/>
              <a:gd name="connsiteY1884" fmla="*/ 3258983 h 6958335"/>
              <a:gd name="connsiteX1885" fmla="*/ 1743920 w 5896576"/>
              <a:gd name="connsiteY1885" fmla="*/ 3206125 h 6958335"/>
              <a:gd name="connsiteX1886" fmla="*/ 1779146 w 5896576"/>
              <a:gd name="connsiteY1886" fmla="*/ 3170899 h 6958335"/>
              <a:gd name="connsiteX1887" fmla="*/ 1779137 w 5896576"/>
              <a:gd name="connsiteY1887" fmla="*/ 3206116 h 6958335"/>
              <a:gd name="connsiteX1888" fmla="*/ 1779146 w 5896576"/>
              <a:gd name="connsiteY1888" fmla="*/ 3170899 h 6958335"/>
              <a:gd name="connsiteX1889" fmla="*/ 1796764 w 5896576"/>
              <a:gd name="connsiteY1889" fmla="*/ 3153281 h 6958335"/>
              <a:gd name="connsiteX1890" fmla="*/ 1814368 w 5896576"/>
              <a:gd name="connsiteY1890" fmla="*/ 3170885 h 6958335"/>
              <a:gd name="connsiteX1891" fmla="*/ 1831990 w 5896576"/>
              <a:gd name="connsiteY1891" fmla="*/ 3118055 h 6958335"/>
              <a:gd name="connsiteX1892" fmla="*/ 1884834 w 5896576"/>
              <a:gd name="connsiteY1892" fmla="*/ 3065211 h 6958335"/>
              <a:gd name="connsiteX1893" fmla="*/ 2008134 w 5896576"/>
              <a:gd name="connsiteY1893" fmla="*/ 2941911 h 6958335"/>
              <a:gd name="connsiteX1894" fmla="*/ 2008125 w 5896576"/>
              <a:gd name="connsiteY1894" fmla="*/ 2977128 h 6958335"/>
              <a:gd name="connsiteX1895" fmla="*/ 2060964 w 5896576"/>
              <a:gd name="connsiteY1895" fmla="*/ 2924289 h 6958335"/>
              <a:gd name="connsiteX1896" fmla="*/ 2078582 w 5896576"/>
              <a:gd name="connsiteY1896" fmla="*/ 2906671 h 6958335"/>
              <a:gd name="connsiteX1897" fmla="*/ 2149006 w 5896576"/>
              <a:gd name="connsiteY1897" fmla="*/ 2906643 h 6958335"/>
              <a:gd name="connsiteX1898" fmla="*/ 2113784 w 5896576"/>
              <a:gd name="connsiteY1898" fmla="*/ 2941874 h 6958335"/>
              <a:gd name="connsiteX1899" fmla="*/ 2113794 w 5896576"/>
              <a:gd name="connsiteY1899" fmla="*/ 2906657 h 6958335"/>
              <a:gd name="connsiteX1900" fmla="*/ 2096180 w 5896576"/>
              <a:gd name="connsiteY1900" fmla="*/ 2924270 h 6958335"/>
              <a:gd name="connsiteX1901" fmla="*/ 2006835 w 5896576"/>
              <a:gd name="connsiteY1901" fmla="*/ 3018432 h 6958335"/>
              <a:gd name="connsiteX1902" fmla="*/ 2008097 w 5896576"/>
              <a:gd name="connsiteY1902" fmla="*/ 3047561 h 6958335"/>
              <a:gd name="connsiteX1903" fmla="*/ 2008097 w 5896576"/>
              <a:gd name="connsiteY1903" fmla="*/ 3047561 h 6958335"/>
              <a:gd name="connsiteX1904" fmla="*/ 1981957 w 5896576"/>
              <a:gd name="connsiteY1904" fmla="*/ 3053346 h 6958335"/>
              <a:gd name="connsiteX1905" fmla="*/ 1920037 w 5896576"/>
              <a:gd name="connsiteY1905" fmla="*/ 3100414 h 6958335"/>
              <a:gd name="connsiteX1906" fmla="*/ 1902423 w 5896576"/>
              <a:gd name="connsiteY1906" fmla="*/ 3118027 h 6958335"/>
              <a:gd name="connsiteX1907" fmla="*/ 1884806 w 5896576"/>
              <a:gd name="connsiteY1907" fmla="*/ 3135645 h 6958335"/>
              <a:gd name="connsiteX1908" fmla="*/ 1831981 w 5896576"/>
              <a:gd name="connsiteY1908" fmla="*/ 3153272 h 6958335"/>
              <a:gd name="connsiteX1909" fmla="*/ 1846060 w 5896576"/>
              <a:gd name="connsiteY1909" fmla="*/ 3167351 h 6958335"/>
              <a:gd name="connsiteX1910" fmla="*/ 1761524 w 5896576"/>
              <a:gd name="connsiteY1910" fmla="*/ 3223729 h 6958335"/>
              <a:gd name="connsiteX1911" fmla="*/ 1761510 w 5896576"/>
              <a:gd name="connsiteY1911" fmla="*/ 3258941 h 6958335"/>
              <a:gd name="connsiteX1912" fmla="*/ 1726293 w 5896576"/>
              <a:gd name="connsiteY1912" fmla="*/ 3258960 h 6958335"/>
              <a:gd name="connsiteX1913" fmla="*/ 1726279 w 5896576"/>
              <a:gd name="connsiteY1913" fmla="*/ 3294172 h 6958335"/>
              <a:gd name="connsiteX1914" fmla="*/ 1673454 w 5896576"/>
              <a:gd name="connsiteY1914" fmla="*/ 3311799 h 6958335"/>
              <a:gd name="connsiteX1915" fmla="*/ 1708666 w 5896576"/>
              <a:gd name="connsiteY1915" fmla="*/ 3311784 h 6958335"/>
              <a:gd name="connsiteX1916" fmla="*/ 1708657 w 5896576"/>
              <a:gd name="connsiteY1916" fmla="*/ 3347001 h 6958335"/>
              <a:gd name="connsiteX1917" fmla="*/ 1691039 w 5896576"/>
              <a:gd name="connsiteY1917" fmla="*/ 3364619 h 6958335"/>
              <a:gd name="connsiteX1918" fmla="*/ 1691025 w 5896576"/>
              <a:gd name="connsiteY1918" fmla="*/ 3389267 h 6958335"/>
              <a:gd name="connsiteX1919" fmla="*/ 1686628 w 5896576"/>
              <a:gd name="connsiteY1919" fmla="*/ 3391030 h 6958335"/>
              <a:gd name="connsiteX1920" fmla="*/ 1691025 w 5896576"/>
              <a:gd name="connsiteY1920" fmla="*/ 3399831 h 6958335"/>
              <a:gd name="connsiteX1921" fmla="*/ 1699826 w 5896576"/>
              <a:gd name="connsiteY1921" fmla="*/ 3404228 h 6958335"/>
              <a:gd name="connsiteX1922" fmla="*/ 1708638 w 5896576"/>
              <a:gd name="connsiteY1922" fmla="*/ 3382218 h 6958335"/>
              <a:gd name="connsiteX1923" fmla="*/ 1726237 w 5896576"/>
              <a:gd name="connsiteY1923" fmla="*/ 3399817 h 6958335"/>
              <a:gd name="connsiteX1924" fmla="*/ 1814298 w 5896576"/>
              <a:gd name="connsiteY1924" fmla="*/ 3346964 h 6958335"/>
              <a:gd name="connsiteX1925" fmla="*/ 1867127 w 5896576"/>
              <a:gd name="connsiteY1925" fmla="*/ 3329332 h 6958335"/>
              <a:gd name="connsiteX1926" fmla="*/ 1849509 w 5896576"/>
              <a:gd name="connsiteY1926" fmla="*/ 3346950 h 6958335"/>
              <a:gd name="connsiteX1927" fmla="*/ 1842461 w 5896576"/>
              <a:gd name="connsiteY1927" fmla="*/ 3364563 h 6958335"/>
              <a:gd name="connsiteX1928" fmla="*/ 1836297 w 5896576"/>
              <a:gd name="connsiteY1928" fmla="*/ 3364558 h 6958335"/>
              <a:gd name="connsiteX1929" fmla="*/ 1831897 w 5896576"/>
              <a:gd name="connsiteY1929" fmla="*/ 3364563 h 6958335"/>
              <a:gd name="connsiteX1930" fmla="*/ 1840698 w 5896576"/>
              <a:gd name="connsiteY1930" fmla="*/ 3368959 h 6958335"/>
              <a:gd name="connsiteX1931" fmla="*/ 1842461 w 5896576"/>
              <a:gd name="connsiteY1931" fmla="*/ 3364563 h 6958335"/>
              <a:gd name="connsiteX1932" fmla="*/ 1867113 w 5896576"/>
              <a:gd name="connsiteY1932" fmla="*/ 3364554 h 6958335"/>
              <a:gd name="connsiteX1933" fmla="*/ 1869321 w 5896576"/>
              <a:gd name="connsiteY1933" fmla="*/ 3344742 h 6958335"/>
              <a:gd name="connsiteX1934" fmla="*/ 1876520 w 5896576"/>
              <a:gd name="connsiteY1934" fmla="*/ 3329332 h 6958335"/>
              <a:gd name="connsiteX1935" fmla="*/ 1902344 w 5896576"/>
              <a:gd name="connsiteY1935" fmla="*/ 3329323 h 6958335"/>
              <a:gd name="connsiteX1936" fmla="*/ 1937584 w 5896576"/>
              <a:gd name="connsiteY1936" fmla="*/ 3258875 h 6958335"/>
              <a:gd name="connsiteX1937" fmla="*/ 1955197 w 5896576"/>
              <a:gd name="connsiteY1937" fmla="*/ 3241262 h 6958335"/>
              <a:gd name="connsiteX1938" fmla="*/ 1963999 w 5896576"/>
              <a:gd name="connsiteY1938" fmla="*/ 3245659 h 6958335"/>
              <a:gd name="connsiteX1939" fmla="*/ 1969098 w 5896576"/>
              <a:gd name="connsiteY1939" fmla="*/ 3232920 h 6958335"/>
              <a:gd name="connsiteX1940" fmla="*/ 1988216 w 5896576"/>
              <a:gd name="connsiteY1940" fmla="*/ 3221442 h 6958335"/>
              <a:gd name="connsiteX1941" fmla="*/ 2008041 w 5896576"/>
              <a:gd name="connsiteY1941" fmla="*/ 3188418 h 6958335"/>
              <a:gd name="connsiteX1942" fmla="*/ 2043267 w 5896576"/>
              <a:gd name="connsiteY1942" fmla="*/ 3166400 h 6958335"/>
              <a:gd name="connsiteX1943" fmla="*/ 2078498 w 5896576"/>
              <a:gd name="connsiteY1943" fmla="*/ 3117961 h 6958335"/>
              <a:gd name="connsiteX1944" fmla="*/ 2067488 w 5896576"/>
              <a:gd name="connsiteY1944" fmla="*/ 3133376 h 6958335"/>
              <a:gd name="connsiteX1945" fmla="*/ 2096101 w 5896576"/>
              <a:gd name="connsiteY1945" fmla="*/ 3135565 h 6958335"/>
              <a:gd name="connsiteX1946" fmla="*/ 2131327 w 5896576"/>
              <a:gd name="connsiteY1946" fmla="*/ 3100339 h 6958335"/>
              <a:gd name="connsiteX1947" fmla="*/ 2143663 w 5896576"/>
              <a:gd name="connsiteY1947" fmla="*/ 3063351 h 6958335"/>
              <a:gd name="connsiteX1948" fmla="*/ 2146747 w 5896576"/>
              <a:gd name="connsiteY1948" fmla="*/ 3062911 h 6958335"/>
              <a:gd name="connsiteX1949" fmla="*/ 2148954 w 5896576"/>
              <a:gd name="connsiteY1949" fmla="*/ 3047505 h 6958335"/>
              <a:gd name="connsiteX1950" fmla="*/ 2184171 w 5896576"/>
              <a:gd name="connsiteY1950" fmla="*/ 3047496 h 6958335"/>
              <a:gd name="connsiteX1951" fmla="*/ 2184180 w 5896576"/>
              <a:gd name="connsiteY1951" fmla="*/ 3012279 h 6958335"/>
              <a:gd name="connsiteX1952" fmla="*/ 2166567 w 5896576"/>
              <a:gd name="connsiteY1952" fmla="*/ 3029892 h 6958335"/>
              <a:gd name="connsiteX1953" fmla="*/ 2096110 w 5896576"/>
              <a:gd name="connsiteY1953" fmla="*/ 3100349 h 6958335"/>
              <a:gd name="connsiteX1954" fmla="*/ 2078498 w 5896576"/>
              <a:gd name="connsiteY1954" fmla="*/ 3117961 h 6958335"/>
              <a:gd name="connsiteX1955" fmla="*/ 2060885 w 5896576"/>
              <a:gd name="connsiteY1955" fmla="*/ 3135575 h 6958335"/>
              <a:gd name="connsiteX1956" fmla="*/ 2025668 w 5896576"/>
              <a:gd name="connsiteY1956" fmla="*/ 3135593 h 6958335"/>
              <a:gd name="connsiteX1957" fmla="*/ 1972871 w 5896576"/>
              <a:gd name="connsiteY1957" fmla="*/ 3082787 h 6958335"/>
              <a:gd name="connsiteX1958" fmla="*/ 1990484 w 5896576"/>
              <a:gd name="connsiteY1958" fmla="*/ 3065174 h 6958335"/>
              <a:gd name="connsiteX1959" fmla="*/ 2001492 w 5896576"/>
              <a:gd name="connsiteY1959" fmla="*/ 3054166 h 6958335"/>
              <a:gd name="connsiteX1960" fmla="*/ 2008097 w 5896576"/>
              <a:gd name="connsiteY1960" fmla="*/ 3047561 h 6958335"/>
              <a:gd name="connsiteX1961" fmla="*/ 2008097 w 5896576"/>
              <a:gd name="connsiteY1961" fmla="*/ 3047561 h 6958335"/>
              <a:gd name="connsiteX1962" fmla="*/ 2008097 w 5896576"/>
              <a:gd name="connsiteY1962" fmla="*/ 3047561 h 6958335"/>
              <a:gd name="connsiteX1963" fmla="*/ 2025710 w 5896576"/>
              <a:gd name="connsiteY1963" fmla="*/ 3029948 h 6958335"/>
              <a:gd name="connsiteX1964" fmla="*/ 2043327 w 5896576"/>
              <a:gd name="connsiteY1964" fmla="*/ 3012331 h 6958335"/>
              <a:gd name="connsiteX1965" fmla="*/ 2096153 w 5896576"/>
              <a:gd name="connsiteY1965" fmla="*/ 2994703 h 6958335"/>
              <a:gd name="connsiteX1966" fmla="*/ 2131379 w 5896576"/>
              <a:gd name="connsiteY1966" fmla="*/ 2959477 h 6958335"/>
              <a:gd name="connsiteX1967" fmla="*/ 2113765 w 5896576"/>
              <a:gd name="connsiteY1967" fmla="*/ 2977090 h 6958335"/>
              <a:gd name="connsiteX1968" fmla="*/ 2148996 w 5896576"/>
              <a:gd name="connsiteY1968" fmla="*/ 2941859 h 6958335"/>
              <a:gd name="connsiteX1969" fmla="*/ 2166610 w 5896576"/>
              <a:gd name="connsiteY1969" fmla="*/ 2924246 h 6958335"/>
              <a:gd name="connsiteX1970" fmla="*/ 2148996 w 5896576"/>
              <a:gd name="connsiteY1970" fmla="*/ 2941859 h 6958335"/>
              <a:gd name="connsiteX1971" fmla="*/ 2184222 w 5896576"/>
              <a:gd name="connsiteY1971" fmla="*/ 2906633 h 6958335"/>
              <a:gd name="connsiteX1972" fmla="*/ 2307509 w 5896576"/>
              <a:gd name="connsiteY1972" fmla="*/ 2818545 h 6958335"/>
              <a:gd name="connsiteX1973" fmla="*/ 2342735 w 5896576"/>
              <a:gd name="connsiteY1973" fmla="*/ 2783319 h 6958335"/>
              <a:gd name="connsiteX1974" fmla="*/ 2289882 w 5896576"/>
              <a:gd name="connsiteY1974" fmla="*/ 2871379 h 6958335"/>
              <a:gd name="connsiteX1975" fmla="*/ 2342712 w 5896576"/>
              <a:gd name="connsiteY1975" fmla="*/ 2853747 h 6958335"/>
              <a:gd name="connsiteX1976" fmla="*/ 2360315 w 5896576"/>
              <a:gd name="connsiteY1976" fmla="*/ 2871351 h 6958335"/>
              <a:gd name="connsiteX1977" fmla="*/ 2395541 w 5896576"/>
              <a:gd name="connsiteY1977" fmla="*/ 2836125 h 6958335"/>
              <a:gd name="connsiteX1978" fmla="*/ 2466012 w 5896576"/>
              <a:gd name="connsiteY1978" fmla="*/ 2730447 h 6958335"/>
              <a:gd name="connsiteX1979" fmla="*/ 2501229 w 5896576"/>
              <a:gd name="connsiteY1979" fmla="*/ 2730437 h 6958335"/>
              <a:gd name="connsiteX1980" fmla="*/ 2536469 w 5896576"/>
              <a:gd name="connsiteY1980" fmla="*/ 2659990 h 6958335"/>
              <a:gd name="connsiteX1981" fmla="*/ 2554073 w 5896576"/>
              <a:gd name="connsiteY1981" fmla="*/ 2677593 h 6958335"/>
              <a:gd name="connsiteX1982" fmla="*/ 2501215 w 5896576"/>
              <a:gd name="connsiteY1982" fmla="*/ 2765650 h 6958335"/>
              <a:gd name="connsiteX1983" fmla="*/ 2465984 w 5896576"/>
              <a:gd name="connsiteY1983" fmla="*/ 2800880 h 6958335"/>
              <a:gd name="connsiteX1984" fmla="*/ 2501215 w 5896576"/>
              <a:gd name="connsiteY1984" fmla="*/ 2765650 h 6958335"/>
              <a:gd name="connsiteX1985" fmla="*/ 2606898 w 5896576"/>
              <a:gd name="connsiteY1985" fmla="*/ 2659966 h 6958335"/>
              <a:gd name="connsiteX1986" fmla="*/ 2622308 w 5896576"/>
              <a:gd name="connsiteY1986" fmla="*/ 2657754 h 6958335"/>
              <a:gd name="connsiteX1987" fmla="*/ 2624009 w 5896576"/>
              <a:gd name="connsiteY1987" fmla="*/ 2645873 h 6958335"/>
              <a:gd name="connsiteX1988" fmla="*/ 2681756 w 5896576"/>
              <a:gd name="connsiteY1988" fmla="*/ 2598307 h 6958335"/>
              <a:gd name="connsiteX1989" fmla="*/ 2718453 w 5896576"/>
              <a:gd name="connsiteY1989" fmla="*/ 2551607 h 6958335"/>
              <a:gd name="connsiteX1990" fmla="*/ 2761014 w 5896576"/>
              <a:gd name="connsiteY1990" fmla="*/ 2532247 h 6958335"/>
              <a:gd name="connsiteX1991" fmla="*/ 2783043 w 5896576"/>
              <a:gd name="connsiteY1991" fmla="*/ 2483822 h 6958335"/>
              <a:gd name="connsiteX1992" fmla="*/ 2798442 w 5896576"/>
              <a:gd name="connsiteY1992" fmla="*/ 2499221 h 6958335"/>
              <a:gd name="connsiteX1993" fmla="*/ 2800642 w 5896576"/>
              <a:gd name="connsiteY1993" fmla="*/ 2501421 h 6958335"/>
              <a:gd name="connsiteX1994" fmla="*/ 2800641 w 5896576"/>
              <a:gd name="connsiteY1994" fmla="*/ 2501421 h 6958335"/>
              <a:gd name="connsiteX1995" fmla="*/ 2783028 w 5896576"/>
              <a:gd name="connsiteY1995" fmla="*/ 2519034 h 6958335"/>
              <a:gd name="connsiteX1996" fmla="*/ 2783014 w 5896576"/>
              <a:gd name="connsiteY1996" fmla="*/ 2554246 h 6958335"/>
              <a:gd name="connsiteX1997" fmla="*/ 2783028 w 5896576"/>
              <a:gd name="connsiteY1997" fmla="*/ 2519034 h 6958335"/>
              <a:gd name="connsiteX1998" fmla="*/ 2835853 w 5896576"/>
              <a:gd name="connsiteY1998" fmla="*/ 2501407 h 6958335"/>
              <a:gd name="connsiteX1999" fmla="*/ 2827066 w 5896576"/>
              <a:gd name="connsiteY1999" fmla="*/ 2479402 h 6958335"/>
              <a:gd name="connsiteX2000" fmla="*/ 2818254 w 5896576"/>
              <a:gd name="connsiteY2000" fmla="*/ 2483808 h 6958335"/>
              <a:gd name="connsiteX2001" fmla="*/ 2812750 w 5896576"/>
              <a:gd name="connsiteY2001" fmla="*/ 2489312 h 6958335"/>
              <a:gd name="connsiteX2002" fmla="*/ 2800643 w 5896576"/>
              <a:gd name="connsiteY2002" fmla="*/ 2501420 h 6958335"/>
              <a:gd name="connsiteX2003" fmla="*/ 2818262 w 5896576"/>
              <a:gd name="connsiteY2003" fmla="*/ 2470601 h 6958335"/>
              <a:gd name="connsiteX2004" fmla="*/ 2835872 w 5896576"/>
              <a:gd name="connsiteY2004" fmla="*/ 2466191 h 6958335"/>
              <a:gd name="connsiteX2005" fmla="*/ 2923942 w 5896576"/>
              <a:gd name="connsiteY2005" fmla="*/ 2378121 h 6958335"/>
              <a:gd name="connsiteX2006" fmla="*/ 3047242 w 5896576"/>
              <a:gd name="connsiteY2006" fmla="*/ 2254820 h 6958335"/>
              <a:gd name="connsiteX2007" fmla="*/ 3100086 w 5896576"/>
              <a:gd name="connsiteY2007" fmla="*/ 2201976 h 6958335"/>
              <a:gd name="connsiteX2008" fmla="*/ 3117699 w 5896576"/>
              <a:gd name="connsiteY2008" fmla="*/ 2184363 h 6958335"/>
              <a:gd name="connsiteX2009" fmla="*/ 3152930 w 5896576"/>
              <a:gd name="connsiteY2009" fmla="*/ 2149132 h 6958335"/>
              <a:gd name="connsiteX2010" fmla="*/ 3170543 w 5896576"/>
              <a:gd name="connsiteY2010" fmla="*/ 2131519 h 6958335"/>
              <a:gd name="connsiteX2011" fmla="*/ 3188156 w 5896576"/>
              <a:gd name="connsiteY2011" fmla="*/ 2113907 h 6958335"/>
              <a:gd name="connsiteX2012" fmla="*/ 3205769 w 5896576"/>
              <a:gd name="connsiteY2012" fmla="*/ 2096293 h 6958335"/>
              <a:gd name="connsiteX2013" fmla="*/ 3293839 w 5896576"/>
              <a:gd name="connsiteY2013" fmla="*/ 2008223 h 6958335"/>
              <a:gd name="connsiteX2014" fmla="*/ 3346683 w 5896576"/>
              <a:gd name="connsiteY2014" fmla="*/ 1955379 h 6958335"/>
              <a:gd name="connsiteX2015" fmla="*/ 3381899 w 5896576"/>
              <a:gd name="connsiteY2015" fmla="*/ 1955361 h 6958335"/>
              <a:gd name="connsiteX2016" fmla="*/ 3399513 w 5896576"/>
              <a:gd name="connsiteY2016" fmla="*/ 1937748 h 6958335"/>
              <a:gd name="connsiteX2017" fmla="*/ 3417125 w 5896576"/>
              <a:gd name="connsiteY2017" fmla="*/ 1920135 h 6958335"/>
              <a:gd name="connsiteX2018" fmla="*/ 3469970 w 5896576"/>
              <a:gd name="connsiteY2018" fmla="*/ 1867291 h 6958335"/>
              <a:gd name="connsiteX2019" fmla="*/ 3469983 w 5896576"/>
              <a:gd name="connsiteY2019" fmla="*/ 1832079 h 6958335"/>
              <a:gd name="connsiteX2020" fmla="*/ 3469710 w 5896576"/>
              <a:gd name="connsiteY2020" fmla="*/ 1826852 h 6958335"/>
              <a:gd name="connsiteX2021" fmla="*/ 3468127 w 5896576"/>
              <a:gd name="connsiteY2021" fmla="*/ 1818468 h 6958335"/>
              <a:gd name="connsiteX2022" fmla="*/ 3478799 w 5896576"/>
              <a:gd name="connsiteY2022" fmla="*/ 1805664 h 6958335"/>
              <a:gd name="connsiteX2023" fmla="*/ 3487615 w 5896576"/>
              <a:gd name="connsiteY2023" fmla="*/ 1779249 h 6958335"/>
              <a:gd name="connsiteX2024" fmla="*/ 3452384 w 5896576"/>
              <a:gd name="connsiteY2024" fmla="*/ 1814480 h 6958335"/>
              <a:gd name="connsiteX2025" fmla="*/ 3540459 w 5896576"/>
              <a:gd name="connsiteY2025" fmla="*/ 1726405 h 6958335"/>
              <a:gd name="connsiteX2026" fmla="*/ 3610916 w 5896576"/>
              <a:gd name="connsiteY2026" fmla="*/ 1655949 h 6958335"/>
              <a:gd name="connsiteX2027" fmla="*/ 3646161 w 5896576"/>
              <a:gd name="connsiteY2027" fmla="*/ 1585506 h 6958335"/>
              <a:gd name="connsiteX2028" fmla="*/ 3698986 w 5896576"/>
              <a:gd name="connsiteY2028" fmla="*/ 1567878 h 6958335"/>
              <a:gd name="connsiteX2029" fmla="*/ 3822301 w 5896576"/>
              <a:gd name="connsiteY2029" fmla="*/ 1409366 h 6958335"/>
              <a:gd name="connsiteX2030" fmla="*/ 3839909 w 5896576"/>
              <a:gd name="connsiteY2030" fmla="*/ 1391748 h 6958335"/>
              <a:gd name="connsiteX2031" fmla="*/ 3857527 w 5896576"/>
              <a:gd name="connsiteY2031" fmla="*/ 1374131 h 6958335"/>
              <a:gd name="connsiteX2032" fmla="*/ 3859722 w 5896576"/>
              <a:gd name="connsiteY2032" fmla="*/ 1389539 h 6958335"/>
              <a:gd name="connsiteX2033" fmla="*/ 3863333 w 5896576"/>
              <a:gd name="connsiteY2033" fmla="*/ 1394291 h 6958335"/>
              <a:gd name="connsiteX2034" fmla="*/ 3857519 w 5896576"/>
              <a:gd name="connsiteY2034" fmla="*/ 1396143 h 6958335"/>
              <a:gd name="connsiteX2035" fmla="*/ 3839900 w 5896576"/>
              <a:gd name="connsiteY2035" fmla="*/ 1426965 h 6958335"/>
              <a:gd name="connsiteX2036" fmla="*/ 3892729 w 5896576"/>
              <a:gd name="connsiteY2036" fmla="*/ 1409333 h 6958335"/>
              <a:gd name="connsiteX2037" fmla="*/ 3698972 w 5896576"/>
              <a:gd name="connsiteY2037" fmla="*/ 1603091 h 6958335"/>
              <a:gd name="connsiteX2038" fmla="*/ 3663755 w 5896576"/>
              <a:gd name="connsiteY2038" fmla="*/ 1603109 h 6958335"/>
              <a:gd name="connsiteX2039" fmla="*/ 3681354 w 5896576"/>
              <a:gd name="connsiteY2039" fmla="*/ 1620708 h 6958335"/>
              <a:gd name="connsiteX2040" fmla="*/ 3646142 w 5896576"/>
              <a:gd name="connsiteY2040" fmla="*/ 1620722 h 6958335"/>
              <a:gd name="connsiteX2041" fmla="*/ 3646128 w 5896576"/>
              <a:gd name="connsiteY2041" fmla="*/ 1655934 h 6958335"/>
              <a:gd name="connsiteX2042" fmla="*/ 3628515 w 5896576"/>
              <a:gd name="connsiteY2042" fmla="*/ 1673548 h 6958335"/>
              <a:gd name="connsiteX2043" fmla="*/ 3575671 w 5896576"/>
              <a:gd name="connsiteY2043" fmla="*/ 1726391 h 6958335"/>
              <a:gd name="connsiteX2044" fmla="*/ 3522827 w 5896576"/>
              <a:gd name="connsiteY2044" fmla="*/ 1779235 h 6958335"/>
              <a:gd name="connsiteX2045" fmla="*/ 3593270 w 5896576"/>
              <a:gd name="connsiteY2045" fmla="*/ 1743990 h 6958335"/>
              <a:gd name="connsiteX2046" fmla="*/ 3646114 w 5896576"/>
              <a:gd name="connsiteY2046" fmla="*/ 1691147 h 6958335"/>
              <a:gd name="connsiteX2047" fmla="*/ 3646100 w 5896576"/>
              <a:gd name="connsiteY2047" fmla="*/ 1726368 h 6958335"/>
              <a:gd name="connsiteX2048" fmla="*/ 3681331 w 5896576"/>
              <a:gd name="connsiteY2048" fmla="*/ 1691137 h 6958335"/>
              <a:gd name="connsiteX2049" fmla="*/ 3786999 w 5896576"/>
              <a:gd name="connsiteY2049" fmla="*/ 1620666 h 6958335"/>
              <a:gd name="connsiteX2050" fmla="*/ 3822230 w 5896576"/>
              <a:gd name="connsiteY2050" fmla="*/ 1585436 h 6958335"/>
              <a:gd name="connsiteX2051" fmla="*/ 3839843 w 5896576"/>
              <a:gd name="connsiteY2051" fmla="*/ 1567822 h 6958335"/>
              <a:gd name="connsiteX2052" fmla="*/ 3910300 w 5896576"/>
              <a:gd name="connsiteY2052" fmla="*/ 1497365 h 6958335"/>
              <a:gd name="connsiteX2053" fmla="*/ 3963134 w 5896576"/>
              <a:gd name="connsiteY2053" fmla="*/ 1479738 h 6958335"/>
              <a:gd name="connsiteX2054" fmla="*/ 3985153 w 5896576"/>
              <a:gd name="connsiteY2054" fmla="*/ 1448918 h 6958335"/>
              <a:gd name="connsiteX2055" fmla="*/ 3997264 w 5896576"/>
              <a:gd name="connsiteY2055" fmla="*/ 1447812 h 6958335"/>
              <a:gd name="connsiteX2056" fmla="*/ 3980733 w 5896576"/>
              <a:gd name="connsiteY2056" fmla="*/ 1497338 h 6958335"/>
              <a:gd name="connsiteX2057" fmla="*/ 4002752 w 5896576"/>
              <a:gd name="connsiteY2057" fmla="*/ 1470923 h 6958335"/>
              <a:gd name="connsiteX2058" fmla="*/ 3998885 w 5896576"/>
              <a:gd name="connsiteY2058" fmla="*/ 1447662 h 6958335"/>
              <a:gd name="connsiteX2059" fmla="*/ 4033573 w 5896576"/>
              <a:gd name="connsiteY2059" fmla="*/ 1444498 h 6958335"/>
              <a:gd name="connsiteX2060" fmla="*/ 4121647 w 5896576"/>
              <a:gd name="connsiteY2060" fmla="*/ 1356424 h 6958335"/>
              <a:gd name="connsiteX2061" fmla="*/ 4132656 w 5896576"/>
              <a:gd name="connsiteY2061" fmla="*/ 1345414 h 6958335"/>
              <a:gd name="connsiteX2062" fmla="*/ 4139260 w 5896576"/>
              <a:gd name="connsiteY2062" fmla="*/ 1338811 h 6958335"/>
              <a:gd name="connsiteX2063" fmla="*/ 4156873 w 5896576"/>
              <a:gd name="connsiteY2063" fmla="*/ 1321197 h 6958335"/>
              <a:gd name="connsiteX2064" fmla="*/ 4154769 w 5896576"/>
              <a:gd name="connsiteY2064" fmla="*/ 1306411 h 6958335"/>
              <a:gd name="connsiteX2065" fmla="*/ 4174491 w 5896576"/>
              <a:gd name="connsiteY2065" fmla="*/ 1303580 h 6958335"/>
              <a:gd name="connsiteX2066" fmla="*/ 4280164 w 5896576"/>
              <a:gd name="connsiteY2066" fmla="*/ 1233114 h 6958335"/>
              <a:gd name="connsiteX2067" fmla="*/ 4262561 w 5896576"/>
              <a:gd name="connsiteY2067" fmla="*/ 1215510 h 6958335"/>
              <a:gd name="connsiteX2068" fmla="*/ 4350630 w 5896576"/>
              <a:gd name="connsiteY2068" fmla="*/ 1127440 h 6958335"/>
              <a:gd name="connsiteX2069" fmla="*/ 4438705 w 5896576"/>
              <a:gd name="connsiteY2069" fmla="*/ 1039366 h 6958335"/>
              <a:gd name="connsiteX2070" fmla="*/ 4421088 w 5896576"/>
              <a:gd name="connsiteY2070" fmla="*/ 1056983 h 6958335"/>
              <a:gd name="connsiteX2071" fmla="*/ 4650076 w 5896576"/>
              <a:gd name="connsiteY2071" fmla="*/ 827995 h 6958335"/>
              <a:gd name="connsiteX2072" fmla="*/ 4650057 w 5896576"/>
              <a:gd name="connsiteY2072" fmla="*/ 863212 h 6958335"/>
              <a:gd name="connsiteX2073" fmla="*/ 4667689 w 5896576"/>
              <a:gd name="connsiteY2073" fmla="*/ 810382 h 6958335"/>
              <a:gd name="connsiteX2074" fmla="*/ 4826201 w 5896576"/>
              <a:gd name="connsiteY2074" fmla="*/ 687067 h 6958335"/>
              <a:gd name="connsiteX2075" fmla="*/ 4843814 w 5896576"/>
              <a:gd name="connsiteY2075" fmla="*/ 669455 h 6958335"/>
              <a:gd name="connsiteX2076" fmla="*/ 4914271 w 5896576"/>
              <a:gd name="connsiteY2076" fmla="*/ 598998 h 6958335"/>
              <a:gd name="connsiteX2077" fmla="*/ 4931889 w 5896576"/>
              <a:gd name="connsiteY2077" fmla="*/ 581380 h 6958335"/>
              <a:gd name="connsiteX2078" fmla="*/ 4984733 w 5896576"/>
              <a:gd name="connsiteY2078" fmla="*/ 528536 h 6958335"/>
              <a:gd name="connsiteX2079" fmla="*/ 5019950 w 5896576"/>
              <a:gd name="connsiteY2079" fmla="*/ 528527 h 6958335"/>
              <a:gd name="connsiteX2080" fmla="*/ 5055176 w 5896576"/>
              <a:gd name="connsiteY2080" fmla="*/ 493301 h 6958335"/>
              <a:gd name="connsiteX2081" fmla="*/ 5055161 w 5896576"/>
              <a:gd name="connsiteY2081" fmla="*/ 528512 h 6958335"/>
              <a:gd name="connsiteX2082" fmla="*/ 5077175 w 5896576"/>
              <a:gd name="connsiteY2082" fmla="*/ 519697 h 6958335"/>
              <a:gd name="connsiteX2083" fmla="*/ 5074185 w 5896576"/>
              <a:gd name="connsiteY2083" fmla="*/ 513716 h 6958335"/>
              <a:gd name="connsiteX2084" fmla="*/ 5114604 w 5896576"/>
              <a:gd name="connsiteY2084" fmla="*/ 482268 h 6958335"/>
              <a:gd name="connsiteX2085" fmla="*/ 5160849 w 5896576"/>
              <a:gd name="connsiteY2085" fmla="*/ 422825 h 6958335"/>
              <a:gd name="connsiteX2086" fmla="*/ 5160835 w 5896576"/>
              <a:gd name="connsiteY2086" fmla="*/ 458047 h 6958335"/>
              <a:gd name="connsiteX2087" fmla="*/ 5248910 w 5896576"/>
              <a:gd name="connsiteY2087" fmla="*/ 369972 h 6958335"/>
              <a:gd name="connsiteX2088" fmla="*/ 5319367 w 5896576"/>
              <a:gd name="connsiteY2088" fmla="*/ 299515 h 6958335"/>
              <a:gd name="connsiteX2089" fmla="*/ 5442639 w 5896576"/>
              <a:gd name="connsiteY2089" fmla="*/ 246638 h 6958335"/>
              <a:gd name="connsiteX2090" fmla="*/ 5495478 w 5896576"/>
              <a:gd name="connsiteY2090" fmla="*/ 193799 h 6958335"/>
              <a:gd name="connsiteX2091" fmla="*/ 5513096 w 5896576"/>
              <a:gd name="connsiteY2091" fmla="*/ 176182 h 6958335"/>
              <a:gd name="connsiteX2092" fmla="*/ 5530709 w 5896576"/>
              <a:gd name="connsiteY2092" fmla="*/ 158569 h 6958335"/>
              <a:gd name="connsiteX2093" fmla="*/ 5583543 w 5896576"/>
              <a:gd name="connsiteY2093" fmla="*/ 140942 h 6958335"/>
              <a:gd name="connsiteX2094" fmla="*/ 5601156 w 5896576"/>
              <a:gd name="connsiteY2094" fmla="*/ 123329 h 6958335"/>
              <a:gd name="connsiteX2095" fmla="*/ 5618769 w 5896576"/>
              <a:gd name="connsiteY2095" fmla="*/ 105716 h 6958335"/>
              <a:gd name="connsiteX2096" fmla="*/ 5706825 w 5896576"/>
              <a:gd name="connsiteY2096" fmla="*/ 52858 h 6958335"/>
              <a:gd name="connsiteX2097" fmla="*/ 5794881 w 5896576"/>
              <a:gd name="connsiteY2097" fmla="*/ 0 h 695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</a:cxnLst>
            <a:rect l="l" t="t" r="r" b="b"/>
            <a:pathLst>
              <a:path w="5896576" h="6958335">
                <a:moveTo>
                  <a:pt x="2851390" y="6831707"/>
                </a:moveTo>
                <a:lnTo>
                  <a:pt x="2817120" y="6853219"/>
                </a:lnTo>
                <a:cubicBezTo>
                  <a:pt x="2790532" y="6866394"/>
                  <a:pt x="2768391" y="6879592"/>
                  <a:pt x="2759665" y="6906204"/>
                </a:cubicBezTo>
                <a:cubicBezTo>
                  <a:pt x="2759665" y="6906204"/>
                  <a:pt x="2759665" y="6906204"/>
                  <a:pt x="2759449" y="6870650"/>
                </a:cubicBezTo>
                <a:cubicBezTo>
                  <a:pt x="2777226" y="6870758"/>
                  <a:pt x="2799366" y="6857560"/>
                  <a:pt x="2821508" y="6844361"/>
                </a:cubicBezTo>
                <a:close/>
                <a:moveTo>
                  <a:pt x="2883565" y="6818073"/>
                </a:moveTo>
                <a:lnTo>
                  <a:pt x="2851390" y="6831707"/>
                </a:lnTo>
                <a:lnTo>
                  <a:pt x="2870775" y="6819531"/>
                </a:lnTo>
                <a:close/>
                <a:moveTo>
                  <a:pt x="2495597" y="6648210"/>
                </a:moveTo>
                <a:cubicBezTo>
                  <a:pt x="2481416" y="6645624"/>
                  <a:pt x="2464812" y="6655522"/>
                  <a:pt x="2438149" y="6655357"/>
                </a:cubicBezTo>
                <a:cubicBezTo>
                  <a:pt x="2438361" y="6690915"/>
                  <a:pt x="2456034" y="6673241"/>
                  <a:pt x="2491584" y="6673461"/>
                </a:cubicBezTo>
                <a:cubicBezTo>
                  <a:pt x="2473699" y="6655577"/>
                  <a:pt x="2509253" y="6655792"/>
                  <a:pt x="2509253" y="6655792"/>
                </a:cubicBezTo>
                <a:cubicBezTo>
                  <a:pt x="2504782" y="6651321"/>
                  <a:pt x="2500324" y="6649072"/>
                  <a:pt x="2495597" y="6648210"/>
                </a:cubicBezTo>
                <a:close/>
                <a:moveTo>
                  <a:pt x="3729727" y="6580044"/>
                </a:moveTo>
                <a:lnTo>
                  <a:pt x="3717701" y="6592070"/>
                </a:lnTo>
                <a:cubicBezTo>
                  <a:pt x="3708868" y="6600903"/>
                  <a:pt x="3713287" y="6596484"/>
                  <a:pt x="3722121" y="6587650"/>
                </a:cubicBezTo>
                <a:close/>
                <a:moveTo>
                  <a:pt x="3753044" y="6556727"/>
                </a:moveTo>
                <a:lnTo>
                  <a:pt x="3753039" y="6556732"/>
                </a:lnTo>
                <a:lnTo>
                  <a:pt x="3729727" y="6580044"/>
                </a:lnTo>
                <a:close/>
                <a:moveTo>
                  <a:pt x="2739174" y="6461650"/>
                </a:moveTo>
                <a:cubicBezTo>
                  <a:pt x="2685946" y="6479100"/>
                  <a:pt x="2615269" y="6549776"/>
                  <a:pt x="2579930" y="6585115"/>
                </a:cubicBezTo>
                <a:cubicBezTo>
                  <a:pt x="2632938" y="6532107"/>
                  <a:pt x="2703835" y="6496989"/>
                  <a:pt x="2739174" y="6461650"/>
                </a:cubicBezTo>
                <a:close/>
                <a:moveTo>
                  <a:pt x="1994580" y="6432658"/>
                </a:moveTo>
                <a:lnTo>
                  <a:pt x="1996873" y="6443779"/>
                </a:lnTo>
                <a:lnTo>
                  <a:pt x="1976063" y="6439496"/>
                </a:lnTo>
                <a:lnTo>
                  <a:pt x="1977047" y="6438408"/>
                </a:lnTo>
                <a:close/>
                <a:moveTo>
                  <a:pt x="2614186" y="6372001"/>
                </a:moveTo>
                <a:cubicBezTo>
                  <a:pt x="2525624" y="6424793"/>
                  <a:pt x="2437057" y="6477581"/>
                  <a:pt x="2366165" y="6512704"/>
                </a:cubicBezTo>
                <a:cubicBezTo>
                  <a:pt x="2348495" y="6530373"/>
                  <a:pt x="2313161" y="6565707"/>
                  <a:pt x="2295277" y="6547822"/>
                </a:cubicBezTo>
                <a:cubicBezTo>
                  <a:pt x="2330826" y="6548042"/>
                  <a:pt x="2366165" y="6512704"/>
                  <a:pt x="2348280" y="6494819"/>
                </a:cubicBezTo>
                <a:cubicBezTo>
                  <a:pt x="2312941" y="6530157"/>
                  <a:pt x="2242053" y="6565276"/>
                  <a:pt x="2223948" y="6511832"/>
                </a:cubicBezTo>
                <a:cubicBezTo>
                  <a:pt x="2241833" y="6529717"/>
                  <a:pt x="2277171" y="6494379"/>
                  <a:pt x="2259286" y="6476494"/>
                </a:cubicBezTo>
                <a:cubicBezTo>
                  <a:pt x="2206274" y="6529506"/>
                  <a:pt x="2170720" y="6529281"/>
                  <a:pt x="2117713" y="6582289"/>
                </a:cubicBezTo>
                <a:cubicBezTo>
                  <a:pt x="2153271" y="6582509"/>
                  <a:pt x="2188610" y="6547171"/>
                  <a:pt x="2224379" y="6582940"/>
                </a:cubicBezTo>
                <a:cubicBezTo>
                  <a:pt x="2224379" y="6582940"/>
                  <a:pt x="2259938" y="6583161"/>
                  <a:pt x="2259938" y="6583161"/>
                </a:cubicBezTo>
                <a:cubicBezTo>
                  <a:pt x="2260149" y="6618720"/>
                  <a:pt x="2295923" y="6654494"/>
                  <a:pt x="2260590" y="6689827"/>
                </a:cubicBezTo>
                <a:cubicBezTo>
                  <a:pt x="2278475" y="6707712"/>
                  <a:pt x="2278475" y="6707712"/>
                  <a:pt x="2296360" y="6725597"/>
                </a:cubicBezTo>
                <a:cubicBezTo>
                  <a:pt x="2314029" y="6707928"/>
                  <a:pt x="2367252" y="6690484"/>
                  <a:pt x="2384926" y="6672810"/>
                </a:cubicBezTo>
                <a:cubicBezTo>
                  <a:pt x="2420264" y="6637472"/>
                  <a:pt x="2473483" y="6620022"/>
                  <a:pt x="2526707" y="6602569"/>
                </a:cubicBezTo>
                <a:cubicBezTo>
                  <a:pt x="2508822" y="6584684"/>
                  <a:pt x="2508822" y="6584684"/>
                  <a:pt x="2491152" y="6602353"/>
                </a:cubicBezTo>
                <a:cubicBezTo>
                  <a:pt x="2490937" y="6566799"/>
                  <a:pt x="2526491" y="6567015"/>
                  <a:pt x="2508601" y="6549125"/>
                </a:cubicBezTo>
                <a:cubicBezTo>
                  <a:pt x="2473263" y="6584464"/>
                  <a:pt x="2331698" y="6690259"/>
                  <a:pt x="2295923" y="6654494"/>
                </a:cubicBezTo>
                <a:cubicBezTo>
                  <a:pt x="2278034" y="6636604"/>
                  <a:pt x="2313373" y="6601265"/>
                  <a:pt x="2313373" y="6601265"/>
                </a:cubicBezTo>
                <a:cubicBezTo>
                  <a:pt x="2384270" y="6566147"/>
                  <a:pt x="2543725" y="6478232"/>
                  <a:pt x="2614186" y="6372001"/>
                </a:cubicBezTo>
                <a:close/>
                <a:moveTo>
                  <a:pt x="1389441" y="6360351"/>
                </a:moveTo>
                <a:cubicBezTo>
                  <a:pt x="1371969" y="6364410"/>
                  <a:pt x="1352134" y="6390953"/>
                  <a:pt x="1352300" y="6417622"/>
                </a:cubicBezTo>
                <a:cubicBezTo>
                  <a:pt x="1370185" y="6435507"/>
                  <a:pt x="1423188" y="6382504"/>
                  <a:pt x="1405298" y="6364614"/>
                </a:cubicBezTo>
                <a:cubicBezTo>
                  <a:pt x="1400827" y="6360143"/>
                  <a:pt x="1395265" y="6358998"/>
                  <a:pt x="1389441" y="6360351"/>
                </a:cubicBezTo>
                <a:close/>
                <a:moveTo>
                  <a:pt x="1191322" y="6256644"/>
                </a:moveTo>
                <a:cubicBezTo>
                  <a:pt x="1146933" y="6265263"/>
                  <a:pt x="1120481" y="6300658"/>
                  <a:pt x="1114046" y="6338392"/>
                </a:cubicBezTo>
                <a:lnTo>
                  <a:pt x="1123710" y="6360026"/>
                </a:lnTo>
                <a:lnTo>
                  <a:pt x="1120860" y="6362876"/>
                </a:lnTo>
                <a:lnTo>
                  <a:pt x="1124994" y="6362904"/>
                </a:lnTo>
                <a:lnTo>
                  <a:pt x="1156850" y="6434204"/>
                </a:lnTo>
                <a:cubicBezTo>
                  <a:pt x="1174519" y="6416535"/>
                  <a:pt x="1245632" y="6416971"/>
                  <a:pt x="1227528" y="6363527"/>
                </a:cubicBezTo>
                <a:cubicBezTo>
                  <a:pt x="1174304" y="6380981"/>
                  <a:pt x="1156414" y="6363091"/>
                  <a:pt x="1138750" y="6380765"/>
                </a:cubicBezTo>
                <a:cubicBezTo>
                  <a:pt x="1138750" y="6380765"/>
                  <a:pt x="1138750" y="6380765"/>
                  <a:pt x="1156414" y="6363091"/>
                </a:cubicBezTo>
                <a:lnTo>
                  <a:pt x="1124994" y="6362904"/>
                </a:lnTo>
                <a:lnTo>
                  <a:pt x="1123710" y="6360026"/>
                </a:lnTo>
                <a:lnTo>
                  <a:pt x="1191538" y="6292198"/>
                </a:lnTo>
                <a:cubicBezTo>
                  <a:pt x="1191538" y="6292198"/>
                  <a:pt x="1191538" y="6292198"/>
                  <a:pt x="1191322" y="6256644"/>
                </a:cubicBezTo>
                <a:close/>
                <a:moveTo>
                  <a:pt x="2168981" y="6244843"/>
                </a:moveTo>
                <a:cubicBezTo>
                  <a:pt x="2098304" y="6315520"/>
                  <a:pt x="2045301" y="6368523"/>
                  <a:pt x="2009963" y="6403862"/>
                </a:cubicBezTo>
                <a:cubicBezTo>
                  <a:pt x="2045512" y="6404082"/>
                  <a:pt x="2080851" y="6368743"/>
                  <a:pt x="2116414" y="6368959"/>
                </a:cubicBezTo>
                <a:cubicBezTo>
                  <a:pt x="2116189" y="6333405"/>
                  <a:pt x="2204971" y="6316172"/>
                  <a:pt x="2186866" y="6262728"/>
                </a:cubicBezTo>
                <a:cubicBezTo>
                  <a:pt x="2151527" y="6298067"/>
                  <a:pt x="2151527" y="6298067"/>
                  <a:pt x="2116189" y="6333405"/>
                </a:cubicBezTo>
                <a:cubicBezTo>
                  <a:pt x="2133858" y="6315736"/>
                  <a:pt x="2169197" y="6280397"/>
                  <a:pt x="2168981" y="6244843"/>
                </a:cubicBezTo>
                <a:close/>
                <a:moveTo>
                  <a:pt x="959016" y="6059676"/>
                </a:moveTo>
                <a:cubicBezTo>
                  <a:pt x="870233" y="6076910"/>
                  <a:pt x="853000" y="6165692"/>
                  <a:pt x="782108" y="6200815"/>
                </a:cubicBezTo>
                <a:cubicBezTo>
                  <a:pt x="782323" y="6236370"/>
                  <a:pt x="764654" y="6254039"/>
                  <a:pt x="764874" y="6289597"/>
                </a:cubicBezTo>
                <a:cubicBezTo>
                  <a:pt x="764874" y="6289597"/>
                  <a:pt x="764874" y="6289597"/>
                  <a:pt x="782759" y="6307482"/>
                </a:cubicBezTo>
                <a:cubicBezTo>
                  <a:pt x="765090" y="6325151"/>
                  <a:pt x="782975" y="6343036"/>
                  <a:pt x="747425" y="6342816"/>
                </a:cubicBezTo>
                <a:cubicBezTo>
                  <a:pt x="765521" y="6396260"/>
                  <a:pt x="836202" y="6325588"/>
                  <a:pt x="871972" y="6361357"/>
                </a:cubicBezTo>
                <a:cubicBezTo>
                  <a:pt x="907311" y="6326018"/>
                  <a:pt x="924764" y="6272795"/>
                  <a:pt x="906659" y="6219351"/>
                </a:cubicBezTo>
                <a:cubicBezTo>
                  <a:pt x="942218" y="6219572"/>
                  <a:pt x="959662" y="6166348"/>
                  <a:pt x="995221" y="6166560"/>
                </a:cubicBezTo>
                <a:cubicBezTo>
                  <a:pt x="977336" y="6148675"/>
                  <a:pt x="977336" y="6148675"/>
                  <a:pt x="959451" y="6130790"/>
                </a:cubicBezTo>
                <a:cubicBezTo>
                  <a:pt x="977121" y="6113120"/>
                  <a:pt x="959231" y="6095230"/>
                  <a:pt x="976905" y="6077566"/>
                </a:cubicBezTo>
                <a:cubicBezTo>
                  <a:pt x="959231" y="6095230"/>
                  <a:pt x="923892" y="6130569"/>
                  <a:pt x="870669" y="6148023"/>
                </a:cubicBezTo>
                <a:cubicBezTo>
                  <a:pt x="870669" y="6148023"/>
                  <a:pt x="923462" y="6059461"/>
                  <a:pt x="923677" y="6095015"/>
                </a:cubicBezTo>
                <a:cubicBezTo>
                  <a:pt x="941346" y="6077346"/>
                  <a:pt x="959016" y="6059676"/>
                  <a:pt x="959016" y="6059676"/>
                </a:cubicBezTo>
                <a:close/>
                <a:moveTo>
                  <a:pt x="565951" y="5737290"/>
                </a:moveTo>
                <a:cubicBezTo>
                  <a:pt x="530613" y="5772628"/>
                  <a:pt x="512944" y="5790297"/>
                  <a:pt x="477605" y="5825636"/>
                </a:cubicBezTo>
                <a:cubicBezTo>
                  <a:pt x="530829" y="5808182"/>
                  <a:pt x="548282" y="5754959"/>
                  <a:pt x="565951" y="5737290"/>
                </a:cubicBezTo>
                <a:close/>
                <a:moveTo>
                  <a:pt x="593856" y="5526458"/>
                </a:moveTo>
                <a:lnTo>
                  <a:pt x="528096" y="5548397"/>
                </a:lnTo>
                <a:cubicBezTo>
                  <a:pt x="510487" y="5566015"/>
                  <a:pt x="514884" y="5579213"/>
                  <a:pt x="521479" y="5594618"/>
                </a:cubicBezTo>
                <a:lnTo>
                  <a:pt x="524815" y="5624736"/>
                </a:lnTo>
                <a:lnTo>
                  <a:pt x="540681" y="5601587"/>
                </a:lnTo>
                <a:close/>
                <a:moveTo>
                  <a:pt x="991570" y="5171920"/>
                </a:moveTo>
                <a:lnTo>
                  <a:pt x="925196" y="5252842"/>
                </a:lnTo>
                <a:cubicBezTo>
                  <a:pt x="887649" y="5290388"/>
                  <a:pt x="847895" y="5330142"/>
                  <a:pt x="830334" y="5365588"/>
                </a:cubicBezTo>
                <a:lnTo>
                  <a:pt x="1002377" y="5193545"/>
                </a:lnTo>
                <a:close/>
                <a:moveTo>
                  <a:pt x="140900" y="5125965"/>
                </a:moveTo>
                <a:lnTo>
                  <a:pt x="133850" y="5143578"/>
                </a:lnTo>
                <a:lnTo>
                  <a:pt x="123287" y="5143578"/>
                </a:lnTo>
                <a:cubicBezTo>
                  <a:pt x="123287" y="5143578"/>
                  <a:pt x="123287" y="5143578"/>
                  <a:pt x="140900" y="5125965"/>
                </a:cubicBezTo>
                <a:close/>
                <a:moveTo>
                  <a:pt x="1162188" y="4984710"/>
                </a:moveTo>
                <a:lnTo>
                  <a:pt x="1159452" y="4987446"/>
                </a:lnTo>
                <a:lnTo>
                  <a:pt x="1074531" y="5079744"/>
                </a:lnTo>
                <a:lnTo>
                  <a:pt x="1109330" y="5072765"/>
                </a:lnTo>
                <a:lnTo>
                  <a:pt x="1123162" y="5072760"/>
                </a:lnTo>
                <a:lnTo>
                  <a:pt x="1176000" y="5019922"/>
                </a:lnTo>
                <a:lnTo>
                  <a:pt x="1162174" y="5019931"/>
                </a:lnTo>
                <a:cubicBezTo>
                  <a:pt x="1162174" y="5019931"/>
                  <a:pt x="1179792" y="5002313"/>
                  <a:pt x="1179792" y="5002313"/>
                </a:cubicBezTo>
                <a:cubicBezTo>
                  <a:pt x="1179792" y="5002313"/>
                  <a:pt x="1162188" y="4984710"/>
                  <a:pt x="1162188" y="4984710"/>
                </a:cubicBezTo>
                <a:close/>
                <a:moveTo>
                  <a:pt x="1197405" y="4984700"/>
                </a:moveTo>
                <a:lnTo>
                  <a:pt x="1197396" y="4998526"/>
                </a:lnTo>
                <a:lnTo>
                  <a:pt x="1204314" y="4991608"/>
                </a:lnTo>
                <a:close/>
                <a:moveTo>
                  <a:pt x="1055071" y="4964428"/>
                </a:moveTo>
                <a:cubicBezTo>
                  <a:pt x="1011981" y="4966610"/>
                  <a:pt x="977295" y="5024401"/>
                  <a:pt x="915658" y="5055232"/>
                </a:cubicBezTo>
                <a:cubicBezTo>
                  <a:pt x="933261" y="5072835"/>
                  <a:pt x="950870" y="5055227"/>
                  <a:pt x="950870" y="5055227"/>
                </a:cubicBezTo>
                <a:cubicBezTo>
                  <a:pt x="933261" y="5072835"/>
                  <a:pt x="915644" y="5090453"/>
                  <a:pt x="915644" y="5090453"/>
                </a:cubicBezTo>
                <a:cubicBezTo>
                  <a:pt x="862800" y="5143297"/>
                  <a:pt x="827555" y="5213740"/>
                  <a:pt x="774711" y="5266584"/>
                </a:cubicBezTo>
                <a:cubicBezTo>
                  <a:pt x="774711" y="5266584"/>
                  <a:pt x="774711" y="5266584"/>
                  <a:pt x="792310" y="5284183"/>
                </a:cubicBezTo>
                <a:lnTo>
                  <a:pt x="711547" y="5397228"/>
                </a:lnTo>
                <a:lnTo>
                  <a:pt x="778939" y="5318616"/>
                </a:lnTo>
                <a:cubicBezTo>
                  <a:pt x="834102" y="5254511"/>
                  <a:pt x="891520" y="5197083"/>
                  <a:pt x="953588" y="5170795"/>
                </a:cubicBezTo>
                <a:cubicBezTo>
                  <a:pt x="962198" y="5126406"/>
                  <a:pt x="993122" y="5095482"/>
                  <a:pt x="1024069" y="5069006"/>
                </a:cubicBezTo>
                <a:lnTo>
                  <a:pt x="1092158" y="4996614"/>
                </a:lnTo>
                <a:lnTo>
                  <a:pt x="1056543" y="4984752"/>
                </a:lnTo>
                <a:cubicBezTo>
                  <a:pt x="1056543" y="4984752"/>
                  <a:pt x="1056543" y="4984752"/>
                  <a:pt x="1074156" y="4967138"/>
                </a:cubicBezTo>
                <a:cubicBezTo>
                  <a:pt x="1067554" y="4964940"/>
                  <a:pt x="1061227" y="4964117"/>
                  <a:pt x="1055071" y="4964428"/>
                </a:cubicBezTo>
                <a:close/>
                <a:moveTo>
                  <a:pt x="5715609" y="4808799"/>
                </a:moveTo>
                <a:cubicBezTo>
                  <a:pt x="5715609" y="4808799"/>
                  <a:pt x="5697940" y="4826469"/>
                  <a:pt x="5680270" y="4844138"/>
                </a:cubicBezTo>
                <a:cubicBezTo>
                  <a:pt x="5680270" y="4844138"/>
                  <a:pt x="5680270" y="4844138"/>
                  <a:pt x="5662600" y="4861808"/>
                </a:cubicBezTo>
                <a:cubicBezTo>
                  <a:pt x="5644931" y="4879477"/>
                  <a:pt x="5644931" y="4879477"/>
                  <a:pt x="5627262" y="4897146"/>
                </a:cubicBezTo>
                <a:cubicBezTo>
                  <a:pt x="5627262" y="4897146"/>
                  <a:pt x="5627482" y="4932705"/>
                  <a:pt x="5645147" y="4915031"/>
                </a:cubicBezTo>
                <a:cubicBezTo>
                  <a:pt x="5627262" y="4897146"/>
                  <a:pt x="5662821" y="4897366"/>
                  <a:pt x="5662821" y="4897366"/>
                </a:cubicBezTo>
                <a:cubicBezTo>
                  <a:pt x="5644931" y="4879477"/>
                  <a:pt x="5680485" y="4879693"/>
                  <a:pt x="5662600" y="4861808"/>
                </a:cubicBezTo>
                <a:cubicBezTo>
                  <a:pt x="5680485" y="4879693"/>
                  <a:pt x="5680270" y="4844138"/>
                  <a:pt x="5698159" y="4862028"/>
                </a:cubicBezTo>
                <a:cubicBezTo>
                  <a:pt x="5680270" y="4844138"/>
                  <a:pt x="5680270" y="4844138"/>
                  <a:pt x="5680270" y="4844138"/>
                </a:cubicBezTo>
                <a:cubicBezTo>
                  <a:pt x="5698159" y="4862028"/>
                  <a:pt x="5733494" y="4826684"/>
                  <a:pt x="5715609" y="4808799"/>
                </a:cubicBezTo>
                <a:close/>
                <a:moveTo>
                  <a:pt x="5662165" y="4790694"/>
                </a:moveTo>
                <a:cubicBezTo>
                  <a:pt x="5644495" y="4808364"/>
                  <a:pt x="5626610" y="4790479"/>
                  <a:pt x="5626826" y="4826033"/>
                </a:cubicBezTo>
                <a:cubicBezTo>
                  <a:pt x="5644495" y="4808364"/>
                  <a:pt x="5662165" y="4790694"/>
                  <a:pt x="5662165" y="4790694"/>
                </a:cubicBezTo>
                <a:close/>
                <a:moveTo>
                  <a:pt x="5839078" y="4649560"/>
                </a:moveTo>
                <a:lnTo>
                  <a:pt x="5841674" y="4654707"/>
                </a:lnTo>
                <a:lnTo>
                  <a:pt x="5821404" y="4667234"/>
                </a:lnTo>
                <a:close/>
                <a:moveTo>
                  <a:pt x="5896576" y="4629669"/>
                </a:moveTo>
                <a:lnTo>
                  <a:pt x="5896576" y="4637786"/>
                </a:lnTo>
                <a:lnTo>
                  <a:pt x="5892301" y="4632107"/>
                </a:lnTo>
                <a:close/>
                <a:moveTo>
                  <a:pt x="581282" y="4615177"/>
                </a:moveTo>
                <a:cubicBezTo>
                  <a:pt x="581282" y="4615177"/>
                  <a:pt x="581282" y="4615177"/>
                  <a:pt x="546070" y="4615192"/>
                </a:cubicBezTo>
                <a:cubicBezTo>
                  <a:pt x="581282" y="4615177"/>
                  <a:pt x="563669" y="4632791"/>
                  <a:pt x="546055" y="4650404"/>
                </a:cubicBezTo>
                <a:cubicBezTo>
                  <a:pt x="563659" y="4668008"/>
                  <a:pt x="563659" y="4668008"/>
                  <a:pt x="581258" y="4685607"/>
                </a:cubicBezTo>
                <a:cubicBezTo>
                  <a:pt x="598853" y="4703210"/>
                  <a:pt x="616471" y="4685592"/>
                  <a:pt x="616471" y="4685592"/>
                </a:cubicBezTo>
                <a:cubicBezTo>
                  <a:pt x="616485" y="4650380"/>
                  <a:pt x="598872" y="4667993"/>
                  <a:pt x="581273" y="4650394"/>
                </a:cubicBezTo>
                <a:cubicBezTo>
                  <a:pt x="581282" y="4615177"/>
                  <a:pt x="581282" y="4615177"/>
                  <a:pt x="581282" y="4615177"/>
                </a:cubicBezTo>
                <a:close/>
                <a:moveTo>
                  <a:pt x="639126" y="4431926"/>
                </a:moveTo>
                <a:cubicBezTo>
                  <a:pt x="635274" y="4431377"/>
                  <a:pt x="631973" y="4432478"/>
                  <a:pt x="629772" y="4434679"/>
                </a:cubicBezTo>
                <a:cubicBezTo>
                  <a:pt x="625370" y="4439090"/>
                  <a:pt x="625370" y="4447891"/>
                  <a:pt x="634168" y="4456688"/>
                </a:cubicBezTo>
                <a:cubicBezTo>
                  <a:pt x="634168" y="4456688"/>
                  <a:pt x="634182" y="4421476"/>
                  <a:pt x="651781" y="4439075"/>
                </a:cubicBezTo>
                <a:cubicBezTo>
                  <a:pt x="647380" y="4434674"/>
                  <a:pt x="642978" y="4432475"/>
                  <a:pt x="639126" y="4431926"/>
                </a:cubicBezTo>
                <a:close/>
                <a:moveTo>
                  <a:pt x="577161" y="4418123"/>
                </a:moveTo>
                <a:lnTo>
                  <a:pt x="563735" y="4456716"/>
                </a:lnTo>
                <a:cubicBezTo>
                  <a:pt x="563738" y="4447913"/>
                  <a:pt x="565943" y="4439109"/>
                  <a:pt x="569798" y="4430304"/>
                </a:cubicBezTo>
                <a:close/>
                <a:moveTo>
                  <a:pt x="4504335" y="4410303"/>
                </a:moveTo>
                <a:cubicBezTo>
                  <a:pt x="4486665" y="4427973"/>
                  <a:pt x="4468781" y="4410088"/>
                  <a:pt x="4468996" y="4445642"/>
                </a:cubicBezTo>
                <a:cubicBezTo>
                  <a:pt x="4486665" y="4427973"/>
                  <a:pt x="4522224" y="4428193"/>
                  <a:pt x="4504335" y="4410303"/>
                </a:cubicBezTo>
                <a:close/>
                <a:moveTo>
                  <a:pt x="634206" y="4351048"/>
                </a:moveTo>
                <a:cubicBezTo>
                  <a:pt x="616593" y="4368661"/>
                  <a:pt x="598978" y="4386275"/>
                  <a:pt x="585766" y="4403887"/>
                </a:cubicBezTo>
                <a:lnTo>
                  <a:pt x="577161" y="4418123"/>
                </a:lnTo>
                <a:lnTo>
                  <a:pt x="577232" y="4417919"/>
                </a:lnTo>
                <a:cubicBezTo>
                  <a:pt x="591277" y="4380773"/>
                  <a:pt x="607793" y="4351054"/>
                  <a:pt x="634206" y="4351048"/>
                </a:cubicBezTo>
                <a:close/>
                <a:moveTo>
                  <a:pt x="615838" y="4329615"/>
                </a:moveTo>
                <a:lnTo>
                  <a:pt x="616602" y="4333444"/>
                </a:lnTo>
                <a:cubicBezTo>
                  <a:pt x="616602" y="4333444"/>
                  <a:pt x="581390" y="4333458"/>
                  <a:pt x="581390" y="4333458"/>
                </a:cubicBezTo>
                <a:close/>
                <a:moveTo>
                  <a:pt x="814982" y="4290723"/>
                </a:moveTo>
                <a:cubicBezTo>
                  <a:pt x="802602" y="4288254"/>
                  <a:pt x="792694" y="4298162"/>
                  <a:pt x="792694" y="4298162"/>
                </a:cubicBezTo>
                <a:cubicBezTo>
                  <a:pt x="775081" y="4315775"/>
                  <a:pt x="810284" y="4350978"/>
                  <a:pt x="827897" y="4333364"/>
                </a:cubicBezTo>
                <a:cubicBezTo>
                  <a:pt x="810298" y="4315765"/>
                  <a:pt x="827911" y="4298143"/>
                  <a:pt x="827911" y="4298143"/>
                </a:cubicBezTo>
                <a:cubicBezTo>
                  <a:pt x="823510" y="4293744"/>
                  <a:pt x="819109" y="4291546"/>
                  <a:pt x="814982" y="4290723"/>
                </a:cubicBezTo>
                <a:close/>
                <a:moveTo>
                  <a:pt x="4628015" y="4286623"/>
                </a:moveTo>
                <a:cubicBezTo>
                  <a:pt x="4628015" y="4286623"/>
                  <a:pt x="4610350" y="4304288"/>
                  <a:pt x="4610350" y="4304288"/>
                </a:cubicBezTo>
                <a:cubicBezTo>
                  <a:pt x="4628015" y="4286623"/>
                  <a:pt x="4645909" y="4304508"/>
                  <a:pt x="4628015" y="4286623"/>
                </a:cubicBezTo>
                <a:close/>
                <a:moveTo>
                  <a:pt x="4857716" y="4056923"/>
                </a:moveTo>
                <a:cubicBezTo>
                  <a:pt x="4840046" y="4074592"/>
                  <a:pt x="4840046" y="4074592"/>
                  <a:pt x="4840046" y="4074592"/>
                </a:cubicBezTo>
                <a:cubicBezTo>
                  <a:pt x="4857936" y="4092481"/>
                  <a:pt x="4857936" y="4092481"/>
                  <a:pt x="4857936" y="4092481"/>
                </a:cubicBezTo>
                <a:cubicBezTo>
                  <a:pt x="4857936" y="4092481"/>
                  <a:pt x="4875605" y="4074812"/>
                  <a:pt x="4857716" y="4056923"/>
                </a:cubicBezTo>
                <a:close/>
                <a:moveTo>
                  <a:pt x="880886" y="3893151"/>
                </a:moveTo>
                <a:cubicBezTo>
                  <a:pt x="863278" y="3910769"/>
                  <a:pt x="845660" y="3928377"/>
                  <a:pt x="845646" y="3963599"/>
                </a:cubicBezTo>
                <a:cubicBezTo>
                  <a:pt x="863264" y="3945980"/>
                  <a:pt x="880858" y="3963584"/>
                  <a:pt x="880858" y="3963584"/>
                </a:cubicBezTo>
                <a:cubicBezTo>
                  <a:pt x="880876" y="3928368"/>
                  <a:pt x="916089" y="3928353"/>
                  <a:pt x="933702" y="3910741"/>
                </a:cubicBezTo>
                <a:cubicBezTo>
                  <a:pt x="916102" y="3893142"/>
                  <a:pt x="898490" y="3910754"/>
                  <a:pt x="898490" y="3910754"/>
                </a:cubicBezTo>
                <a:cubicBezTo>
                  <a:pt x="898490" y="3910754"/>
                  <a:pt x="880886" y="3893151"/>
                  <a:pt x="880886" y="3893151"/>
                </a:cubicBezTo>
                <a:close/>
                <a:moveTo>
                  <a:pt x="5269234" y="3716953"/>
                </a:moveTo>
                <a:lnTo>
                  <a:pt x="5264541" y="3721647"/>
                </a:lnTo>
                <a:lnTo>
                  <a:pt x="5264540" y="3721647"/>
                </a:lnTo>
                <a:cubicBezTo>
                  <a:pt x="5268958" y="3717230"/>
                  <a:pt x="5270062" y="3716125"/>
                  <a:pt x="5269234" y="3716953"/>
                </a:cubicBezTo>
                <a:close/>
                <a:moveTo>
                  <a:pt x="5218395" y="3625253"/>
                </a:moveTo>
                <a:cubicBezTo>
                  <a:pt x="5217287" y="3625802"/>
                  <a:pt x="5215079" y="3628011"/>
                  <a:pt x="5210661" y="3632428"/>
                </a:cubicBezTo>
                <a:cubicBezTo>
                  <a:pt x="5192996" y="3650103"/>
                  <a:pt x="5210661" y="3632428"/>
                  <a:pt x="5210881" y="3667988"/>
                </a:cubicBezTo>
                <a:cubicBezTo>
                  <a:pt x="5228551" y="3650318"/>
                  <a:pt x="5228551" y="3650318"/>
                  <a:pt x="5228551" y="3650318"/>
                </a:cubicBezTo>
                <a:cubicBezTo>
                  <a:pt x="5219608" y="3641375"/>
                  <a:pt x="5219552" y="3632480"/>
                  <a:pt x="5219524" y="3628037"/>
                </a:cubicBezTo>
                <a:cubicBezTo>
                  <a:pt x="5219510" y="3625815"/>
                  <a:pt x="5219503" y="3624704"/>
                  <a:pt x="5218395" y="3625253"/>
                </a:cubicBezTo>
                <a:close/>
                <a:moveTo>
                  <a:pt x="5200294" y="3571814"/>
                </a:moveTo>
                <a:cubicBezTo>
                  <a:pt x="5199186" y="3572363"/>
                  <a:pt x="5196978" y="3574572"/>
                  <a:pt x="5192560" y="3578989"/>
                </a:cubicBezTo>
                <a:lnTo>
                  <a:pt x="5203227" y="3579055"/>
                </a:lnTo>
                <a:lnTo>
                  <a:pt x="5210450" y="3596879"/>
                </a:lnTo>
                <a:cubicBezTo>
                  <a:pt x="5210450" y="3596879"/>
                  <a:pt x="5228114" y="3579205"/>
                  <a:pt x="5228114" y="3579205"/>
                </a:cubicBezTo>
                <a:cubicBezTo>
                  <a:pt x="5219172" y="3570263"/>
                  <a:pt x="5214757" y="3574678"/>
                  <a:pt x="5210337" y="3579097"/>
                </a:cubicBezTo>
                <a:lnTo>
                  <a:pt x="5203227" y="3579055"/>
                </a:lnTo>
                <a:lnTo>
                  <a:pt x="5201423" y="3574598"/>
                </a:lnTo>
                <a:cubicBezTo>
                  <a:pt x="5201409" y="3572376"/>
                  <a:pt x="5201402" y="3571265"/>
                  <a:pt x="5200294" y="3571814"/>
                </a:cubicBezTo>
                <a:close/>
                <a:moveTo>
                  <a:pt x="5299012" y="3544087"/>
                </a:moveTo>
                <a:cubicBezTo>
                  <a:pt x="5299012" y="3544087"/>
                  <a:pt x="5299012" y="3544087"/>
                  <a:pt x="5281338" y="3561752"/>
                </a:cubicBezTo>
                <a:cubicBezTo>
                  <a:pt x="5281338" y="3561752"/>
                  <a:pt x="5299223" y="3579646"/>
                  <a:pt x="5316897" y="3561972"/>
                </a:cubicBezTo>
                <a:cubicBezTo>
                  <a:pt x="5299223" y="3579646"/>
                  <a:pt x="5299012" y="3544087"/>
                  <a:pt x="5299012" y="3544087"/>
                </a:cubicBezTo>
                <a:close/>
                <a:moveTo>
                  <a:pt x="1585337" y="3505519"/>
                </a:moveTo>
                <a:cubicBezTo>
                  <a:pt x="1585337" y="3505519"/>
                  <a:pt x="1585323" y="3540731"/>
                  <a:pt x="1567724" y="3523131"/>
                </a:cubicBezTo>
                <a:cubicBezTo>
                  <a:pt x="1585323" y="3540731"/>
                  <a:pt x="1585323" y="3540731"/>
                  <a:pt x="1585323" y="3540731"/>
                </a:cubicBezTo>
                <a:cubicBezTo>
                  <a:pt x="1602941" y="3523123"/>
                  <a:pt x="1602941" y="3523123"/>
                  <a:pt x="1585337" y="3505519"/>
                </a:cubicBezTo>
                <a:close/>
                <a:moveTo>
                  <a:pt x="5298576" y="3472974"/>
                </a:moveTo>
                <a:cubicBezTo>
                  <a:pt x="5298792" y="3508528"/>
                  <a:pt x="5316465" y="3490863"/>
                  <a:pt x="5334350" y="3508748"/>
                </a:cubicBezTo>
                <a:cubicBezTo>
                  <a:pt x="5280907" y="3490643"/>
                  <a:pt x="5281127" y="3526202"/>
                  <a:pt x="5245568" y="3525982"/>
                </a:cubicBezTo>
                <a:cubicBezTo>
                  <a:pt x="5245568" y="3525982"/>
                  <a:pt x="5245568" y="3525982"/>
                  <a:pt x="5263453" y="3543867"/>
                </a:cubicBezTo>
                <a:cubicBezTo>
                  <a:pt x="5281127" y="3526202"/>
                  <a:pt x="5298792" y="3508528"/>
                  <a:pt x="5316677" y="3526413"/>
                </a:cubicBezTo>
                <a:cubicBezTo>
                  <a:pt x="5316677" y="3526413"/>
                  <a:pt x="5316677" y="3526413"/>
                  <a:pt x="5334350" y="3508748"/>
                </a:cubicBezTo>
                <a:cubicBezTo>
                  <a:pt x="5334561" y="3544307"/>
                  <a:pt x="5352235" y="3526633"/>
                  <a:pt x="5369904" y="3508964"/>
                </a:cubicBezTo>
                <a:cubicBezTo>
                  <a:pt x="5352235" y="3526633"/>
                  <a:pt x="5352015" y="3491074"/>
                  <a:pt x="5387574" y="3491294"/>
                </a:cubicBezTo>
                <a:cubicBezTo>
                  <a:pt x="5387574" y="3491294"/>
                  <a:pt x="5369689" y="3473410"/>
                  <a:pt x="5352015" y="3491074"/>
                </a:cubicBezTo>
                <a:cubicBezTo>
                  <a:pt x="5352015" y="3491074"/>
                  <a:pt x="5334350" y="3508748"/>
                  <a:pt x="5334350" y="3508748"/>
                </a:cubicBezTo>
                <a:cubicBezTo>
                  <a:pt x="5334350" y="3508748"/>
                  <a:pt x="5316465" y="3490863"/>
                  <a:pt x="5298576" y="3472974"/>
                </a:cubicBezTo>
                <a:close/>
                <a:moveTo>
                  <a:pt x="1655780" y="3470274"/>
                </a:moveTo>
                <a:lnTo>
                  <a:pt x="1655780" y="3470274"/>
                </a:lnTo>
                <a:lnTo>
                  <a:pt x="1655780" y="3470274"/>
                </a:lnTo>
                <a:close/>
                <a:moveTo>
                  <a:pt x="5333915" y="3437635"/>
                </a:moveTo>
                <a:cubicBezTo>
                  <a:pt x="5351804" y="3455525"/>
                  <a:pt x="5351804" y="3455525"/>
                  <a:pt x="5351804" y="3455525"/>
                </a:cubicBezTo>
                <a:cubicBezTo>
                  <a:pt x="5334130" y="3473189"/>
                  <a:pt x="5351804" y="3455525"/>
                  <a:pt x="5333915" y="3437635"/>
                </a:cubicBezTo>
                <a:close/>
                <a:moveTo>
                  <a:pt x="5351579" y="3419970"/>
                </a:moveTo>
                <a:cubicBezTo>
                  <a:pt x="5369464" y="3437855"/>
                  <a:pt x="5369464" y="3437855"/>
                  <a:pt x="5369464" y="3437855"/>
                </a:cubicBezTo>
                <a:cubicBezTo>
                  <a:pt x="5387138" y="3420191"/>
                  <a:pt x="5351579" y="3419970"/>
                  <a:pt x="5351579" y="3419970"/>
                </a:cubicBezTo>
                <a:close/>
                <a:moveTo>
                  <a:pt x="5316030" y="3419750"/>
                </a:moveTo>
                <a:cubicBezTo>
                  <a:pt x="5316030" y="3419750"/>
                  <a:pt x="5333915" y="3437635"/>
                  <a:pt x="5333915" y="3437635"/>
                </a:cubicBezTo>
                <a:cubicBezTo>
                  <a:pt x="5333915" y="3437635"/>
                  <a:pt x="5316245" y="3455305"/>
                  <a:pt x="5316245" y="3455305"/>
                </a:cubicBezTo>
                <a:lnTo>
                  <a:pt x="5280691" y="3455089"/>
                </a:lnTo>
                <a:lnTo>
                  <a:pt x="5311690" y="3437504"/>
                </a:lnTo>
                <a:cubicBezTo>
                  <a:pt x="5320552" y="3433112"/>
                  <a:pt x="5324972" y="3428693"/>
                  <a:pt x="5316030" y="3419750"/>
                </a:cubicBezTo>
                <a:close/>
                <a:moveTo>
                  <a:pt x="1391688" y="3417557"/>
                </a:moveTo>
                <a:lnTo>
                  <a:pt x="1382877" y="3439566"/>
                </a:lnTo>
                <a:cubicBezTo>
                  <a:pt x="1382876" y="3443972"/>
                  <a:pt x="1382876" y="3443972"/>
                  <a:pt x="1374074" y="3435170"/>
                </a:cubicBezTo>
                <a:close/>
                <a:moveTo>
                  <a:pt x="1708624" y="3417430"/>
                </a:moveTo>
                <a:cubicBezTo>
                  <a:pt x="1708624" y="3417430"/>
                  <a:pt x="1673412" y="3417444"/>
                  <a:pt x="1673393" y="3452661"/>
                </a:cubicBezTo>
                <a:cubicBezTo>
                  <a:pt x="1673393" y="3452661"/>
                  <a:pt x="1655794" y="3435062"/>
                  <a:pt x="1655794" y="3435062"/>
                </a:cubicBezTo>
                <a:lnTo>
                  <a:pt x="1655780" y="3470274"/>
                </a:lnTo>
                <a:lnTo>
                  <a:pt x="1638181" y="3452675"/>
                </a:lnTo>
                <a:cubicBezTo>
                  <a:pt x="1655785" y="3470278"/>
                  <a:pt x="1620559" y="3505504"/>
                  <a:pt x="1602955" y="3487901"/>
                </a:cubicBezTo>
                <a:cubicBezTo>
                  <a:pt x="1620559" y="3505504"/>
                  <a:pt x="1620559" y="3505504"/>
                  <a:pt x="1602941" y="3523123"/>
                </a:cubicBezTo>
                <a:lnTo>
                  <a:pt x="1655785" y="3470278"/>
                </a:lnTo>
                <a:lnTo>
                  <a:pt x="1655780" y="3470274"/>
                </a:lnTo>
                <a:lnTo>
                  <a:pt x="1673393" y="3452661"/>
                </a:lnTo>
                <a:cubicBezTo>
                  <a:pt x="1691006" y="3435048"/>
                  <a:pt x="1708624" y="3417430"/>
                  <a:pt x="1708624" y="3417430"/>
                </a:cubicBezTo>
                <a:close/>
                <a:moveTo>
                  <a:pt x="5333694" y="3402086"/>
                </a:moveTo>
                <a:cubicBezTo>
                  <a:pt x="5333915" y="3437635"/>
                  <a:pt x="5333694" y="3402086"/>
                  <a:pt x="5316030" y="3419750"/>
                </a:cubicBezTo>
                <a:lnTo>
                  <a:pt x="5280691" y="3455089"/>
                </a:lnTo>
                <a:lnTo>
                  <a:pt x="5267437" y="3468343"/>
                </a:lnTo>
                <a:cubicBezTo>
                  <a:pt x="5254187" y="3481593"/>
                  <a:pt x="5245353" y="3490427"/>
                  <a:pt x="5245353" y="3490427"/>
                </a:cubicBezTo>
                <a:cubicBezTo>
                  <a:pt x="5254295" y="3499370"/>
                  <a:pt x="5258710" y="3494955"/>
                  <a:pt x="5263101" y="3486092"/>
                </a:cubicBezTo>
                <a:lnTo>
                  <a:pt x="5280691" y="3455089"/>
                </a:lnTo>
                <a:lnTo>
                  <a:pt x="5311797" y="3455281"/>
                </a:lnTo>
                <a:cubicBezTo>
                  <a:pt x="5316245" y="3455305"/>
                  <a:pt x="5316245" y="3455305"/>
                  <a:pt x="5316245" y="3455305"/>
                </a:cubicBezTo>
                <a:cubicBezTo>
                  <a:pt x="5334130" y="3473189"/>
                  <a:pt x="5352015" y="3491074"/>
                  <a:pt x="5351804" y="3455525"/>
                </a:cubicBezTo>
                <a:cubicBezTo>
                  <a:pt x="5369464" y="3437855"/>
                  <a:pt x="5333915" y="3437635"/>
                  <a:pt x="5333915" y="3437635"/>
                </a:cubicBezTo>
                <a:cubicBezTo>
                  <a:pt x="5351579" y="3419970"/>
                  <a:pt x="5351579" y="3419970"/>
                  <a:pt x="5333694" y="3402086"/>
                </a:cubicBezTo>
                <a:close/>
                <a:moveTo>
                  <a:pt x="1409301" y="3399943"/>
                </a:moveTo>
                <a:lnTo>
                  <a:pt x="1391688" y="3417557"/>
                </a:lnTo>
                <a:cubicBezTo>
                  <a:pt x="1391688" y="3417557"/>
                  <a:pt x="1391688" y="3417557"/>
                  <a:pt x="1409301" y="3399943"/>
                </a:cubicBezTo>
                <a:close/>
                <a:moveTo>
                  <a:pt x="1796666" y="3399794"/>
                </a:moveTo>
                <a:cubicBezTo>
                  <a:pt x="1779052" y="3417407"/>
                  <a:pt x="1779052" y="3417407"/>
                  <a:pt x="1761440" y="3435020"/>
                </a:cubicBezTo>
                <a:cubicBezTo>
                  <a:pt x="1779039" y="3452619"/>
                  <a:pt x="1779052" y="3417407"/>
                  <a:pt x="1796666" y="3399794"/>
                </a:cubicBezTo>
                <a:close/>
                <a:moveTo>
                  <a:pt x="5600252" y="3385935"/>
                </a:moveTo>
                <a:cubicBezTo>
                  <a:pt x="5600252" y="3385935"/>
                  <a:pt x="5600252" y="3385935"/>
                  <a:pt x="5582583" y="3403605"/>
                </a:cubicBezTo>
                <a:lnTo>
                  <a:pt x="5590967" y="3392258"/>
                </a:lnTo>
                <a:close/>
                <a:moveTo>
                  <a:pt x="1708638" y="3382218"/>
                </a:moveTo>
                <a:lnTo>
                  <a:pt x="1691025" y="3399831"/>
                </a:lnTo>
                <a:lnTo>
                  <a:pt x="1691025" y="3389267"/>
                </a:lnTo>
                <a:close/>
                <a:moveTo>
                  <a:pt x="1726255" y="3364600"/>
                </a:moveTo>
                <a:lnTo>
                  <a:pt x="1708638" y="3382218"/>
                </a:lnTo>
                <a:cubicBezTo>
                  <a:pt x="1708638" y="3382218"/>
                  <a:pt x="1691039" y="3364619"/>
                  <a:pt x="1691039" y="3364619"/>
                </a:cubicBezTo>
                <a:cubicBezTo>
                  <a:pt x="1708638" y="3382218"/>
                  <a:pt x="1708638" y="3382218"/>
                  <a:pt x="1726255" y="3364600"/>
                </a:cubicBezTo>
                <a:close/>
                <a:moveTo>
                  <a:pt x="5401484" y="3361176"/>
                </a:moveTo>
                <a:lnTo>
                  <a:pt x="5404587" y="3366963"/>
                </a:lnTo>
                <a:lnTo>
                  <a:pt x="5400163" y="3362539"/>
                </a:lnTo>
                <a:close/>
                <a:moveTo>
                  <a:pt x="1884740" y="3311719"/>
                </a:moveTo>
                <a:lnTo>
                  <a:pt x="1876520" y="3329332"/>
                </a:lnTo>
                <a:lnTo>
                  <a:pt x="1867127" y="3329332"/>
                </a:lnTo>
                <a:cubicBezTo>
                  <a:pt x="1884740" y="3311719"/>
                  <a:pt x="1884740" y="3311719"/>
                  <a:pt x="1884740" y="3311719"/>
                </a:cubicBezTo>
                <a:close/>
                <a:moveTo>
                  <a:pt x="1717473" y="3302978"/>
                </a:moveTo>
                <a:cubicBezTo>
                  <a:pt x="1713069" y="3307381"/>
                  <a:pt x="1708666" y="3311784"/>
                  <a:pt x="1708666" y="3311784"/>
                </a:cubicBezTo>
                <a:cubicBezTo>
                  <a:pt x="1717472" y="3302978"/>
                  <a:pt x="1717472" y="3302978"/>
                  <a:pt x="1717473" y="3302978"/>
                </a:cubicBezTo>
                <a:close/>
                <a:moveTo>
                  <a:pt x="1726279" y="3294172"/>
                </a:moveTo>
                <a:cubicBezTo>
                  <a:pt x="1717472" y="3302978"/>
                  <a:pt x="1717472" y="3302978"/>
                  <a:pt x="1717473" y="3302978"/>
                </a:cubicBezTo>
                <a:cubicBezTo>
                  <a:pt x="1721876" y="3298575"/>
                  <a:pt x="1726279" y="3294172"/>
                  <a:pt x="1726279" y="3294172"/>
                </a:cubicBezTo>
                <a:close/>
                <a:moveTo>
                  <a:pt x="5492933" y="3278616"/>
                </a:moveTo>
                <a:cubicBezTo>
                  <a:pt x="5492933" y="3278616"/>
                  <a:pt x="5510818" y="3296501"/>
                  <a:pt x="5510818" y="3296501"/>
                </a:cubicBezTo>
                <a:cubicBezTo>
                  <a:pt x="5475264" y="3296286"/>
                  <a:pt x="5492933" y="3278616"/>
                  <a:pt x="5492933" y="3278616"/>
                </a:cubicBezTo>
                <a:close/>
                <a:moveTo>
                  <a:pt x="5528272" y="3243278"/>
                </a:moveTo>
                <a:cubicBezTo>
                  <a:pt x="5528272" y="3243278"/>
                  <a:pt x="5546161" y="3261167"/>
                  <a:pt x="5546161" y="3261167"/>
                </a:cubicBezTo>
                <a:cubicBezTo>
                  <a:pt x="5546161" y="3261167"/>
                  <a:pt x="5564046" y="3279052"/>
                  <a:pt x="5546377" y="3296722"/>
                </a:cubicBezTo>
                <a:cubicBezTo>
                  <a:pt x="5528492" y="3278837"/>
                  <a:pt x="5546161" y="3261167"/>
                  <a:pt x="5528272" y="3243278"/>
                </a:cubicBezTo>
                <a:close/>
                <a:moveTo>
                  <a:pt x="5545941" y="3225608"/>
                </a:moveTo>
                <a:lnTo>
                  <a:pt x="5563831" y="3243498"/>
                </a:lnTo>
                <a:lnTo>
                  <a:pt x="5581716" y="3261383"/>
                </a:lnTo>
                <a:cubicBezTo>
                  <a:pt x="5599601" y="3279268"/>
                  <a:pt x="5599601" y="3279268"/>
                  <a:pt x="5599601" y="3279268"/>
                </a:cubicBezTo>
                <a:cubicBezTo>
                  <a:pt x="5564046" y="3279052"/>
                  <a:pt x="5564046" y="3279052"/>
                  <a:pt x="5546161" y="3261167"/>
                </a:cubicBezTo>
                <a:cubicBezTo>
                  <a:pt x="5563831" y="3243498"/>
                  <a:pt x="5528272" y="3243278"/>
                  <a:pt x="5545941" y="3225608"/>
                </a:cubicBezTo>
                <a:close/>
                <a:moveTo>
                  <a:pt x="1972810" y="3223649"/>
                </a:moveTo>
                <a:lnTo>
                  <a:pt x="1969098" y="3232920"/>
                </a:lnTo>
                <a:lnTo>
                  <a:pt x="1955197" y="3241262"/>
                </a:lnTo>
                <a:cubicBezTo>
                  <a:pt x="1972810" y="3223649"/>
                  <a:pt x="1972810" y="3223649"/>
                  <a:pt x="1972810" y="3223649"/>
                </a:cubicBezTo>
                <a:close/>
                <a:moveTo>
                  <a:pt x="5741386" y="3209031"/>
                </a:moveTo>
                <a:cubicBezTo>
                  <a:pt x="5706052" y="3244365"/>
                  <a:pt x="5688163" y="3226476"/>
                  <a:pt x="5688383" y="3262035"/>
                </a:cubicBezTo>
                <a:cubicBezTo>
                  <a:pt x="5688383" y="3262035"/>
                  <a:pt x="5688383" y="3262035"/>
                  <a:pt x="5706052" y="3244365"/>
                </a:cubicBezTo>
                <a:cubicBezTo>
                  <a:pt x="5688163" y="3226476"/>
                  <a:pt x="5759271" y="3226916"/>
                  <a:pt x="5741386" y="3209031"/>
                </a:cubicBezTo>
                <a:close/>
                <a:moveTo>
                  <a:pt x="5687947" y="3190921"/>
                </a:moveTo>
                <a:lnTo>
                  <a:pt x="5690731" y="3196919"/>
                </a:lnTo>
                <a:lnTo>
                  <a:pt x="5685768" y="3198131"/>
                </a:lnTo>
                <a:cubicBezTo>
                  <a:pt x="5683543" y="3197561"/>
                  <a:pt x="5683530" y="3195339"/>
                  <a:pt x="5687947" y="3190921"/>
                </a:cubicBezTo>
                <a:close/>
                <a:moveTo>
                  <a:pt x="5581280" y="3190270"/>
                </a:moveTo>
                <a:cubicBezTo>
                  <a:pt x="5581280" y="3190270"/>
                  <a:pt x="5616838" y="3190490"/>
                  <a:pt x="5599169" y="3208160"/>
                </a:cubicBezTo>
                <a:cubicBezTo>
                  <a:pt x="5599169" y="3208160"/>
                  <a:pt x="5599169" y="3208160"/>
                  <a:pt x="5581280" y="3190270"/>
                </a:cubicBezTo>
                <a:close/>
                <a:moveTo>
                  <a:pt x="5695914" y="3173196"/>
                </a:moveTo>
                <a:lnTo>
                  <a:pt x="5705612" y="3173257"/>
                </a:lnTo>
                <a:cubicBezTo>
                  <a:pt x="5705612" y="3173257"/>
                  <a:pt x="5687947" y="3190921"/>
                  <a:pt x="5687947" y="3190921"/>
                </a:cubicBezTo>
                <a:close/>
                <a:moveTo>
                  <a:pt x="1867192" y="3153258"/>
                </a:moveTo>
                <a:cubicBezTo>
                  <a:pt x="1849580" y="3170871"/>
                  <a:pt x="1849580" y="3170871"/>
                  <a:pt x="1849580" y="3170871"/>
                </a:cubicBezTo>
                <a:lnTo>
                  <a:pt x="1846060" y="3167351"/>
                </a:lnTo>
                <a:close/>
                <a:moveTo>
                  <a:pt x="5812063" y="3138354"/>
                </a:moveTo>
                <a:cubicBezTo>
                  <a:pt x="5794398" y="3156019"/>
                  <a:pt x="5776724" y="3173693"/>
                  <a:pt x="5776724" y="3173693"/>
                </a:cubicBezTo>
                <a:cubicBezTo>
                  <a:pt x="5759060" y="3191357"/>
                  <a:pt x="5794398" y="3156019"/>
                  <a:pt x="5812063" y="3138354"/>
                </a:cubicBezTo>
                <a:close/>
                <a:moveTo>
                  <a:pt x="5740950" y="3137918"/>
                </a:moveTo>
                <a:lnTo>
                  <a:pt x="5740950" y="3137919"/>
                </a:lnTo>
                <a:lnTo>
                  <a:pt x="5740950" y="3137919"/>
                </a:lnTo>
                <a:close/>
                <a:moveTo>
                  <a:pt x="5745646" y="3133222"/>
                </a:moveTo>
                <a:cubicBezTo>
                  <a:pt x="5746474" y="3132395"/>
                  <a:pt x="5745369" y="3133500"/>
                  <a:pt x="5740950" y="3137919"/>
                </a:cubicBezTo>
                <a:lnTo>
                  <a:pt x="5740950" y="3137918"/>
                </a:lnTo>
                <a:close/>
                <a:moveTo>
                  <a:pt x="5669621" y="3101928"/>
                </a:moveTo>
                <a:cubicBezTo>
                  <a:pt x="5687515" y="3119813"/>
                  <a:pt x="5687515" y="3119813"/>
                  <a:pt x="5723065" y="3120034"/>
                </a:cubicBezTo>
                <a:cubicBezTo>
                  <a:pt x="5723065" y="3120034"/>
                  <a:pt x="5705400" y="3137698"/>
                  <a:pt x="5705400" y="3137698"/>
                </a:cubicBezTo>
                <a:cubicBezTo>
                  <a:pt x="5687515" y="3119813"/>
                  <a:pt x="5687515" y="3119813"/>
                  <a:pt x="5669621" y="3101928"/>
                </a:cubicBezTo>
                <a:close/>
                <a:moveTo>
                  <a:pt x="5598509" y="3101492"/>
                </a:moveTo>
                <a:cubicBezTo>
                  <a:pt x="5580844" y="3119157"/>
                  <a:pt x="5492282" y="3171949"/>
                  <a:pt x="5492497" y="3207504"/>
                </a:cubicBezTo>
                <a:cubicBezTo>
                  <a:pt x="5527836" y="3172165"/>
                  <a:pt x="5545505" y="3154496"/>
                  <a:pt x="5598734" y="3137046"/>
                </a:cubicBezTo>
                <a:cubicBezTo>
                  <a:pt x="5563174" y="3136826"/>
                  <a:pt x="5598509" y="3101492"/>
                  <a:pt x="5598509" y="3101492"/>
                </a:cubicBezTo>
                <a:close/>
                <a:moveTo>
                  <a:pt x="5722854" y="3084475"/>
                </a:moveTo>
                <a:lnTo>
                  <a:pt x="5721982" y="3087727"/>
                </a:lnTo>
                <a:lnTo>
                  <a:pt x="5720647" y="3086682"/>
                </a:lnTo>
                <a:lnTo>
                  <a:pt x="5716939" y="3086415"/>
                </a:lnTo>
                <a:close/>
                <a:moveTo>
                  <a:pt x="5766137" y="3077520"/>
                </a:moveTo>
                <a:cubicBezTo>
                  <a:pt x="5767245" y="3076971"/>
                  <a:pt x="5767252" y="3078082"/>
                  <a:pt x="5767266" y="3080304"/>
                </a:cubicBezTo>
                <a:cubicBezTo>
                  <a:pt x="5767295" y="3084746"/>
                  <a:pt x="5767351" y="3093633"/>
                  <a:pt x="5776289" y="3102580"/>
                </a:cubicBezTo>
                <a:cubicBezTo>
                  <a:pt x="5749626" y="3102415"/>
                  <a:pt x="5753021" y="3112434"/>
                  <a:pt x="5748929" y="3124910"/>
                </a:cubicBezTo>
                <a:lnTo>
                  <a:pt x="5740950" y="3137918"/>
                </a:lnTo>
                <a:lnTo>
                  <a:pt x="5740950" y="3137918"/>
                </a:lnTo>
                <a:lnTo>
                  <a:pt x="5740641" y="3132639"/>
                </a:lnTo>
                <a:cubicBezTo>
                  <a:pt x="5739753" y="3123466"/>
                  <a:pt x="5736320" y="3106778"/>
                  <a:pt x="5723065" y="3120034"/>
                </a:cubicBezTo>
                <a:cubicBezTo>
                  <a:pt x="5723065" y="3120034"/>
                  <a:pt x="5718594" y="3115562"/>
                  <a:pt x="5716335" y="3108879"/>
                </a:cubicBezTo>
                <a:lnTo>
                  <a:pt x="5721982" y="3087727"/>
                </a:lnTo>
                <a:lnTo>
                  <a:pt x="5740739" y="3102360"/>
                </a:lnTo>
                <a:cubicBezTo>
                  <a:pt x="5758404" y="3084695"/>
                  <a:pt x="5740739" y="3102360"/>
                  <a:pt x="5758404" y="3084695"/>
                </a:cubicBezTo>
                <a:cubicBezTo>
                  <a:pt x="5762821" y="3080278"/>
                  <a:pt x="5765029" y="3078069"/>
                  <a:pt x="5766137" y="3077520"/>
                </a:cubicBezTo>
                <a:close/>
                <a:moveTo>
                  <a:pt x="5871877" y="3062887"/>
                </a:moveTo>
                <a:cubicBezTo>
                  <a:pt x="5862725" y="3065331"/>
                  <a:pt x="5856181" y="3085291"/>
                  <a:pt x="5829512" y="3085126"/>
                </a:cubicBezTo>
                <a:cubicBezTo>
                  <a:pt x="5847401" y="3103016"/>
                  <a:pt x="5865071" y="3085346"/>
                  <a:pt x="5882740" y="3067677"/>
                </a:cubicBezTo>
                <a:cubicBezTo>
                  <a:pt x="5878268" y="3063205"/>
                  <a:pt x="5874927" y="3062073"/>
                  <a:pt x="5871877" y="3062887"/>
                </a:cubicBezTo>
                <a:close/>
                <a:moveTo>
                  <a:pt x="2148954" y="3047505"/>
                </a:moveTo>
                <a:lnTo>
                  <a:pt x="2143663" y="3063351"/>
                </a:lnTo>
                <a:lnTo>
                  <a:pt x="2131341" y="3065118"/>
                </a:lnTo>
                <a:cubicBezTo>
                  <a:pt x="2131341" y="3065118"/>
                  <a:pt x="2148954" y="3047505"/>
                  <a:pt x="2148954" y="3047505"/>
                </a:cubicBezTo>
                <a:close/>
                <a:moveTo>
                  <a:pt x="4484519" y="3041351"/>
                </a:moveTo>
                <a:lnTo>
                  <a:pt x="4486872" y="3049994"/>
                </a:lnTo>
                <a:lnTo>
                  <a:pt x="4490748" y="3053870"/>
                </a:lnTo>
                <a:lnTo>
                  <a:pt x="4490757" y="3041393"/>
                </a:lnTo>
                <a:close/>
                <a:moveTo>
                  <a:pt x="2131356" y="3029906"/>
                </a:moveTo>
                <a:cubicBezTo>
                  <a:pt x="2113742" y="3047519"/>
                  <a:pt x="2096139" y="3029915"/>
                  <a:pt x="2113742" y="3047519"/>
                </a:cubicBezTo>
                <a:cubicBezTo>
                  <a:pt x="2131356" y="3029906"/>
                  <a:pt x="2131356" y="3029906"/>
                  <a:pt x="2131356" y="3029906"/>
                </a:cubicBezTo>
                <a:close/>
                <a:moveTo>
                  <a:pt x="2219411" y="2977048"/>
                </a:moveTo>
                <a:cubicBezTo>
                  <a:pt x="2219411" y="2977048"/>
                  <a:pt x="2201798" y="2994661"/>
                  <a:pt x="2219402" y="3012265"/>
                </a:cubicBezTo>
                <a:cubicBezTo>
                  <a:pt x="2237015" y="2994651"/>
                  <a:pt x="2237015" y="2994651"/>
                  <a:pt x="2219411" y="2977048"/>
                </a:cubicBezTo>
                <a:close/>
                <a:moveTo>
                  <a:pt x="2272245" y="2959421"/>
                </a:moveTo>
                <a:cubicBezTo>
                  <a:pt x="2272245" y="2959421"/>
                  <a:pt x="2254628" y="2977039"/>
                  <a:pt x="2254628" y="2977039"/>
                </a:cubicBezTo>
                <a:cubicBezTo>
                  <a:pt x="2272227" y="2994638"/>
                  <a:pt x="2254628" y="2977039"/>
                  <a:pt x="2272245" y="2959421"/>
                </a:cubicBezTo>
                <a:close/>
                <a:moveTo>
                  <a:pt x="5874727" y="2938187"/>
                </a:moveTo>
                <a:cubicBezTo>
                  <a:pt x="5880288" y="2939331"/>
                  <a:pt x="5883669" y="2947130"/>
                  <a:pt x="5889230" y="2948274"/>
                </a:cubicBezTo>
                <a:lnTo>
                  <a:pt x="5896576" y="2944827"/>
                </a:lnTo>
                <a:lnTo>
                  <a:pt x="5896576" y="2969522"/>
                </a:lnTo>
                <a:lnTo>
                  <a:pt x="5894321" y="2963304"/>
                </a:lnTo>
                <a:cubicBezTo>
                  <a:pt x="5884279" y="2956575"/>
                  <a:pt x="5864362" y="2969787"/>
                  <a:pt x="5864204" y="2943125"/>
                </a:cubicBezTo>
                <a:cubicBezTo>
                  <a:pt x="5868620" y="2938706"/>
                  <a:pt x="5871946" y="2937615"/>
                  <a:pt x="5874727" y="2938187"/>
                </a:cubicBezTo>
                <a:close/>
                <a:moveTo>
                  <a:pt x="5846314" y="2925235"/>
                </a:moveTo>
                <a:lnTo>
                  <a:pt x="5846314" y="2925236"/>
                </a:lnTo>
                <a:lnTo>
                  <a:pt x="5846314" y="2925236"/>
                </a:lnTo>
                <a:lnTo>
                  <a:pt x="5846314" y="2925236"/>
                </a:lnTo>
                <a:close/>
                <a:moveTo>
                  <a:pt x="5896576" y="2910751"/>
                </a:moveTo>
                <a:lnTo>
                  <a:pt x="5896576" y="2927601"/>
                </a:lnTo>
                <a:lnTo>
                  <a:pt x="5887148" y="2925762"/>
                </a:lnTo>
                <a:cubicBezTo>
                  <a:pt x="5884090" y="2925465"/>
                  <a:pt x="5881868" y="2925451"/>
                  <a:pt x="5881868" y="2925451"/>
                </a:cubicBezTo>
                <a:cubicBezTo>
                  <a:pt x="5881868" y="2925451"/>
                  <a:pt x="5886286" y="2921035"/>
                  <a:pt x="5890705" y="2916619"/>
                </a:cubicBezTo>
                <a:close/>
                <a:moveTo>
                  <a:pt x="2289868" y="2906591"/>
                </a:moveTo>
                <a:cubicBezTo>
                  <a:pt x="2289868" y="2906591"/>
                  <a:pt x="2272255" y="2924204"/>
                  <a:pt x="2272255" y="2924204"/>
                </a:cubicBezTo>
                <a:cubicBezTo>
                  <a:pt x="2289868" y="2906591"/>
                  <a:pt x="2307472" y="2924195"/>
                  <a:pt x="2289868" y="2906591"/>
                </a:cubicBezTo>
                <a:close/>
                <a:moveTo>
                  <a:pt x="2113808" y="2871445"/>
                </a:moveTo>
                <a:cubicBezTo>
                  <a:pt x="2096195" y="2889058"/>
                  <a:pt x="2096195" y="2889058"/>
                  <a:pt x="2078582" y="2906671"/>
                </a:cubicBezTo>
                <a:cubicBezTo>
                  <a:pt x="2078582" y="2906671"/>
                  <a:pt x="2113808" y="2871445"/>
                  <a:pt x="2113808" y="2871445"/>
                </a:cubicBezTo>
                <a:close/>
                <a:moveTo>
                  <a:pt x="2363671" y="2862127"/>
                </a:moveTo>
                <a:lnTo>
                  <a:pt x="2364716" y="2862545"/>
                </a:lnTo>
                <a:cubicBezTo>
                  <a:pt x="2364721" y="2866945"/>
                  <a:pt x="2360315" y="2871351"/>
                  <a:pt x="2360315" y="2871351"/>
                </a:cubicBezTo>
                <a:close/>
                <a:moveTo>
                  <a:pt x="2289896" y="2836158"/>
                </a:moveTo>
                <a:cubicBezTo>
                  <a:pt x="2272278" y="2853776"/>
                  <a:pt x="2272278" y="2853776"/>
                  <a:pt x="2272278" y="2853776"/>
                </a:cubicBezTo>
                <a:cubicBezTo>
                  <a:pt x="2289882" y="2871379"/>
                  <a:pt x="2307499" y="2853762"/>
                  <a:pt x="2289896" y="2836158"/>
                </a:cubicBezTo>
                <a:close/>
                <a:moveTo>
                  <a:pt x="2435720" y="2811347"/>
                </a:moveTo>
                <a:cubicBezTo>
                  <a:pt x="2431868" y="2810798"/>
                  <a:pt x="2428565" y="2811898"/>
                  <a:pt x="2426362" y="2814097"/>
                </a:cubicBezTo>
                <a:cubicBezTo>
                  <a:pt x="2421961" y="2818508"/>
                  <a:pt x="2421961" y="2827309"/>
                  <a:pt x="2430758" y="2836107"/>
                </a:cubicBezTo>
                <a:cubicBezTo>
                  <a:pt x="2430758" y="2836107"/>
                  <a:pt x="2430758" y="2836107"/>
                  <a:pt x="2448371" y="2818493"/>
                </a:cubicBezTo>
                <a:cubicBezTo>
                  <a:pt x="2443973" y="2814095"/>
                  <a:pt x="2439572" y="2811896"/>
                  <a:pt x="2435720" y="2811347"/>
                </a:cubicBezTo>
                <a:close/>
                <a:moveTo>
                  <a:pt x="2377956" y="2783305"/>
                </a:moveTo>
                <a:cubicBezTo>
                  <a:pt x="2395555" y="2800904"/>
                  <a:pt x="2395555" y="2800904"/>
                  <a:pt x="2395555" y="2800904"/>
                </a:cubicBezTo>
                <a:cubicBezTo>
                  <a:pt x="2395555" y="2800904"/>
                  <a:pt x="2386749" y="2809710"/>
                  <a:pt x="2377943" y="2822922"/>
                </a:cubicBezTo>
                <a:lnTo>
                  <a:pt x="2363671" y="2862127"/>
                </a:lnTo>
                <a:lnTo>
                  <a:pt x="2342712" y="2853747"/>
                </a:lnTo>
                <a:cubicBezTo>
                  <a:pt x="2325113" y="2836149"/>
                  <a:pt x="2342726" y="2818535"/>
                  <a:pt x="2360325" y="2836134"/>
                </a:cubicBezTo>
                <a:cubicBezTo>
                  <a:pt x="2360339" y="2800923"/>
                  <a:pt x="2377938" y="2818521"/>
                  <a:pt x="2377956" y="2783305"/>
                </a:cubicBezTo>
                <a:close/>
                <a:moveTo>
                  <a:pt x="4743226" y="2776279"/>
                </a:moveTo>
                <a:cubicBezTo>
                  <a:pt x="4725562" y="2793953"/>
                  <a:pt x="4725562" y="2793953"/>
                  <a:pt x="4707892" y="2811613"/>
                </a:cubicBezTo>
                <a:lnTo>
                  <a:pt x="4716840" y="2820560"/>
                </a:lnTo>
                <a:lnTo>
                  <a:pt x="4690228" y="2829287"/>
                </a:lnTo>
                <a:lnTo>
                  <a:pt x="4702174" y="2845161"/>
                </a:lnTo>
                <a:lnTo>
                  <a:pt x="4690443" y="2864841"/>
                </a:lnTo>
                <a:cubicBezTo>
                  <a:pt x="4690443" y="2864841"/>
                  <a:pt x="4699278" y="2856007"/>
                  <a:pt x="4703670" y="2847144"/>
                </a:cubicBezTo>
                <a:lnTo>
                  <a:pt x="4702174" y="2845161"/>
                </a:lnTo>
                <a:lnTo>
                  <a:pt x="4716840" y="2820560"/>
                </a:lnTo>
                <a:lnTo>
                  <a:pt x="4725782" y="2829502"/>
                </a:lnTo>
                <a:cubicBezTo>
                  <a:pt x="4743447" y="2811838"/>
                  <a:pt x="4725562" y="2793953"/>
                  <a:pt x="4761116" y="2794169"/>
                </a:cubicBezTo>
                <a:cubicBezTo>
                  <a:pt x="4743226" y="2776279"/>
                  <a:pt x="4743226" y="2776279"/>
                  <a:pt x="4743226" y="2776279"/>
                </a:cubicBezTo>
                <a:close/>
                <a:moveTo>
                  <a:pt x="4707456" y="2740509"/>
                </a:moveTo>
                <a:lnTo>
                  <a:pt x="4686403" y="2761562"/>
                </a:lnTo>
                <a:lnTo>
                  <a:pt x="4684547" y="2764806"/>
                </a:lnTo>
                <a:lnTo>
                  <a:pt x="4681768" y="2766198"/>
                </a:lnTo>
                <a:lnTo>
                  <a:pt x="4656661" y="2791305"/>
                </a:lnTo>
                <a:lnTo>
                  <a:pt x="4650015" y="2797951"/>
                </a:lnTo>
                <a:lnTo>
                  <a:pt x="4649317" y="2800036"/>
                </a:lnTo>
                <a:cubicBezTo>
                  <a:pt x="4666916" y="2817635"/>
                  <a:pt x="4649302" y="2835249"/>
                  <a:pt x="4631703" y="2817650"/>
                </a:cubicBezTo>
                <a:lnTo>
                  <a:pt x="4631699" y="2832071"/>
                </a:lnTo>
                <a:lnTo>
                  <a:pt x="4636915" y="2833407"/>
                </a:lnTo>
                <a:cubicBezTo>
                  <a:pt x="4641358" y="2833435"/>
                  <a:pt x="4645834" y="2837901"/>
                  <a:pt x="4654889" y="2864626"/>
                </a:cubicBezTo>
                <a:cubicBezTo>
                  <a:pt x="4654889" y="2864626"/>
                  <a:pt x="4641579" y="2868984"/>
                  <a:pt x="4630513" y="2875588"/>
                </a:cubicBezTo>
                <a:lnTo>
                  <a:pt x="4629904" y="2876938"/>
                </a:lnTo>
                <a:lnTo>
                  <a:pt x="4649288" y="2870470"/>
                </a:lnTo>
                <a:cubicBezTo>
                  <a:pt x="4658090" y="2879272"/>
                  <a:pt x="4653689" y="2883673"/>
                  <a:pt x="4644883" y="2888074"/>
                </a:cubicBezTo>
                <a:lnTo>
                  <a:pt x="4623150" y="2900498"/>
                </a:lnTo>
                <a:lnTo>
                  <a:pt x="4635120" y="2902279"/>
                </a:lnTo>
                <a:cubicBezTo>
                  <a:pt x="4641799" y="2904543"/>
                  <a:pt x="4646270" y="2909015"/>
                  <a:pt x="4637435" y="2917849"/>
                </a:cubicBezTo>
                <a:lnTo>
                  <a:pt x="4655105" y="2900180"/>
                </a:lnTo>
                <a:lnTo>
                  <a:pt x="4690659" y="2900395"/>
                </a:lnTo>
                <a:cubicBezTo>
                  <a:pt x="4690443" y="2864841"/>
                  <a:pt x="4672774" y="2882510"/>
                  <a:pt x="4654889" y="2864626"/>
                </a:cubicBezTo>
                <a:cubicBezTo>
                  <a:pt x="4672554" y="2846952"/>
                  <a:pt x="4654669" y="2829067"/>
                  <a:pt x="4654669" y="2829067"/>
                </a:cubicBezTo>
                <a:cubicBezTo>
                  <a:pt x="4690008" y="2793728"/>
                  <a:pt x="4672123" y="2775843"/>
                  <a:pt x="4707672" y="2776063"/>
                </a:cubicBezTo>
                <a:cubicBezTo>
                  <a:pt x="4707672" y="2776063"/>
                  <a:pt x="4725341" y="2758394"/>
                  <a:pt x="4707456" y="2740509"/>
                </a:cubicBezTo>
                <a:close/>
                <a:moveTo>
                  <a:pt x="2624516" y="2642349"/>
                </a:moveTo>
                <a:lnTo>
                  <a:pt x="2624009" y="2645873"/>
                </a:lnTo>
                <a:lnTo>
                  <a:pt x="2606898" y="2659966"/>
                </a:lnTo>
                <a:close/>
                <a:moveTo>
                  <a:pt x="4902034" y="2581702"/>
                </a:moveTo>
                <a:cubicBezTo>
                  <a:pt x="4919919" y="2599586"/>
                  <a:pt x="4919919" y="2599586"/>
                  <a:pt x="4919919" y="2599586"/>
                </a:cubicBezTo>
                <a:cubicBezTo>
                  <a:pt x="4937593" y="2581922"/>
                  <a:pt x="4937593" y="2581922"/>
                  <a:pt x="4937593" y="2581922"/>
                </a:cubicBezTo>
                <a:cubicBezTo>
                  <a:pt x="4937593" y="2581922"/>
                  <a:pt x="4937593" y="2581922"/>
                  <a:pt x="4902034" y="2581702"/>
                </a:cubicBezTo>
                <a:close/>
                <a:moveTo>
                  <a:pt x="2730198" y="2536666"/>
                </a:moveTo>
                <a:lnTo>
                  <a:pt x="2718453" y="2551607"/>
                </a:lnTo>
                <a:lnTo>
                  <a:pt x="2712586" y="2554279"/>
                </a:lnTo>
                <a:cubicBezTo>
                  <a:pt x="2712586" y="2554279"/>
                  <a:pt x="2730198" y="2536666"/>
                  <a:pt x="2730198" y="2536666"/>
                </a:cubicBezTo>
                <a:close/>
                <a:moveTo>
                  <a:pt x="4890055" y="2520895"/>
                </a:moveTo>
                <a:lnTo>
                  <a:pt x="4884219" y="2523552"/>
                </a:lnTo>
                <a:lnTo>
                  <a:pt x="4883934" y="2528263"/>
                </a:lnTo>
                <a:close/>
                <a:moveTo>
                  <a:pt x="2800643" y="2501420"/>
                </a:moveTo>
                <a:lnTo>
                  <a:pt x="2800642" y="2501421"/>
                </a:lnTo>
                <a:lnTo>
                  <a:pt x="2800642" y="2501421"/>
                </a:lnTo>
                <a:close/>
                <a:moveTo>
                  <a:pt x="3821879" y="2501027"/>
                </a:moveTo>
                <a:cubicBezTo>
                  <a:pt x="3804266" y="2518641"/>
                  <a:pt x="3804266" y="2518641"/>
                  <a:pt x="3786648" y="2536258"/>
                </a:cubicBezTo>
                <a:lnTo>
                  <a:pt x="3782191" y="2544671"/>
                </a:lnTo>
                <a:lnTo>
                  <a:pt x="3789104" y="2538714"/>
                </a:lnTo>
                <a:lnTo>
                  <a:pt x="3786648" y="2536258"/>
                </a:lnTo>
                <a:lnTo>
                  <a:pt x="3789915" y="2538016"/>
                </a:lnTo>
                <a:lnTo>
                  <a:pt x="3823959" y="2508667"/>
                </a:lnTo>
                <a:close/>
                <a:moveTo>
                  <a:pt x="3859279" y="2483405"/>
                </a:moveTo>
                <a:lnTo>
                  <a:pt x="3857100" y="2483410"/>
                </a:lnTo>
                <a:lnTo>
                  <a:pt x="3853257" y="2483410"/>
                </a:lnTo>
                <a:lnTo>
                  <a:pt x="3852985" y="2483644"/>
                </a:lnTo>
                <a:lnTo>
                  <a:pt x="3853018" y="2483406"/>
                </a:lnTo>
                <a:lnTo>
                  <a:pt x="3839492" y="2483415"/>
                </a:lnTo>
                <a:lnTo>
                  <a:pt x="3833943" y="2500062"/>
                </a:lnTo>
                <a:lnTo>
                  <a:pt x="3852985" y="2483644"/>
                </a:lnTo>
                <a:lnTo>
                  <a:pt x="3852606" y="2486405"/>
                </a:lnTo>
                <a:close/>
                <a:moveTo>
                  <a:pt x="4895941" y="2483007"/>
                </a:moveTo>
                <a:lnTo>
                  <a:pt x="4892642" y="2486307"/>
                </a:lnTo>
                <a:lnTo>
                  <a:pt x="4885949" y="2494939"/>
                </a:lnTo>
                <a:lnTo>
                  <a:pt x="4884538" y="2518228"/>
                </a:lnTo>
                <a:lnTo>
                  <a:pt x="4891531" y="2518219"/>
                </a:lnTo>
                <a:lnTo>
                  <a:pt x="4892276" y="2518224"/>
                </a:lnTo>
                <a:lnTo>
                  <a:pt x="4905994" y="2501731"/>
                </a:lnTo>
                <a:lnTo>
                  <a:pt x="4904181" y="2491246"/>
                </a:lnTo>
                <a:close/>
                <a:moveTo>
                  <a:pt x="3910136" y="2428874"/>
                </a:moveTo>
                <a:lnTo>
                  <a:pt x="3896737" y="2434972"/>
                </a:lnTo>
                <a:lnTo>
                  <a:pt x="3890639" y="2448371"/>
                </a:lnTo>
                <a:close/>
                <a:moveTo>
                  <a:pt x="3945170" y="2406411"/>
                </a:moveTo>
                <a:lnTo>
                  <a:pt x="3945170" y="2407094"/>
                </a:lnTo>
                <a:lnTo>
                  <a:pt x="3945451" y="2406982"/>
                </a:lnTo>
                <a:close/>
                <a:moveTo>
                  <a:pt x="3963829" y="2359078"/>
                </a:moveTo>
                <a:lnTo>
                  <a:pt x="3962793" y="2360114"/>
                </a:lnTo>
                <a:cubicBezTo>
                  <a:pt x="3962793" y="2360114"/>
                  <a:pt x="3945179" y="2377727"/>
                  <a:pt x="3945179" y="2377727"/>
                </a:cubicBezTo>
                <a:lnTo>
                  <a:pt x="3945184" y="2380310"/>
                </a:lnTo>
                <a:lnTo>
                  <a:pt x="3958621" y="2380389"/>
                </a:lnTo>
                <a:close/>
                <a:moveTo>
                  <a:pt x="5220512" y="2334772"/>
                </a:moveTo>
                <a:cubicBezTo>
                  <a:pt x="5202843" y="2352442"/>
                  <a:pt x="5202843" y="2352442"/>
                  <a:pt x="5202843" y="2352442"/>
                </a:cubicBezTo>
                <a:cubicBezTo>
                  <a:pt x="5220728" y="2370327"/>
                  <a:pt x="5238397" y="2352657"/>
                  <a:pt x="5220512" y="2334772"/>
                </a:cubicBezTo>
                <a:close/>
                <a:moveTo>
                  <a:pt x="4029256" y="2302724"/>
                </a:moveTo>
                <a:lnTo>
                  <a:pt x="4015636" y="2307270"/>
                </a:lnTo>
                <a:cubicBezTo>
                  <a:pt x="4015636" y="2307270"/>
                  <a:pt x="4015636" y="2307270"/>
                  <a:pt x="3998023" y="2324883"/>
                </a:cubicBezTo>
                <a:lnTo>
                  <a:pt x="3992076" y="2330830"/>
                </a:lnTo>
                <a:lnTo>
                  <a:pt x="4022141" y="2313776"/>
                </a:lnTo>
                <a:lnTo>
                  <a:pt x="4015636" y="2307270"/>
                </a:lnTo>
                <a:lnTo>
                  <a:pt x="4026181" y="2311488"/>
                </a:lnTo>
                <a:lnTo>
                  <a:pt x="4029294" y="2309716"/>
                </a:lnTo>
                <a:close/>
                <a:moveTo>
                  <a:pt x="5148968" y="2263228"/>
                </a:moveTo>
                <a:cubicBezTo>
                  <a:pt x="5162382" y="2276642"/>
                  <a:pt x="5145736" y="2279874"/>
                  <a:pt x="5144120" y="2288197"/>
                </a:cubicBezTo>
                <a:lnTo>
                  <a:pt x="5149184" y="2298782"/>
                </a:lnTo>
                <a:lnTo>
                  <a:pt x="5131514" y="2316451"/>
                </a:lnTo>
                <a:cubicBezTo>
                  <a:pt x="5131514" y="2316451"/>
                  <a:pt x="5131514" y="2316451"/>
                  <a:pt x="5149184" y="2298782"/>
                </a:cubicBezTo>
                <a:lnTo>
                  <a:pt x="5149184" y="2298782"/>
                </a:lnTo>
                <a:lnTo>
                  <a:pt x="5155810" y="2292156"/>
                </a:lnTo>
                <a:cubicBezTo>
                  <a:pt x="5162436" y="2285530"/>
                  <a:pt x="5166853" y="2281113"/>
                  <a:pt x="5166853" y="2281113"/>
                </a:cubicBezTo>
                <a:cubicBezTo>
                  <a:pt x="5166853" y="2281113"/>
                  <a:pt x="5148968" y="2263228"/>
                  <a:pt x="5148968" y="2263228"/>
                </a:cubicBezTo>
                <a:close/>
                <a:moveTo>
                  <a:pt x="4064192" y="2257290"/>
                </a:moveTo>
                <a:lnTo>
                  <a:pt x="4042060" y="2272044"/>
                </a:lnTo>
                <a:lnTo>
                  <a:pt x="4053196" y="2279468"/>
                </a:lnTo>
                <a:lnTo>
                  <a:pt x="4054888" y="2276060"/>
                </a:lnTo>
                <a:lnTo>
                  <a:pt x="4050867" y="2272039"/>
                </a:lnTo>
                <a:lnTo>
                  <a:pt x="4062781" y="2260125"/>
                </a:lnTo>
                <a:close/>
                <a:moveTo>
                  <a:pt x="4078969" y="2227458"/>
                </a:moveTo>
                <a:lnTo>
                  <a:pt x="4052831" y="2236181"/>
                </a:lnTo>
                <a:lnTo>
                  <a:pt x="4051659" y="2237184"/>
                </a:lnTo>
                <a:lnTo>
                  <a:pt x="4070017" y="2245521"/>
                </a:lnTo>
                <a:close/>
                <a:moveTo>
                  <a:pt x="4101649" y="2201592"/>
                </a:moveTo>
                <a:lnTo>
                  <a:pt x="4093151" y="2201597"/>
                </a:lnTo>
                <a:lnTo>
                  <a:pt x="4089355" y="2204849"/>
                </a:lnTo>
                <a:lnTo>
                  <a:pt x="4093873" y="2209367"/>
                </a:lnTo>
                <a:close/>
                <a:moveTo>
                  <a:pt x="4112274" y="2185202"/>
                </a:moveTo>
                <a:lnTo>
                  <a:pt x="4108327" y="2188586"/>
                </a:lnTo>
                <a:lnTo>
                  <a:pt x="4111491" y="2191750"/>
                </a:lnTo>
                <a:lnTo>
                  <a:pt x="4117317" y="2185924"/>
                </a:lnTo>
                <a:close/>
                <a:moveTo>
                  <a:pt x="3188142" y="2149118"/>
                </a:moveTo>
                <a:cubicBezTo>
                  <a:pt x="3152930" y="2149132"/>
                  <a:pt x="3152930" y="2149132"/>
                  <a:pt x="3170525" y="2166736"/>
                </a:cubicBezTo>
                <a:cubicBezTo>
                  <a:pt x="3170525" y="2166736"/>
                  <a:pt x="3188142" y="2149118"/>
                  <a:pt x="3188142" y="2149118"/>
                </a:cubicBezTo>
                <a:close/>
                <a:moveTo>
                  <a:pt x="3170557" y="2096307"/>
                </a:moveTo>
                <a:cubicBezTo>
                  <a:pt x="3152944" y="2113920"/>
                  <a:pt x="3188156" y="2113907"/>
                  <a:pt x="3170543" y="2131519"/>
                </a:cubicBezTo>
                <a:cubicBezTo>
                  <a:pt x="3152944" y="2113920"/>
                  <a:pt x="3170543" y="2131519"/>
                  <a:pt x="3152944" y="2113920"/>
                </a:cubicBezTo>
                <a:cubicBezTo>
                  <a:pt x="3152944" y="2113920"/>
                  <a:pt x="3152944" y="2113920"/>
                  <a:pt x="3170557" y="2096307"/>
                </a:cubicBezTo>
                <a:close/>
                <a:moveTo>
                  <a:pt x="4227026" y="2060683"/>
                </a:moveTo>
                <a:cubicBezTo>
                  <a:pt x="4209408" y="2078300"/>
                  <a:pt x="4227026" y="2060683"/>
                  <a:pt x="4209408" y="2078300"/>
                </a:cubicBezTo>
                <a:lnTo>
                  <a:pt x="4167817" y="2124259"/>
                </a:lnTo>
                <a:lnTo>
                  <a:pt x="4188106" y="2115134"/>
                </a:lnTo>
                <a:cubicBezTo>
                  <a:pt x="4205991" y="2133019"/>
                  <a:pt x="4187886" y="2079585"/>
                  <a:pt x="4223440" y="2079800"/>
                </a:cubicBezTo>
                <a:lnTo>
                  <a:pt x="4230901" y="2072339"/>
                </a:lnTo>
                <a:close/>
                <a:moveTo>
                  <a:pt x="5443115" y="2004851"/>
                </a:moveTo>
                <a:lnTo>
                  <a:pt x="5431888" y="2016079"/>
                </a:lnTo>
                <a:cubicBezTo>
                  <a:pt x="5427470" y="2020496"/>
                  <a:pt x="5423053" y="2024913"/>
                  <a:pt x="5419740" y="2028226"/>
                </a:cubicBezTo>
                <a:lnTo>
                  <a:pt x="5425261" y="2022705"/>
                </a:lnTo>
                <a:close/>
                <a:moveTo>
                  <a:pt x="5449557" y="1998409"/>
                </a:moveTo>
                <a:lnTo>
                  <a:pt x="5443115" y="2004851"/>
                </a:lnTo>
                <a:lnTo>
                  <a:pt x="5444035" y="2003931"/>
                </a:lnTo>
                <a:cubicBezTo>
                  <a:pt x="5447348" y="2000618"/>
                  <a:pt x="5449557" y="1998409"/>
                  <a:pt x="5449557" y="1998409"/>
                </a:cubicBezTo>
                <a:close/>
                <a:moveTo>
                  <a:pt x="5360559" y="1980088"/>
                </a:moveTo>
                <a:cubicBezTo>
                  <a:pt x="5360671" y="1997861"/>
                  <a:pt x="5351837" y="2006696"/>
                  <a:pt x="5340767" y="2013295"/>
                </a:cubicBezTo>
                <a:lnTo>
                  <a:pt x="5315242" y="2028508"/>
                </a:lnTo>
                <a:lnTo>
                  <a:pt x="5312172" y="2031578"/>
                </a:lnTo>
                <a:lnTo>
                  <a:pt x="5347473" y="2020001"/>
                </a:lnTo>
                <a:cubicBezTo>
                  <a:pt x="5360723" y="2006752"/>
                  <a:pt x="5369506" y="1989026"/>
                  <a:pt x="5360559" y="1980088"/>
                </a:cubicBezTo>
                <a:close/>
                <a:moveTo>
                  <a:pt x="5578093" y="1941418"/>
                </a:moveTo>
                <a:cubicBezTo>
                  <a:pt x="5586981" y="1941472"/>
                  <a:pt x="5591452" y="1945943"/>
                  <a:pt x="5573673" y="1945833"/>
                </a:cubicBezTo>
                <a:lnTo>
                  <a:pt x="5575992" y="1942053"/>
                </a:lnTo>
                <a:close/>
                <a:moveTo>
                  <a:pt x="3417125" y="1920135"/>
                </a:moveTo>
                <a:cubicBezTo>
                  <a:pt x="3399513" y="1937748"/>
                  <a:pt x="3399513" y="1937748"/>
                  <a:pt x="3399513" y="1937748"/>
                </a:cubicBezTo>
                <a:cubicBezTo>
                  <a:pt x="3381914" y="1920149"/>
                  <a:pt x="3381899" y="1955361"/>
                  <a:pt x="3364300" y="1937762"/>
                </a:cubicBezTo>
                <a:cubicBezTo>
                  <a:pt x="3381914" y="1920149"/>
                  <a:pt x="3399513" y="1937748"/>
                  <a:pt x="3417125" y="1920135"/>
                </a:cubicBezTo>
                <a:close/>
                <a:moveTo>
                  <a:pt x="5607690" y="1917328"/>
                </a:moveTo>
                <a:lnTo>
                  <a:pt x="5626901" y="1928384"/>
                </a:lnTo>
                <a:cubicBezTo>
                  <a:pt x="5618066" y="1937218"/>
                  <a:pt x="5609176" y="1937167"/>
                  <a:pt x="5604700" y="1932691"/>
                </a:cubicBezTo>
                <a:close/>
                <a:moveTo>
                  <a:pt x="5609011" y="1910494"/>
                </a:moveTo>
                <a:lnTo>
                  <a:pt x="5607690" y="1917328"/>
                </a:lnTo>
                <a:lnTo>
                  <a:pt x="5601611" y="1913826"/>
                </a:lnTo>
                <a:close/>
                <a:moveTo>
                  <a:pt x="5537903" y="1910063"/>
                </a:moveTo>
                <a:cubicBezTo>
                  <a:pt x="5520234" y="1927732"/>
                  <a:pt x="5520234" y="1927732"/>
                  <a:pt x="5520234" y="1927732"/>
                </a:cubicBezTo>
                <a:lnTo>
                  <a:pt x="5534299" y="1911727"/>
                </a:lnTo>
                <a:close/>
                <a:moveTo>
                  <a:pt x="4684576" y="1904851"/>
                </a:moveTo>
                <a:cubicBezTo>
                  <a:pt x="4684576" y="1904851"/>
                  <a:pt x="4666906" y="1922521"/>
                  <a:pt x="4666906" y="1922521"/>
                </a:cubicBezTo>
                <a:lnTo>
                  <a:pt x="4525557" y="2063870"/>
                </a:lnTo>
                <a:lnTo>
                  <a:pt x="4490219" y="2099208"/>
                </a:lnTo>
                <a:lnTo>
                  <a:pt x="4490218" y="2099208"/>
                </a:lnTo>
                <a:lnTo>
                  <a:pt x="4490218" y="2099209"/>
                </a:lnTo>
                <a:lnTo>
                  <a:pt x="4454880" y="2134547"/>
                </a:lnTo>
                <a:cubicBezTo>
                  <a:pt x="4472765" y="2152432"/>
                  <a:pt x="4490434" y="2134763"/>
                  <a:pt x="4508103" y="2117093"/>
                </a:cubicBezTo>
                <a:cubicBezTo>
                  <a:pt x="4508103" y="2117093"/>
                  <a:pt x="4503632" y="2112622"/>
                  <a:pt x="4499161" y="2108151"/>
                </a:cubicBezTo>
                <a:lnTo>
                  <a:pt x="4490218" y="2099209"/>
                </a:lnTo>
                <a:lnTo>
                  <a:pt x="4490219" y="2099208"/>
                </a:lnTo>
                <a:lnTo>
                  <a:pt x="4521221" y="2081619"/>
                </a:lnTo>
                <a:lnTo>
                  <a:pt x="4525557" y="2063870"/>
                </a:lnTo>
                <a:lnTo>
                  <a:pt x="4558875" y="2061850"/>
                </a:lnTo>
                <a:cubicBezTo>
                  <a:pt x="4569945" y="2055251"/>
                  <a:pt x="4578780" y="2046416"/>
                  <a:pt x="4578780" y="2046416"/>
                </a:cubicBezTo>
                <a:cubicBezTo>
                  <a:pt x="4613898" y="1975528"/>
                  <a:pt x="4649237" y="1940190"/>
                  <a:pt x="4684576" y="1904851"/>
                </a:cubicBezTo>
                <a:close/>
                <a:moveTo>
                  <a:pt x="5626686" y="1892829"/>
                </a:moveTo>
                <a:cubicBezTo>
                  <a:pt x="5609011" y="1910494"/>
                  <a:pt x="5644570" y="1910714"/>
                  <a:pt x="5609011" y="1910494"/>
                </a:cubicBezTo>
                <a:close/>
                <a:moveTo>
                  <a:pt x="4438377" y="1884529"/>
                </a:moveTo>
                <a:lnTo>
                  <a:pt x="4367883" y="1955023"/>
                </a:lnTo>
                <a:lnTo>
                  <a:pt x="4384887" y="1954123"/>
                </a:lnTo>
                <a:lnTo>
                  <a:pt x="4412117" y="1945987"/>
                </a:lnTo>
                <a:lnTo>
                  <a:pt x="4424031" y="1942435"/>
                </a:lnTo>
                <a:lnTo>
                  <a:pt x="4436156" y="1935147"/>
                </a:lnTo>
                <a:lnTo>
                  <a:pt x="4438949" y="1930498"/>
                </a:lnTo>
                <a:lnTo>
                  <a:pt x="4451041" y="1897193"/>
                </a:lnTo>
                <a:close/>
                <a:moveTo>
                  <a:pt x="5466575" y="1874073"/>
                </a:moveTo>
                <a:cubicBezTo>
                  <a:pt x="5484460" y="1891957"/>
                  <a:pt x="5484460" y="1891957"/>
                  <a:pt x="5484460" y="1891957"/>
                </a:cubicBezTo>
                <a:cubicBezTo>
                  <a:pt x="5466790" y="1909627"/>
                  <a:pt x="5466790" y="1909627"/>
                  <a:pt x="5466790" y="1909627"/>
                </a:cubicBezTo>
                <a:cubicBezTo>
                  <a:pt x="5466790" y="1909627"/>
                  <a:pt x="5466790" y="1909627"/>
                  <a:pt x="5466575" y="1874073"/>
                </a:cubicBezTo>
                <a:close/>
                <a:moveTo>
                  <a:pt x="4508834" y="1814072"/>
                </a:moveTo>
                <a:cubicBezTo>
                  <a:pt x="4508829" y="1831680"/>
                  <a:pt x="4500023" y="1840487"/>
                  <a:pt x="4489013" y="1851497"/>
                </a:cubicBezTo>
                <a:lnTo>
                  <a:pt x="4463681" y="1890327"/>
                </a:lnTo>
                <a:lnTo>
                  <a:pt x="4485845" y="1878895"/>
                </a:lnTo>
                <a:lnTo>
                  <a:pt x="4495608" y="1871298"/>
                </a:lnTo>
                <a:cubicBezTo>
                  <a:pt x="4508820" y="1858086"/>
                  <a:pt x="4517631" y="1840473"/>
                  <a:pt x="4508834" y="1814072"/>
                </a:cubicBezTo>
                <a:close/>
                <a:moveTo>
                  <a:pt x="3514011" y="1810051"/>
                </a:moveTo>
                <a:lnTo>
                  <a:pt x="3513036" y="1812498"/>
                </a:lnTo>
                <a:lnTo>
                  <a:pt x="3500809" y="1810055"/>
                </a:lnTo>
                <a:cubicBezTo>
                  <a:pt x="3496403" y="1814461"/>
                  <a:pt x="3496403" y="1823263"/>
                  <a:pt x="3505196" y="1832065"/>
                </a:cubicBezTo>
                <a:lnTo>
                  <a:pt x="3513036" y="1812498"/>
                </a:lnTo>
                <a:lnTo>
                  <a:pt x="3522813" y="1814447"/>
                </a:lnTo>
                <a:cubicBezTo>
                  <a:pt x="3522813" y="1814447"/>
                  <a:pt x="3518412" y="1810046"/>
                  <a:pt x="3514011" y="1810051"/>
                </a:cubicBezTo>
                <a:close/>
                <a:moveTo>
                  <a:pt x="3462565" y="1809799"/>
                </a:moveTo>
                <a:cubicBezTo>
                  <a:pt x="3465040" y="1810624"/>
                  <a:pt x="3466690" y="1813374"/>
                  <a:pt x="3467789" y="1816675"/>
                </a:cubicBezTo>
                <a:lnTo>
                  <a:pt x="3468127" y="1818468"/>
                </a:lnTo>
                <a:lnTo>
                  <a:pt x="3467788" y="1818875"/>
                </a:lnTo>
                <a:cubicBezTo>
                  <a:pt x="3465585" y="1823278"/>
                  <a:pt x="3465583" y="1827679"/>
                  <a:pt x="3469983" y="1832079"/>
                </a:cubicBezTo>
                <a:cubicBezTo>
                  <a:pt x="3452371" y="1849692"/>
                  <a:pt x="3434739" y="1902522"/>
                  <a:pt x="3381927" y="1884937"/>
                </a:cubicBezTo>
                <a:cubicBezTo>
                  <a:pt x="3417140" y="1884923"/>
                  <a:pt x="3399546" y="1867319"/>
                  <a:pt x="3399546" y="1867319"/>
                </a:cubicBezTo>
                <a:cubicBezTo>
                  <a:pt x="3417158" y="1849706"/>
                  <a:pt x="3434772" y="1832093"/>
                  <a:pt x="3434772" y="1832093"/>
                </a:cubicBezTo>
                <a:cubicBezTo>
                  <a:pt x="3452384" y="1814480"/>
                  <a:pt x="3452384" y="1814480"/>
                  <a:pt x="3452384" y="1814480"/>
                </a:cubicBezTo>
                <a:cubicBezTo>
                  <a:pt x="3456787" y="1810077"/>
                  <a:pt x="3460089" y="1808975"/>
                  <a:pt x="3462565" y="1809799"/>
                </a:cubicBezTo>
                <a:close/>
                <a:moveTo>
                  <a:pt x="4648248" y="1778406"/>
                </a:moveTo>
                <a:lnTo>
                  <a:pt x="4582304" y="1837919"/>
                </a:lnTo>
                <a:lnTo>
                  <a:pt x="4595357" y="1850972"/>
                </a:lnTo>
                <a:cubicBezTo>
                  <a:pt x="4613027" y="1833302"/>
                  <a:pt x="4666039" y="1780299"/>
                  <a:pt x="4648365" y="1797964"/>
                </a:cubicBezTo>
                <a:close/>
                <a:moveTo>
                  <a:pt x="4672254" y="1755394"/>
                </a:moveTo>
                <a:lnTo>
                  <a:pt x="4667323" y="1761186"/>
                </a:lnTo>
                <a:lnTo>
                  <a:pt x="4656600" y="1770860"/>
                </a:lnTo>
                <a:lnTo>
                  <a:pt x="4666039" y="1780299"/>
                </a:lnTo>
                <a:cubicBezTo>
                  <a:pt x="4657097" y="1771356"/>
                  <a:pt x="4665927" y="1762517"/>
                  <a:pt x="4672554" y="1755890"/>
                </a:cubicBezTo>
                <a:close/>
                <a:moveTo>
                  <a:pt x="3628487" y="1743981"/>
                </a:moveTo>
                <a:cubicBezTo>
                  <a:pt x="3628487" y="1743981"/>
                  <a:pt x="3628487" y="1743981"/>
                  <a:pt x="3610874" y="1761594"/>
                </a:cubicBezTo>
                <a:cubicBezTo>
                  <a:pt x="3628473" y="1779193"/>
                  <a:pt x="3646086" y="1761580"/>
                  <a:pt x="3628487" y="1743981"/>
                </a:cubicBezTo>
                <a:close/>
                <a:moveTo>
                  <a:pt x="4593422" y="1739421"/>
                </a:moveTo>
                <a:lnTo>
                  <a:pt x="4558463" y="1768493"/>
                </a:lnTo>
                <a:lnTo>
                  <a:pt x="4555069" y="1772233"/>
                </a:lnTo>
                <a:lnTo>
                  <a:pt x="4540568" y="1802332"/>
                </a:lnTo>
                <a:lnTo>
                  <a:pt x="4577036" y="1761974"/>
                </a:lnTo>
                <a:cubicBezTo>
                  <a:pt x="4577149" y="1779755"/>
                  <a:pt x="4568314" y="1788590"/>
                  <a:pt x="4559484" y="1797420"/>
                </a:cubicBezTo>
                <a:lnTo>
                  <a:pt x="4553973" y="1808537"/>
                </a:lnTo>
                <a:lnTo>
                  <a:pt x="4581475" y="1785431"/>
                </a:lnTo>
                <a:close/>
                <a:moveTo>
                  <a:pt x="5465487" y="1696293"/>
                </a:moveTo>
                <a:cubicBezTo>
                  <a:pt x="5447818" y="1713962"/>
                  <a:pt x="5465708" y="1731851"/>
                  <a:pt x="5430149" y="1731631"/>
                </a:cubicBezTo>
                <a:cubicBezTo>
                  <a:pt x="5430149" y="1731631"/>
                  <a:pt x="5430149" y="1731631"/>
                  <a:pt x="5448038" y="1749521"/>
                </a:cubicBezTo>
                <a:cubicBezTo>
                  <a:pt x="5447818" y="1713962"/>
                  <a:pt x="5465708" y="1731851"/>
                  <a:pt x="5465487" y="1696293"/>
                </a:cubicBezTo>
                <a:close/>
                <a:moveTo>
                  <a:pt x="3593298" y="1673566"/>
                </a:moveTo>
                <a:cubicBezTo>
                  <a:pt x="3593298" y="1673566"/>
                  <a:pt x="3575685" y="1691179"/>
                  <a:pt x="3575685" y="1691179"/>
                </a:cubicBezTo>
                <a:cubicBezTo>
                  <a:pt x="3575685" y="1691179"/>
                  <a:pt x="3610897" y="1691165"/>
                  <a:pt x="3593298" y="1673566"/>
                </a:cubicBezTo>
                <a:close/>
                <a:moveTo>
                  <a:pt x="4888964" y="1670272"/>
                </a:moveTo>
                <a:cubicBezTo>
                  <a:pt x="4891469" y="1671121"/>
                  <a:pt x="4893153" y="1673909"/>
                  <a:pt x="4894287" y="1677246"/>
                </a:cubicBezTo>
                <a:lnTo>
                  <a:pt x="4895716" y="1686868"/>
                </a:lnTo>
                <a:lnTo>
                  <a:pt x="4893303" y="1689515"/>
                </a:lnTo>
                <a:lnTo>
                  <a:pt x="4878717" y="1674930"/>
                </a:lnTo>
                <a:cubicBezTo>
                  <a:pt x="4883135" y="1670513"/>
                  <a:pt x="4886460" y="1669423"/>
                  <a:pt x="4888964" y="1670272"/>
                </a:cubicBezTo>
                <a:close/>
                <a:moveTo>
                  <a:pt x="4674513" y="1668745"/>
                </a:moveTo>
                <a:cubicBezTo>
                  <a:pt x="4677265" y="1667643"/>
                  <a:pt x="4680566" y="1668741"/>
                  <a:pt x="4684964" y="1673140"/>
                </a:cubicBezTo>
                <a:lnTo>
                  <a:pt x="4663827" y="1683713"/>
                </a:lnTo>
                <a:lnTo>
                  <a:pt x="4667356" y="1677550"/>
                </a:lnTo>
                <a:cubicBezTo>
                  <a:pt x="4669559" y="1673149"/>
                  <a:pt x="4671762" y="1669847"/>
                  <a:pt x="4674513" y="1668745"/>
                </a:cubicBezTo>
                <a:close/>
                <a:moveTo>
                  <a:pt x="4713952" y="1638809"/>
                </a:moveTo>
                <a:lnTo>
                  <a:pt x="4704785" y="1640121"/>
                </a:lnTo>
                <a:lnTo>
                  <a:pt x="4704091" y="1644968"/>
                </a:lnTo>
                <a:lnTo>
                  <a:pt x="4707124" y="1650980"/>
                </a:lnTo>
                <a:lnTo>
                  <a:pt x="4712218" y="1645886"/>
                </a:lnTo>
                <a:close/>
                <a:moveTo>
                  <a:pt x="5080498" y="1629623"/>
                </a:moveTo>
                <a:lnTo>
                  <a:pt x="5051468" y="1652129"/>
                </a:lnTo>
                <a:lnTo>
                  <a:pt x="5054730" y="1655391"/>
                </a:lnTo>
                <a:close/>
                <a:moveTo>
                  <a:pt x="4718386" y="1620624"/>
                </a:moveTo>
                <a:lnTo>
                  <a:pt x="4713184" y="1625826"/>
                </a:lnTo>
                <a:lnTo>
                  <a:pt x="4715799" y="1624711"/>
                </a:lnTo>
                <a:lnTo>
                  <a:pt x="4716718" y="1627476"/>
                </a:lnTo>
                <a:close/>
                <a:moveTo>
                  <a:pt x="4730886" y="1605866"/>
                </a:moveTo>
                <a:lnTo>
                  <a:pt x="4730844" y="1605917"/>
                </a:lnTo>
                <a:lnTo>
                  <a:pt x="4698833" y="1624074"/>
                </a:lnTo>
                <a:lnTo>
                  <a:pt x="4684978" y="1637928"/>
                </a:lnTo>
                <a:lnTo>
                  <a:pt x="4670590" y="1652316"/>
                </a:lnTo>
                <a:lnTo>
                  <a:pt x="4665383" y="1673627"/>
                </a:lnTo>
                <a:cubicBezTo>
                  <a:pt x="4665383" y="1673627"/>
                  <a:pt x="4683052" y="1655958"/>
                  <a:pt x="4683052" y="1655958"/>
                </a:cubicBezTo>
                <a:lnTo>
                  <a:pt x="4646762" y="1692257"/>
                </a:lnTo>
                <a:lnTo>
                  <a:pt x="4649743" y="1690767"/>
                </a:lnTo>
                <a:lnTo>
                  <a:pt x="4663827" y="1683713"/>
                </a:lnTo>
                <a:lnTo>
                  <a:pt x="4649733" y="1708371"/>
                </a:lnTo>
                <a:cubicBezTo>
                  <a:pt x="4649733" y="1708371"/>
                  <a:pt x="4684964" y="1673140"/>
                  <a:pt x="4684964" y="1673140"/>
                </a:cubicBezTo>
                <a:lnTo>
                  <a:pt x="4697305" y="1660799"/>
                </a:lnTo>
                <a:lnTo>
                  <a:pt x="4694127" y="1649364"/>
                </a:lnTo>
                <a:lnTo>
                  <a:pt x="4694980" y="1647929"/>
                </a:lnTo>
                <a:lnTo>
                  <a:pt x="4684978" y="1637928"/>
                </a:lnTo>
                <a:lnTo>
                  <a:pt x="4711736" y="1626450"/>
                </a:lnTo>
                <a:lnTo>
                  <a:pt x="4730844" y="1605917"/>
                </a:lnTo>
                <a:lnTo>
                  <a:pt x="4730876" y="1605894"/>
                </a:lnTo>
                <a:close/>
                <a:moveTo>
                  <a:pt x="4742261" y="1589522"/>
                </a:moveTo>
                <a:lnTo>
                  <a:pt x="4740227" y="1593928"/>
                </a:lnTo>
                <a:lnTo>
                  <a:pt x="4740630" y="1595390"/>
                </a:lnTo>
                <a:lnTo>
                  <a:pt x="4744243" y="1591505"/>
                </a:lnTo>
                <a:close/>
                <a:moveTo>
                  <a:pt x="3787013" y="1585454"/>
                </a:moveTo>
                <a:cubicBezTo>
                  <a:pt x="3822230" y="1585436"/>
                  <a:pt x="3804612" y="1603053"/>
                  <a:pt x="3786999" y="1620666"/>
                </a:cubicBezTo>
                <a:cubicBezTo>
                  <a:pt x="3786999" y="1620666"/>
                  <a:pt x="3769400" y="1603067"/>
                  <a:pt x="3787013" y="1585454"/>
                </a:cubicBezTo>
                <a:close/>
                <a:moveTo>
                  <a:pt x="5455809" y="1567354"/>
                </a:moveTo>
                <a:cubicBezTo>
                  <a:pt x="5451366" y="1567326"/>
                  <a:pt x="5446946" y="1571746"/>
                  <a:pt x="5446946" y="1571746"/>
                </a:cubicBezTo>
                <a:lnTo>
                  <a:pt x="5443328" y="1573376"/>
                </a:lnTo>
                <a:lnTo>
                  <a:pt x="5434976" y="1583716"/>
                </a:lnTo>
                <a:lnTo>
                  <a:pt x="5446946" y="1571746"/>
                </a:lnTo>
                <a:cubicBezTo>
                  <a:pt x="5446946" y="1571746"/>
                  <a:pt x="5464836" y="1589635"/>
                  <a:pt x="5464836" y="1589635"/>
                </a:cubicBezTo>
                <a:cubicBezTo>
                  <a:pt x="5464733" y="1571853"/>
                  <a:pt x="5460257" y="1567377"/>
                  <a:pt x="5455809" y="1567354"/>
                </a:cubicBezTo>
                <a:close/>
                <a:moveTo>
                  <a:pt x="5171291" y="1552281"/>
                </a:moveTo>
                <a:lnTo>
                  <a:pt x="5168315" y="1561200"/>
                </a:lnTo>
                <a:lnTo>
                  <a:pt x="5180178" y="1552337"/>
                </a:lnTo>
                <a:close/>
                <a:moveTo>
                  <a:pt x="5144619" y="1552117"/>
                </a:moveTo>
                <a:cubicBezTo>
                  <a:pt x="5144619" y="1552117"/>
                  <a:pt x="5144619" y="1552117"/>
                  <a:pt x="5126954" y="1569791"/>
                </a:cubicBezTo>
                <a:lnTo>
                  <a:pt x="5080775" y="1629346"/>
                </a:lnTo>
                <a:lnTo>
                  <a:pt x="5125187" y="1584934"/>
                </a:lnTo>
                <a:lnTo>
                  <a:pt x="5126607" y="1588482"/>
                </a:lnTo>
                <a:lnTo>
                  <a:pt x="5144619" y="1552117"/>
                </a:lnTo>
                <a:lnTo>
                  <a:pt x="5148152" y="1554779"/>
                </a:lnTo>
                <a:lnTo>
                  <a:pt x="5148959" y="1552145"/>
                </a:lnTo>
                <a:close/>
                <a:moveTo>
                  <a:pt x="3839857" y="1532610"/>
                </a:moveTo>
                <a:cubicBezTo>
                  <a:pt x="3857456" y="1550209"/>
                  <a:pt x="3857456" y="1550209"/>
                  <a:pt x="3839843" y="1567822"/>
                </a:cubicBezTo>
                <a:cubicBezTo>
                  <a:pt x="3831046" y="1559025"/>
                  <a:pt x="3826645" y="1563426"/>
                  <a:pt x="3824438" y="1570030"/>
                </a:cubicBezTo>
                <a:lnTo>
                  <a:pt x="3822230" y="1585436"/>
                </a:lnTo>
                <a:lnTo>
                  <a:pt x="3824438" y="1565634"/>
                </a:lnTo>
                <a:cubicBezTo>
                  <a:pt x="3831046" y="1559025"/>
                  <a:pt x="3839853" y="1550219"/>
                  <a:pt x="3839857" y="1532610"/>
                </a:cubicBezTo>
                <a:close/>
                <a:moveTo>
                  <a:pt x="5495581" y="1508637"/>
                </a:moveTo>
                <a:lnTo>
                  <a:pt x="5487492" y="1518658"/>
                </a:lnTo>
                <a:lnTo>
                  <a:pt x="5499959" y="1518733"/>
                </a:lnTo>
                <a:close/>
                <a:moveTo>
                  <a:pt x="5055405" y="1498242"/>
                </a:moveTo>
                <a:cubicBezTo>
                  <a:pt x="5002398" y="1551250"/>
                  <a:pt x="4931940" y="1657477"/>
                  <a:pt x="4878717" y="1674930"/>
                </a:cubicBezTo>
                <a:lnTo>
                  <a:pt x="4808040" y="1745607"/>
                </a:lnTo>
                <a:lnTo>
                  <a:pt x="4666686" y="1886962"/>
                </a:lnTo>
                <a:cubicBezTo>
                  <a:pt x="4684576" y="1904851"/>
                  <a:pt x="4719694" y="1833954"/>
                  <a:pt x="4737583" y="1851843"/>
                </a:cubicBezTo>
                <a:cubicBezTo>
                  <a:pt x="4737583" y="1851843"/>
                  <a:pt x="4737583" y="1851843"/>
                  <a:pt x="4755253" y="1834174"/>
                </a:cubicBezTo>
                <a:cubicBezTo>
                  <a:pt x="4773030" y="1834282"/>
                  <a:pt x="4786279" y="1821032"/>
                  <a:pt x="4795062" y="1803307"/>
                </a:cubicBezTo>
                <a:lnTo>
                  <a:pt x="4808040" y="1745607"/>
                </a:lnTo>
                <a:lnTo>
                  <a:pt x="4836948" y="1748007"/>
                </a:lnTo>
                <a:cubicBezTo>
                  <a:pt x="4839179" y="1750248"/>
                  <a:pt x="4834764" y="1754662"/>
                  <a:pt x="4825930" y="1763497"/>
                </a:cubicBezTo>
                <a:lnTo>
                  <a:pt x="4893303" y="1689515"/>
                </a:lnTo>
                <a:lnTo>
                  <a:pt x="4896602" y="1692815"/>
                </a:lnTo>
                <a:lnTo>
                  <a:pt x="4895716" y="1686868"/>
                </a:lnTo>
                <a:lnTo>
                  <a:pt x="4962780" y="1613224"/>
                </a:lnTo>
                <a:cubicBezTo>
                  <a:pt x="4998090" y="1573442"/>
                  <a:pt x="5029019" y="1542523"/>
                  <a:pt x="5073295" y="1516132"/>
                </a:cubicBezTo>
                <a:cubicBezTo>
                  <a:pt x="5073295" y="1516132"/>
                  <a:pt x="5055405" y="1498242"/>
                  <a:pt x="5055405" y="1498242"/>
                </a:cubicBezTo>
                <a:close/>
                <a:moveTo>
                  <a:pt x="3896216" y="1497370"/>
                </a:moveTo>
                <a:lnTo>
                  <a:pt x="3897097" y="1501776"/>
                </a:lnTo>
                <a:cubicBezTo>
                  <a:pt x="3892692" y="1506181"/>
                  <a:pt x="3883890" y="1506182"/>
                  <a:pt x="3875088" y="1497380"/>
                </a:cubicBezTo>
                <a:close/>
                <a:moveTo>
                  <a:pt x="5516044" y="1483282"/>
                </a:moveTo>
                <a:lnTo>
                  <a:pt x="5508808" y="1492252"/>
                </a:lnTo>
                <a:lnTo>
                  <a:pt x="5517624" y="1501068"/>
                </a:lnTo>
                <a:cubicBezTo>
                  <a:pt x="5517624" y="1501068"/>
                  <a:pt x="5535297" y="1483394"/>
                  <a:pt x="5535297" y="1483394"/>
                </a:cubicBezTo>
                <a:cubicBezTo>
                  <a:pt x="5526458" y="1492234"/>
                  <a:pt x="5521987" y="1487762"/>
                  <a:pt x="5517520" y="1483287"/>
                </a:cubicBezTo>
                <a:close/>
                <a:moveTo>
                  <a:pt x="3963144" y="1444522"/>
                </a:moveTo>
                <a:cubicBezTo>
                  <a:pt x="3945531" y="1462135"/>
                  <a:pt x="3927913" y="1479752"/>
                  <a:pt x="3910300" y="1497365"/>
                </a:cubicBezTo>
                <a:lnTo>
                  <a:pt x="3896216" y="1497370"/>
                </a:lnTo>
                <a:lnTo>
                  <a:pt x="3892701" y="1479766"/>
                </a:lnTo>
                <a:cubicBezTo>
                  <a:pt x="3927913" y="1479752"/>
                  <a:pt x="3927913" y="1479752"/>
                  <a:pt x="3927932" y="1444536"/>
                </a:cubicBezTo>
                <a:cubicBezTo>
                  <a:pt x="3945531" y="1462135"/>
                  <a:pt x="3963144" y="1444522"/>
                  <a:pt x="3963144" y="1444522"/>
                </a:cubicBezTo>
                <a:close/>
                <a:moveTo>
                  <a:pt x="3998361" y="1444512"/>
                </a:moveTo>
                <a:lnTo>
                  <a:pt x="3998885" y="1447662"/>
                </a:lnTo>
                <a:lnTo>
                  <a:pt x="3997264" y="1447812"/>
                </a:lnTo>
                <a:close/>
                <a:moveTo>
                  <a:pt x="4983861" y="1426698"/>
                </a:moveTo>
                <a:lnTo>
                  <a:pt x="4897867" y="1520856"/>
                </a:lnTo>
                <a:lnTo>
                  <a:pt x="4860176" y="1550383"/>
                </a:lnTo>
                <a:lnTo>
                  <a:pt x="4827659" y="1594898"/>
                </a:lnTo>
                <a:lnTo>
                  <a:pt x="4745785" y="1669011"/>
                </a:lnTo>
                <a:lnTo>
                  <a:pt x="4725937" y="1692328"/>
                </a:lnTo>
                <a:lnTo>
                  <a:pt x="4787460" y="1649935"/>
                </a:lnTo>
                <a:lnTo>
                  <a:pt x="4827659" y="1594898"/>
                </a:lnTo>
                <a:lnTo>
                  <a:pt x="4842591" y="1581381"/>
                </a:lnTo>
                <a:lnTo>
                  <a:pt x="4897867" y="1520856"/>
                </a:lnTo>
                <a:lnTo>
                  <a:pt x="4922098" y="1501874"/>
                </a:lnTo>
                <a:cubicBezTo>
                  <a:pt x="4944159" y="1475342"/>
                  <a:pt x="4966192" y="1444367"/>
                  <a:pt x="4983861" y="1426698"/>
                </a:cubicBezTo>
                <a:close/>
                <a:moveTo>
                  <a:pt x="5570416" y="1412506"/>
                </a:moveTo>
                <a:cubicBezTo>
                  <a:pt x="5588301" y="1430391"/>
                  <a:pt x="5552746" y="1430176"/>
                  <a:pt x="5552746" y="1430176"/>
                </a:cubicBezTo>
                <a:cubicBezTo>
                  <a:pt x="5570631" y="1448061"/>
                  <a:pt x="5535077" y="1447845"/>
                  <a:pt x="5552962" y="1465730"/>
                </a:cubicBezTo>
                <a:cubicBezTo>
                  <a:pt x="5570631" y="1448061"/>
                  <a:pt x="5570631" y="1448061"/>
                  <a:pt x="5588301" y="1430391"/>
                </a:cubicBezTo>
                <a:cubicBezTo>
                  <a:pt x="5588301" y="1430391"/>
                  <a:pt x="5588301" y="1430391"/>
                  <a:pt x="5570416" y="1412506"/>
                </a:cubicBezTo>
                <a:close/>
                <a:moveTo>
                  <a:pt x="3875130" y="1391734"/>
                </a:moveTo>
                <a:cubicBezTo>
                  <a:pt x="3870726" y="1396139"/>
                  <a:pt x="3867423" y="1397241"/>
                  <a:pt x="3864947" y="1396416"/>
                </a:cubicBezTo>
                <a:lnTo>
                  <a:pt x="3863333" y="1394291"/>
                </a:lnTo>
                <a:lnTo>
                  <a:pt x="3869627" y="1392287"/>
                </a:lnTo>
                <a:cubicBezTo>
                  <a:pt x="3872929" y="1391735"/>
                  <a:pt x="3875130" y="1391734"/>
                  <a:pt x="3875130" y="1391734"/>
                </a:cubicBezTo>
                <a:close/>
                <a:moveTo>
                  <a:pt x="5033832" y="1376727"/>
                </a:moveTo>
                <a:cubicBezTo>
                  <a:pt x="5037970" y="1372589"/>
                  <a:pt x="4975026" y="1435533"/>
                  <a:pt x="5001531" y="1409029"/>
                </a:cubicBezTo>
                <a:cubicBezTo>
                  <a:pt x="5023615" y="1386944"/>
                  <a:pt x="5032449" y="1378110"/>
                  <a:pt x="5033832" y="1376727"/>
                </a:cubicBezTo>
                <a:close/>
                <a:moveTo>
                  <a:pt x="5614509" y="1354999"/>
                </a:moveTo>
                <a:cubicBezTo>
                  <a:pt x="5610066" y="1354971"/>
                  <a:pt x="5605646" y="1359391"/>
                  <a:pt x="5605754" y="1377168"/>
                </a:cubicBezTo>
                <a:lnTo>
                  <a:pt x="5600664" y="1390056"/>
                </a:lnTo>
                <a:lnTo>
                  <a:pt x="5600664" y="1391069"/>
                </a:lnTo>
                <a:lnTo>
                  <a:pt x="5600167" y="1391322"/>
                </a:lnTo>
                <a:lnTo>
                  <a:pt x="5597004" y="1399332"/>
                </a:lnTo>
                <a:lnTo>
                  <a:pt x="5590602" y="1396107"/>
                </a:lnTo>
                <a:lnTo>
                  <a:pt x="5589768" y="1396520"/>
                </a:lnTo>
                <a:lnTo>
                  <a:pt x="5605970" y="1412722"/>
                </a:lnTo>
                <a:cubicBezTo>
                  <a:pt x="5623639" y="1395053"/>
                  <a:pt x="5641528" y="1412942"/>
                  <a:pt x="5623639" y="1395053"/>
                </a:cubicBezTo>
                <a:cubicBezTo>
                  <a:pt x="5623639" y="1395053"/>
                  <a:pt x="5641308" y="1377383"/>
                  <a:pt x="5623423" y="1359499"/>
                </a:cubicBezTo>
                <a:cubicBezTo>
                  <a:pt x="5623423" y="1359499"/>
                  <a:pt x="5618952" y="1355027"/>
                  <a:pt x="5614509" y="1354999"/>
                </a:cubicBezTo>
                <a:close/>
                <a:moveTo>
                  <a:pt x="4142574" y="1315700"/>
                </a:moveTo>
                <a:lnTo>
                  <a:pt x="4145869" y="1327806"/>
                </a:lnTo>
                <a:lnTo>
                  <a:pt x="4139260" y="1338811"/>
                </a:lnTo>
                <a:close/>
                <a:moveTo>
                  <a:pt x="4153237" y="1306630"/>
                </a:moveTo>
                <a:lnTo>
                  <a:pt x="4149454" y="1308822"/>
                </a:lnTo>
                <a:lnTo>
                  <a:pt x="4146940" y="1307532"/>
                </a:lnTo>
                <a:close/>
                <a:moveTo>
                  <a:pt x="4154684" y="1305792"/>
                </a:moveTo>
                <a:lnTo>
                  <a:pt x="4154769" y="1306411"/>
                </a:lnTo>
                <a:lnTo>
                  <a:pt x="4153237" y="1306630"/>
                </a:lnTo>
                <a:close/>
                <a:moveTo>
                  <a:pt x="4139274" y="1303598"/>
                </a:moveTo>
                <a:lnTo>
                  <a:pt x="4146940" y="1307532"/>
                </a:lnTo>
                <a:lnTo>
                  <a:pt x="4143675" y="1308000"/>
                </a:lnTo>
                <a:lnTo>
                  <a:pt x="4142574" y="1315700"/>
                </a:lnTo>
                <a:close/>
                <a:moveTo>
                  <a:pt x="5694100" y="1288822"/>
                </a:moveTo>
                <a:cubicBezTo>
                  <a:pt x="5676431" y="1306491"/>
                  <a:pt x="5676431" y="1306491"/>
                  <a:pt x="5676431" y="1306491"/>
                </a:cubicBezTo>
                <a:cubicBezTo>
                  <a:pt x="5676431" y="1306491"/>
                  <a:pt x="5694316" y="1324376"/>
                  <a:pt x="5711985" y="1306706"/>
                </a:cubicBezTo>
                <a:cubicBezTo>
                  <a:pt x="5694100" y="1288822"/>
                  <a:pt x="5694100" y="1288822"/>
                  <a:pt x="5694100" y="1288822"/>
                </a:cubicBezTo>
                <a:close/>
                <a:moveTo>
                  <a:pt x="5752173" y="1246398"/>
                </a:moveTo>
                <a:cubicBezTo>
                  <a:pt x="5748281" y="1245819"/>
                  <a:pt x="5744955" y="1246910"/>
                  <a:pt x="5742745" y="1249119"/>
                </a:cubicBezTo>
                <a:cubicBezTo>
                  <a:pt x="5738325" y="1253539"/>
                  <a:pt x="5738386" y="1262430"/>
                  <a:pt x="5747324" y="1271368"/>
                </a:cubicBezTo>
                <a:cubicBezTo>
                  <a:pt x="5764993" y="1253698"/>
                  <a:pt x="5764993" y="1253698"/>
                  <a:pt x="5764993" y="1253698"/>
                </a:cubicBezTo>
                <a:cubicBezTo>
                  <a:pt x="5760522" y="1249227"/>
                  <a:pt x="5756065" y="1246978"/>
                  <a:pt x="5752173" y="1246398"/>
                </a:cubicBezTo>
                <a:close/>
                <a:moveTo>
                  <a:pt x="5087791" y="1222189"/>
                </a:moveTo>
                <a:lnTo>
                  <a:pt x="5061489" y="1243814"/>
                </a:lnTo>
                <a:lnTo>
                  <a:pt x="5051998" y="1251824"/>
                </a:lnTo>
                <a:lnTo>
                  <a:pt x="5013412" y="1302146"/>
                </a:lnTo>
                <a:lnTo>
                  <a:pt x="5007609" y="1308389"/>
                </a:lnTo>
                <a:lnTo>
                  <a:pt x="4965540" y="1337700"/>
                </a:lnTo>
                <a:cubicBezTo>
                  <a:pt x="4956814" y="1364312"/>
                  <a:pt x="4939144" y="1381981"/>
                  <a:pt x="4923682" y="1397443"/>
                </a:cubicBezTo>
                <a:lnTo>
                  <a:pt x="4921578" y="1400869"/>
                </a:lnTo>
                <a:lnTo>
                  <a:pt x="4881595" y="1443852"/>
                </a:lnTo>
                <a:lnTo>
                  <a:pt x="4859525" y="1443716"/>
                </a:lnTo>
                <a:lnTo>
                  <a:pt x="4859670" y="1467417"/>
                </a:lnTo>
                <a:lnTo>
                  <a:pt x="4841762" y="1486675"/>
                </a:lnTo>
                <a:lnTo>
                  <a:pt x="4819017" y="1496035"/>
                </a:lnTo>
                <a:lnTo>
                  <a:pt x="4825892" y="1497014"/>
                </a:lnTo>
                <a:cubicBezTo>
                  <a:pt x="4825892" y="1497014"/>
                  <a:pt x="4808279" y="1514627"/>
                  <a:pt x="4790666" y="1532240"/>
                </a:cubicBezTo>
                <a:lnTo>
                  <a:pt x="4779755" y="1525698"/>
                </a:lnTo>
                <a:lnTo>
                  <a:pt x="4767387" y="1537025"/>
                </a:lnTo>
                <a:lnTo>
                  <a:pt x="4777454" y="1541047"/>
                </a:lnTo>
                <a:cubicBezTo>
                  <a:pt x="4781859" y="1541047"/>
                  <a:pt x="4781859" y="1541047"/>
                  <a:pt x="4773048" y="1549858"/>
                </a:cubicBezTo>
                <a:lnTo>
                  <a:pt x="4749886" y="1573020"/>
                </a:lnTo>
                <a:lnTo>
                  <a:pt x="4746643" y="1580041"/>
                </a:lnTo>
                <a:lnTo>
                  <a:pt x="4764298" y="1569950"/>
                </a:lnTo>
                <a:lnTo>
                  <a:pt x="4769393" y="1564471"/>
                </a:lnTo>
                <a:lnTo>
                  <a:pt x="4773048" y="1549858"/>
                </a:lnTo>
                <a:lnTo>
                  <a:pt x="4778199" y="1555009"/>
                </a:lnTo>
                <a:lnTo>
                  <a:pt x="4841762" y="1486675"/>
                </a:lnTo>
                <a:lnTo>
                  <a:pt x="4859745" y="1479265"/>
                </a:lnTo>
                <a:lnTo>
                  <a:pt x="4859670" y="1467417"/>
                </a:lnTo>
                <a:lnTo>
                  <a:pt x="4881595" y="1443852"/>
                </a:lnTo>
                <a:lnTo>
                  <a:pt x="4895084" y="1443927"/>
                </a:lnTo>
                <a:lnTo>
                  <a:pt x="4921578" y="1400869"/>
                </a:lnTo>
                <a:lnTo>
                  <a:pt x="5007609" y="1308389"/>
                </a:lnTo>
                <a:lnTo>
                  <a:pt x="5009793" y="1306861"/>
                </a:lnTo>
                <a:lnTo>
                  <a:pt x="5013412" y="1302146"/>
                </a:lnTo>
                <a:close/>
                <a:moveTo>
                  <a:pt x="5238510" y="1169828"/>
                </a:moveTo>
                <a:lnTo>
                  <a:pt x="5231226" y="1179333"/>
                </a:lnTo>
                <a:lnTo>
                  <a:pt x="5239620" y="1170939"/>
                </a:lnTo>
                <a:close/>
                <a:moveTo>
                  <a:pt x="5839680" y="1157774"/>
                </a:moveTo>
                <a:cubicBezTo>
                  <a:pt x="5844406" y="1158636"/>
                  <a:pt x="5848864" y="1160886"/>
                  <a:pt x="5853335" y="1165357"/>
                </a:cubicBezTo>
                <a:cubicBezTo>
                  <a:pt x="5853335" y="1165357"/>
                  <a:pt x="5844447" y="1165302"/>
                  <a:pt x="5839977" y="1160830"/>
                </a:cubicBezTo>
                <a:lnTo>
                  <a:pt x="5839478" y="1157784"/>
                </a:lnTo>
                <a:close/>
                <a:moveTo>
                  <a:pt x="5871004" y="1147687"/>
                </a:moveTo>
                <a:lnTo>
                  <a:pt x="5868034" y="1150442"/>
                </a:lnTo>
                <a:lnTo>
                  <a:pt x="5867494" y="1149074"/>
                </a:lnTo>
                <a:close/>
                <a:moveTo>
                  <a:pt x="5639790" y="1128495"/>
                </a:moveTo>
                <a:cubicBezTo>
                  <a:pt x="5622120" y="1146164"/>
                  <a:pt x="5604451" y="1163833"/>
                  <a:pt x="5604451" y="1163833"/>
                </a:cubicBezTo>
                <a:lnTo>
                  <a:pt x="5581566" y="1201033"/>
                </a:lnTo>
                <a:lnTo>
                  <a:pt x="5567013" y="1219157"/>
                </a:lnTo>
                <a:lnTo>
                  <a:pt x="5559541" y="1228183"/>
                </a:lnTo>
                <a:lnTo>
                  <a:pt x="5552393" y="1236012"/>
                </a:lnTo>
                <a:lnTo>
                  <a:pt x="5551140" y="1238332"/>
                </a:lnTo>
                <a:lnTo>
                  <a:pt x="5523121" y="1272179"/>
                </a:lnTo>
                <a:lnTo>
                  <a:pt x="5500699" y="1276528"/>
                </a:lnTo>
                <a:lnTo>
                  <a:pt x="5515889" y="1216626"/>
                </a:lnTo>
                <a:cubicBezTo>
                  <a:pt x="5498435" y="1269849"/>
                  <a:pt x="5445212" y="1287303"/>
                  <a:pt x="5410089" y="1358195"/>
                </a:cubicBezTo>
                <a:lnTo>
                  <a:pt x="5410605" y="1357867"/>
                </a:lnTo>
                <a:lnTo>
                  <a:pt x="5446332" y="1327239"/>
                </a:lnTo>
                <a:lnTo>
                  <a:pt x="5445428" y="1322857"/>
                </a:lnTo>
                <a:lnTo>
                  <a:pt x="5500699" y="1276528"/>
                </a:lnTo>
                <a:lnTo>
                  <a:pt x="5496917" y="1285465"/>
                </a:lnTo>
                <a:lnTo>
                  <a:pt x="5512126" y="1285461"/>
                </a:lnTo>
                <a:lnTo>
                  <a:pt x="5523121" y="1272179"/>
                </a:lnTo>
                <a:lnTo>
                  <a:pt x="5533990" y="1270065"/>
                </a:lnTo>
                <a:lnTo>
                  <a:pt x="5551140" y="1238332"/>
                </a:lnTo>
                <a:lnTo>
                  <a:pt x="5559541" y="1228183"/>
                </a:lnTo>
                <a:lnTo>
                  <a:pt x="5575847" y="1210322"/>
                </a:lnTo>
                <a:lnTo>
                  <a:pt x="5581566" y="1201033"/>
                </a:lnTo>
                <a:close/>
                <a:moveTo>
                  <a:pt x="5861163" y="1127907"/>
                </a:moveTo>
                <a:cubicBezTo>
                  <a:pt x="5862567" y="1130415"/>
                  <a:pt x="5863153" y="1135419"/>
                  <a:pt x="5864298" y="1140981"/>
                </a:cubicBezTo>
                <a:lnTo>
                  <a:pt x="5867494" y="1149074"/>
                </a:lnTo>
                <a:lnTo>
                  <a:pt x="5861832" y="1151310"/>
                </a:lnTo>
                <a:lnTo>
                  <a:pt x="5853120" y="1129802"/>
                </a:lnTo>
                <a:cubicBezTo>
                  <a:pt x="5857537" y="1125385"/>
                  <a:pt x="5859759" y="1125399"/>
                  <a:pt x="5861163" y="1127907"/>
                </a:cubicBezTo>
                <a:close/>
                <a:moveTo>
                  <a:pt x="5896576" y="1113817"/>
                </a:moveTo>
                <a:lnTo>
                  <a:pt x="5896576" y="1140517"/>
                </a:lnTo>
                <a:lnTo>
                  <a:pt x="5888674" y="1130018"/>
                </a:lnTo>
                <a:cubicBezTo>
                  <a:pt x="5888674" y="1130018"/>
                  <a:pt x="5878614" y="1119958"/>
                  <a:pt x="5888583" y="1115019"/>
                </a:cubicBezTo>
                <a:close/>
                <a:moveTo>
                  <a:pt x="5501895" y="1108211"/>
                </a:moveTo>
                <a:cubicBezTo>
                  <a:pt x="5488613" y="1116463"/>
                  <a:pt x="5475482" y="1149714"/>
                  <a:pt x="5462230" y="1162966"/>
                </a:cubicBezTo>
                <a:cubicBezTo>
                  <a:pt x="5479899" y="1145297"/>
                  <a:pt x="5497568" y="1127628"/>
                  <a:pt x="5515238" y="1109959"/>
                </a:cubicBezTo>
                <a:cubicBezTo>
                  <a:pt x="5510767" y="1105488"/>
                  <a:pt x="5506322" y="1105461"/>
                  <a:pt x="5501895" y="1108211"/>
                </a:cubicBezTo>
                <a:close/>
                <a:moveTo>
                  <a:pt x="5319573" y="1090986"/>
                </a:moveTo>
                <a:lnTo>
                  <a:pt x="5278910" y="1119323"/>
                </a:lnTo>
                <a:lnTo>
                  <a:pt x="5266570" y="1143989"/>
                </a:lnTo>
                <a:close/>
                <a:moveTo>
                  <a:pt x="5377783" y="1018491"/>
                </a:moveTo>
                <a:lnTo>
                  <a:pt x="5361585" y="1033526"/>
                </a:lnTo>
                <a:lnTo>
                  <a:pt x="5372581" y="1037978"/>
                </a:lnTo>
                <a:close/>
                <a:moveTo>
                  <a:pt x="5479032" y="1003076"/>
                </a:moveTo>
                <a:cubicBezTo>
                  <a:pt x="5443693" y="1038414"/>
                  <a:pt x="5426019" y="1056079"/>
                  <a:pt x="5408355" y="1073753"/>
                </a:cubicBezTo>
                <a:cubicBezTo>
                  <a:pt x="5426019" y="1056079"/>
                  <a:pt x="5461578" y="1056299"/>
                  <a:pt x="5479032" y="1003076"/>
                </a:cubicBezTo>
                <a:close/>
                <a:moveTo>
                  <a:pt x="5816046" y="880698"/>
                </a:moveTo>
                <a:lnTo>
                  <a:pt x="5798382" y="898363"/>
                </a:lnTo>
                <a:lnTo>
                  <a:pt x="5798373" y="898363"/>
                </a:lnTo>
                <a:cubicBezTo>
                  <a:pt x="5798373" y="898363"/>
                  <a:pt x="5816046" y="880698"/>
                  <a:pt x="5816046" y="880698"/>
                </a:cubicBezTo>
                <a:close/>
                <a:moveTo>
                  <a:pt x="5566938" y="843621"/>
                </a:moveTo>
                <a:lnTo>
                  <a:pt x="5549264" y="861295"/>
                </a:lnTo>
                <a:lnTo>
                  <a:pt x="5533783" y="872304"/>
                </a:lnTo>
                <a:lnTo>
                  <a:pt x="5533732" y="871662"/>
                </a:lnTo>
                <a:lnTo>
                  <a:pt x="5531398" y="874184"/>
                </a:lnTo>
                <a:lnTo>
                  <a:pt x="5549264" y="861295"/>
                </a:lnTo>
                <a:lnTo>
                  <a:pt x="5531604" y="878955"/>
                </a:lnTo>
                <a:cubicBezTo>
                  <a:pt x="5549489" y="896840"/>
                  <a:pt x="5584823" y="861506"/>
                  <a:pt x="5566938" y="843621"/>
                </a:cubicBezTo>
                <a:close/>
                <a:moveTo>
                  <a:pt x="5531389" y="843401"/>
                </a:moveTo>
                <a:cubicBezTo>
                  <a:pt x="5487215" y="887574"/>
                  <a:pt x="5460707" y="914083"/>
                  <a:pt x="5438623" y="936167"/>
                </a:cubicBezTo>
                <a:lnTo>
                  <a:pt x="5407704" y="967086"/>
                </a:lnTo>
                <a:lnTo>
                  <a:pt x="5464578" y="923353"/>
                </a:lnTo>
                <a:lnTo>
                  <a:pt x="5531913" y="849709"/>
                </a:lnTo>
                <a:close/>
                <a:moveTo>
                  <a:pt x="5805025" y="804522"/>
                </a:moveTo>
                <a:cubicBezTo>
                  <a:pt x="5796702" y="806138"/>
                  <a:pt x="5793470" y="822784"/>
                  <a:pt x="5780057" y="809370"/>
                </a:cubicBezTo>
                <a:cubicBezTo>
                  <a:pt x="5780057" y="809370"/>
                  <a:pt x="5762387" y="827039"/>
                  <a:pt x="5762387" y="827039"/>
                </a:cubicBezTo>
                <a:cubicBezTo>
                  <a:pt x="5762387" y="827039"/>
                  <a:pt x="5780272" y="844924"/>
                  <a:pt x="5780272" y="844924"/>
                </a:cubicBezTo>
                <a:cubicBezTo>
                  <a:pt x="5726829" y="826819"/>
                  <a:pt x="5745149" y="915817"/>
                  <a:pt x="5709379" y="880047"/>
                </a:cubicBezTo>
                <a:cubicBezTo>
                  <a:pt x="5727264" y="897932"/>
                  <a:pt x="5656376" y="933050"/>
                  <a:pt x="5656376" y="933050"/>
                </a:cubicBezTo>
                <a:cubicBezTo>
                  <a:pt x="5709811" y="951155"/>
                  <a:pt x="5727264" y="897932"/>
                  <a:pt x="5780272" y="844924"/>
                </a:cubicBezTo>
                <a:cubicBezTo>
                  <a:pt x="5797941" y="827255"/>
                  <a:pt x="5797941" y="827255"/>
                  <a:pt x="5815611" y="809585"/>
                </a:cubicBezTo>
                <a:cubicBezTo>
                  <a:pt x="5811140" y="805114"/>
                  <a:pt x="5807800" y="803983"/>
                  <a:pt x="5805025" y="804522"/>
                </a:cubicBezTo>
                <a:close/>
                <a:moveTo>
                  <a:pt x="5833064" y="756362"/>
                </a:moveTo>
                <a:cubicBezTo>
                  <a:pt x="5815395" y="774031"/>
                  <a:pt x="5815395" y="774031"/>
                  <a:pt x="5797726" y="791700"/>
                </a:cubicBezTo>
                <a:cubicBezTo>
                  <a:pt x="5815611" y="809585"/>
                  <a:pt x="5850949" y="774247"/>
                  <a:pt x="5833064" y="756362"/>
                </a:cubicBezTo>
                <a:close/>
                <a:moveTo>
                  <a:pt x="5520797" y="747233"/>
                </a:moveTo>
                <a:cubicBezTo>
                  <a:pt x="5519689" y="747782"/>
                  <a:pt x="5517480" y="749990"/>
                  <a:pt x="5513063" y="754408"/>
                </a:cubicBezTo>
                <a:cubicBezTo>
                  <a:pt x="5530948" y="772292"/>
                  <a:pt x="5460060" y="807411"/>
                  <a:pt x="5460060" y="807411"/>
                </a:cubicBezTo>
                <a:cubicBezTo>
                  <a:pt x="5460060" y="807411"/>
                  <a:pt x="5459835" y="771857"/>
                  <a:pt x="5495394" y="772077"/>
                </a:cubicBezTo>
                <a:cubicBezTo>
                  <a:pt x="5477509" y="754192"/>
                  <a:pt x="5460060" y="807411"/>
                  <a:pt x="5442175" y="789526"/>
                </a:cubicBezTo>
                <a:lnTo>
                  <a:pt x="5457866" y="773835"/>
                </a:lnTo>
                <a:lnTo>
                  <a:pt x="5457857" y="773834"/>
                </a:lnTo>
                <a:lnTo>
                  <a:pt x="5420822" y="810869"/>
                </a:lnTo>
                <a:lnTo>
                  <a:pt x="5416009" y="818898"/>
                </a:lnTo>
                <a:cubicBezTo>
                  <a:pt x="5402796" y="832110"/>
                  <a:pt x="5389584" y="845322"/>
                  <a:pt x="5389575" y="862926"/>
                </a:cubicBezTo>
                <a:cubicBezTo>
                  <a:pt x="5371962" y="880539"/>
                  <a:pt x="5371962" y="880539"/>
                  <a:pt x="5371962" y="880539"/>
                </a:cubicBezTo>
                <a:cubicBezTo>
                  <a:pt x="5354349" y="898152"/>
                  <a:pt x="5354335" y="933374"/>
                  <a:pt x="5336722" y="950987"/>
                </a:cubicBezTo>
                <a:lnTo>
                  <a:pt x="5359439" y="939621"/>
                </a:lnTo>
                <a:lnTo>
                  <a:pt x="5366492" y="932736"/>
                </a:lnTo>
                <a:lnTo>
                  <a:pt x="5389566" y="898143"/>
                </a:lnTo>
                <a:lnTo>
                  <a:pt x="5370654" y="928677"/>
                </a:lnTo>
                <a:lnTo>
                  <a:pt x="5530948" y="772292"/>
                </a:lnTo>
                <a:cubicBezTo>
                  <a:pt x="5522005" y="763350"/>
                  <a:pt x="5521954" y="754459"/>
                  <a:pt x="5521926" y="750016"/>
                </a:cubicBezTo>
                <a:cubicBezTo>
                  <a:pt x="5521912" y="747795"/>
                  <a:pt x="5521905" y="746684"/>
                  <a:pt x="5520797" y="747233"/>
                </a:cubicBezTo>
                <a:close/>
                <a:moveTo>
                  <a:pt x="5886288" y="738908"/>
                </a:moveTo>
                <a:cubicBezTo>
                  <a:pt x="5868619" y="756578"/>
                  <a:pt x="5868403" y="721023"/>
                  <a:pt x="5868619" y="756578"/>
                </a:cubicBezTo>
                <a:cubicBezTo>
                  <a:pt x="5868619" y="756578"/>
                  <a:pt x="5904173" y="756793"/>
                  <a:pt x="5886288" y="738908"/>
                </a:cubicBezTo>
                <a:close/>
                <a:moveTo>
                  <a:pt x="5725746" y="649044"/>
                </a:moveTo>
                <a:cubicBezTo>
                  <a:pt x="5690187" y="648823"/>
                  <a:pt x="5619510" y="719500"/>
                  <a:pt x="5619730" y="755059"/>
                </a:cubicBezTo>
                <a:cubicBezTo>
                  <a:pt x="5619730" y="755059"/>
                  <a:pt x="5619730" y="755059"/>
                  <a:pt x="5601841" y="737169"/>
                </a:cubicBezTo>
                <a:lnTo>
                  <a:pt x="5601981" y="759797"/>
                </a:lnTo>
                <a:lnTo>
                  <a:pt x="5595326" y="761579"/>
                </a:lnTo>
                <a:lnTo>
                  <a:pt x="5591160" y="761818"/>
                </a:lnTo>
                <a:lnTo>
                  <a:pt x="5586412" y="757070"/>
                </a:lnTo>
                <a:cubicBezTo>
                  <a:pt x="5584176" y="754834"/>
                  <a:pt x="5584176" y="754834"/>
                  <a:pt x="5584176" y="754834"/>
                </a:cubicBezTo>
                <a:cubicBezTo>
                  <a:pt x="5579756" y="759254"/>
                  <a:pt x="5579771" y="761478"/>
                  <a:pt x="5582276" y="762328"/>
                </a:cubicBezTo>
                <a:lnTo>
                  <a:pt x="5591160" y="761818"/>
                </a:lnTo>
                <a:lnTo>
                  <a:pt x="5602066" y="772724"/>
                </a:lnTo>
                <a:lnTo>
                  <a:pt x="5601981" y="759797"/>
                </a:lnTo>
                <a:lnTo>
                  <a:pt x="5619730" y="755059"/>
                </a:lnTo>
                <a:cubicBezTo>
                  <a:pt x="5655069" y="719721"/>
                  <a:pt x="5690407" y="684382"/>
                  <a:pt x="5708077" y="666713"/>
                </a:cubicBezTo>
                <a:cubicBezTo>
                  <a:pt x="5708077" y="666713"/>
                  <a:pt x="5708077" y="666713"/>
                  <a:pt x="5725746" y="649044"/>
                </a:cubicBezTo>
                <a:close/>
                <a:moveTo>
                  <a:pt x="5761084" y="613705"/>
                </a:moveTo>
                <a:cubicBezTo>
                  <a:pt x="5761300" y="649259"/>
                  <a:pt x="5761300" y="649259"/>
                  <a:pt x="5761300" y="649259"/>
                </a:cubicBezTo>
                <a:cubicBezTo>
                  <a:pt x="5743415" y="631374"/>
                  <a:pt x="5743631" y="666928"/>
                  <a:pt x="5725961" y="684598"/>
                </a:cubicBezTo>
                <a:cubicBezTo>
                  <a:pt x="5672738" y="702051"/>
                  <a:pt x="5637615" y="772944"/>
                  <a:pt x="5602276" y="808283"/>
                </a:cubicBezTo>
                <a:cubicBezTo>
                  <a:pt x="5602276" y="808283"/>
                  <a:pt x="5620161" y="826167"/>
                  <a:pt x="5637835" y="808503"/>
                </a:cubicBezTo>
                <a:cubicBezTo>
                  <a:pt x="5655284" y="755275"/>
                  <a:pt x="5708292" y="702267"/>
                  <a:pt x="5761300" y="649259"/>
                </a:cubicBezTo>
                <a:cubicBezTo>
                  <a:pt x="5761300" y="649259"/>
                  <a:pt x="5778969" y="631590"/>
                  <a:pt x="5778969" y="631590"/>
                </a:cubicBezTo>
                <a:cubicBezTo>
                  <a:pt x="5778969" y="631590"/>
                  <a:pt x="5778969" y="631590"/>
                  <a:pt x="5761084" y="613705"/>
                </a:cubicBezTo>
                <a:close/>
                <a:moveTo>
                  <a:pt x="4984719" y="563758"/>
                </a:moveTo>
                <a:cubicBezTo>
                  <a:pt x="4967106" y="581371"/>
                  <a:pt x="4967106" y="581371"/>
                  <a:pt x="4949493" y="598984"/>
                </a:cubicBezTo>
                <a:cubicBezTo>
                  <a:pt x="4967092" y="616582"/>
                  <a:pt x="4984705" y="598969"/>
                  <a:pt x="5002318" y="581356"/>
                </a:cubicBezTo>
                <a:cubicBezTo>
                  <a:pt x="4967106" y="581371"/>
                  <a:pt x="4984719" y="563758"/>
                  <a:pt x="4984719" y="563758"/>
                </a:cubicBezTo>
                <a:close/>
                <a:moveTo>
                  <a:pt x="5636312" y="559610"/>
                </a:moveTo>
                <a:cubicBezTo>
                  <a:pt x="5627477" y="568444"/>
                  <a:pt x="5614223" y="581699"/>
                  <a:pt x="5603209" y="597184"/>
                </a:cubicBezTo>
                <a:lnTo>
                  <a:pt x="5602047" y="600202"/>
                </a:lnTo>
                <a:lnTo>
                  <a:pt x="5600964" y="616339"/>
                </a:lnTo>
                <a:lnTo>
                  <a:pt x="5592579" y="624723"/>
                </a:lnTo>
                <a:lnTo>
                  <a:pt x="5583524" y="648176"/>
                </a:lnTo>
                <a:cubicBezTo>
                  <a:pt x="5565851" y="665841"/>
                  <a:pt x="5530296" y="665625"/>
                  <a:pt x="5548186" y="683515"/>
                </a:cubicBezTo>
                <a:cubicBezTo>
                  <a:pt x="5548186" y="683515"/>
                  <a:pt x="5583524" y="648176"/>
                  <a:pt x="5583524" y="648176"/>
                </a:cubicBezTo>
                <a:cubicBezTo>
                  <a:pt x="5601409" y="666061"/>
                  <a:pt x="5636748" y="630722"/>
                  <a:pt x="5654417" y="613053"/>
                </a:cubicBezTo>
                <a:cubicBezTo>
                  <a:pt x="5636528" y="595164"/>
                  <a:pt x="5636528" y="595164"/>
                  <a:pt x="5636312" y="559610"/>
                </a:cubicBezTo>
                <a:close/>
                <a:moveTo>
                  <a:pt x="5796203" y="542807"/>
                </a:moveTo>
                <a:cubicBezTo>
                  <a:pt x="5796203" y="542807"/>
                  <a:pt x="5805094" y="542868"/>
                  <a:pt x="5811777" y="545127"/>
                </a:cubicBezTo>
                <a:lnTo>
                  <a:pt x="5813507" y="556783"/>
                </a:lnTo>
                <a:lnTo>
                  <a:pt x="5811111" y="559488"/>
                </a:lnTo>
                <a:lnTo>
                  <a:pt x="5791811" y="551670"/>
                </a:lnTo>
                <a:cubicBezTo>
                  <a:pt x="5791783" y="547227"/>
                  <a:pt x="5796203" y="542807"/>
                  <a:pt x="5796203" y="542807"/>
                </a:cubicBezTo>
                <a:close/>
                <a:moveTo>
                  <a:pt x="5072774" y="510900"/>
                </a:moveTo>
                <a:lnTo>
                  <a:pt x="5074185" y="513716"/>
                </a:lnTo>
                <a:lnTo>
                  <a:pt x="5055161" y="528512"/>
                </a:lnTo>
                <a:cubicBezTo>
                  <a:pt x="5055161" y="528512"/>
                  <a:pt x="5072774" y="510900"/>
                  <a:pt x="5072774" y="510900"/>
                </a:cubicBezTo>
                <a:close/>
                <a:moveTo>
                  <a:pt x="5583552" y="105725"/>
                </a:moveTo>
                <a:cubicBezTo>
                  <a:pt x="5565939" y="123338"/>
                  <a:pt x="5548322" y="140955"/>
                  <a:pt x="5530709" y="158569"/>
                </a:cubicBezTo>
                <a:cubicBezTo>
                  <a:pt x="5548322" y="140955"/>
                  <a:pt x="5583552" y="105725"/>
                  <a:pt x="5583552" y="105725"/>
                </a:cubicBezTo>
                <a:close/>
                <a:moveTo>
                  <a:pt x="5794871" y="35216"/>
                </a:moveTo>
                <a:lnTo>
                  <a:pt x="5793030" y="37058"/>
                </a:lnTo>
                <a:lnTo>
                  <a:pt x="5790068" y="40020"/>
                </a:lnTo>
                <a:lnTo>
                  <a:pt x="5787716" y="42372"/>
                </a:lnTo>
                <a:cubicBezTo>
                  <a:pt x="5788266" y="41821"/>
                  <a:pt x="5790468" y="39620"/>
                  <a:pt x="5794871" y="35216"/>
                </a:cubicBezTo>
                <a:close/>
                <a:moveTo>
                  <a:pt x="5794881" y="0"/>
                </a:moveTo>
                <a:cubicBezTo>
                  <a:pt x="5777268" y="17613"/>
                  <a:pt x="5812485" y="17603"/>
                  <a:pt x="5812485" y="17603"/>
                </a:cubicBezTo>
                <a:cubicBezTo>
                  <a:pt x="5794871" y="35216"/>
                  <a:pt x="5777268" y="17613"/>
                  <a:pt x="5777254" y="52834"/>
                </a:cubicBezTo>
                <a:cubicBezTo>
                  <a:pt x="5777254" y="52834"/>
                  <a:pt x="5742037" y="52843"/>
                  <a:pt x="5759641" y="70447"/>
                </a:cubicBezTo>
                <a:cubicBezTo>
                  <a:pt x="5759641" y="70447"/>
                  <a:pt x="5759641" y="70447"/>
                  <a:pt x="5777254" y="52834"/>
                </a:cubicBezTo>
                <a:lnTo>
                  <a:pt x="5790068" y="40020"/>
                </a:lnTo>
                <a:lnTo>
                  <a:pt x="5790466" y="39622"/>
                </a:lnTo>
                <a:lnTo>
                  <a:pt x="5793030" y="37058"/>
                </a:lnTo>
                <a:lnTo>
                  <a:pt x="5812485" y="17603"/>
                </a:lnTo>
                <a:cubicBezTo>
                  <a:pt x="5794871" y="35216"/>
                  <a:pt x="5794871" y="35216"/>
                  <a:pt x="5812470" y="52816"/>
                </a:cubicBezTo>
                <a:cubicBezTo>
                  <a:pt x="5777254" y="52834"/>
                  <a:pt x="5724415" y="105673"/>
                  <a:pt x="5724396" y="140890"/>
                </a:cubicBezTo>
                <a:cubicBezTo>
                  <a:pt x="5742014" y="123272"/>
                  <a:pt x="5759627" y="105659"/>
                  <a:pt x="5759627" y="105659"/>
                </a:cubicBezTo>
                <a:cubicBezTo>
                  <a:pt x="5759627" y="105659"/>
                  <a:pt x="5777240" y="88046"/>
                  <a:pt x="5794844" y="105650"/>
                </a:cubicBezTo>
                <a:cubicBezTo>
                  <a:pt x="5794844" y="105650"/>
                  <a:pt x="5794844" y="105650"/>
                  <a:pt x="5777230" y="123263"/>
                </a:cubicBezTo>
                <a:cubicBezTo>
                  <a:pt x="5794829" y="140862"/>
                  <a:pt x="5794844" y="105650"/>
                  <a:pt x="5812456" y="88037"/>
                </a:cubicBezTo>
                <a:cubicBezTo>
                  <a:pt x="5830055" y="105636"/>
                  <a:pt x="5794844" y="105650"/>
                  <a:pt x="5812443" y="123249"/>
                </a:cubicBezTo>
                <a:cubicBezTo>
                  <a:pt x="5812443" y="123249"/>
                  <a:pt x="5830055" y="105636"/>
                  <a:pt x="5830055" y="105636"/>
                </a:cubicBezTo>
                <a:cubicBezTo>
                  <a:pt x="5847654" y="123235"/>
                  <a:pt x="5794829" y="140862"/>
                  <a:pt x="5812428" y="158461"/>
                </a:cubicBezTo>
                <a:cubicBezTo>
                  <a:pt x="5794815" y="176074"/>
                  <a:pt x="5794815" y="176074"/>
                  <a:pt x="5777198" y="193691"/>
                </a:cubicBezTo>
                <a:cubicBezTo>
                  <a:pt x="5777198" y="193691"/>
                  <a:pt x="5759585" y="211304"/>
                  <a:pt x="5741971" y="228918"/>
                </a:cubicBezTo>
                <a:cubicBezTo>
                  <a:pt x="5759585" y="211304"/>
                  <a:pt x="5759585" y="211304"/>
                  <a:pt x="5759585" y="211304"/>
                </a:cubicBezTo>
                <a:cubicBezTo>
                  <a:pt x="5741971" y="228918"/>
                  <a:pt x="5724354" y="246535"/>
                  <a:pt x="5741957" y="264139"/>
                </a:cubicBezTo>
                <a:cubicBezTo>
                  <a:pt x="5724354" y="246535"/>
                  <a:pt x="5724354" y="246535"/>
                  <a:pt x="5724354" y="246535"/>
                </a:cubicBezTo>
                <a:cubicBezTo>
                  <a:pt x="5706741" y="264148"/>
                  <a:pt x="5706741" y="264148"/>
                  <a:pt x="5724344" y="281752"/>
                </a:cubicBezTo>
                <a:cubicBezTo>
                  <a:pt x="5724344" y="281752"/>
                  <a:pt x="5741957" y="264139"/>
                  <a:pt x="5741957" y="264139"/>
                </a:cubicBezTo>
                <a:cubicBezTo>
                  <a:pt x="5741957" y="264139"/>
                  <a:pt x="5759575" y="246521"/>
                  <a:pt x="5759575" y="246521"/>
                </a:cubicBezTo>
                <a:cubicBezTo>
                  <a:pt x="5741957" y="264139"/>
                  <a:pt x="5759561" y="281733"/>
                  <a:pt x="5759561" y="281733"/>
                </a:cubicBezTo>
                <a:cubicBezTo>
                  <a:pt x="5741948" y="299346"/>
                  <a:pt x="5706717" y="334577"/>
                  <a:pt x="5724316" y="352176"/>
                </a:cubicBezTo>
                <a:cubicBezTo>
                  <a:pt x="5706703" y="369789"/>
                  <a:pt x="5689086" y="387407"/>
                  <a:pt x="5671473" y="405020"/>
                </a:cubicBezTo>
                <a:cubicBezTo>
                  <a:pt x="5653859" y="422633"/>
                  <a:pt x="5636246" y="440246"/>
                  <a:pt x="5636232" y="475467"/>
                </a:cubicBezTo>
                <a:cubicBezTo>
                  <a:pt x="5653850" y="457850"/>
                  <a:pt x="5653850" y="457850"/>
                  <a:pt x="5671463" y="440237"/>
                </a:cubicBezTo>
                <a:lnTo>
                  <a:pt x="5672246" y="443119"/>
                </a:lnTo>
                <a:lnTo>
                  <a:pt x="5807370" y="287382"/>
                </a:lnTo>
                <a:lnTo>
                  <a:pt x="5815448" y="283219"/>
                </a:lnTo>
                <a:lnTo>
                  <a:pt x="5823231" y="269102"/>
                </a:lnTo>
                <a:lnTo>
                  <a:pt x="5847687" y="240916"/>
                </a:lnTo>
                <a:cubicBezTo>
                  <a:pt x="5838744" y="231973"/>
                  <a:pt x="5834382" y="245280"/>
                  <a:pt x="5827811" y="260796"/>
                </a:cubicBezTo>
                <a:lnTo>
                  <a:pt x="5823231" y="269102"/>
                </a:lnTo>
                <a:lnTo>
                  <a:pt x="5807370" y="287382"/>
                </a:lnTo>
                <a:lnTo>
                  <a:pt x="5794679" y="293924"/>
                </a:lnTo>
                <a:cubicBezTo>
                  <a:pt x="5812348" y="276255"/>
                  <a:pt x="5847472" y="205362"/>
                  <a:pt x="5865356" y="223247"/>
                </a:cubicBezTo>
                <a:lnTo>
                  <a:pt x="5896576" y="192028"/>
                </a:lnTo>
                <a:lnTo>
                  <a:pt x="5896576" y="294708"/>
                </a:lnTo>
                <a:lnTo>
                  <a:pt x="5859329" y="327650"/>
                </a:lnTo>
                <a:cubicBezTo>
                  <a:pt x="5835033" y="351946"/>
                  <a:pt x="5813005" y="382917"/>
                  <a:pt x="5795551" y="436140"/>
                </a:cubicBezTo>
                <a:cubicBezTo>
                  <a:pt x="5777666" y="418255"/>
                  <a:pt x="5759992" y="435929"/>
                  <a:pt x="5777887" y="453814"/>
                </a:cubicBezTo>
                <a:cubicBezTo>
                  <a:pt x="5742328" y="453594"/>
                  <a:pt x="5706989" y="488933"/>
                  <a:pt x="5689320" y="506602"/>
                </a:cubicBezTo>
                <a:cubicBezTo>
                  <a:pt x="5671651" y="524271"/>
                  <a:pt x="5707205" y="524487"/>
                  <a:pt x="5689540" y="542161"/>
                </a:cubicBezTo>
                <a:cubicBezTo>
                  <a:pt x="5671866" y="559825"/>
                  <a:pt x="5671651" y="524271"/>
                  <a:pt x="5653981" y="541940"/>
                </a:cubicBezTo>
                <a:cubicBezTo>
                  <a:pt x="5671866" y="559825"/>
                  <a:pt x="5636312" y="559610"/>
                  <a:pt x="5672086" y="595384"/>
                </a:cubicBezTo>
                <a:cubicBezTo>
                  <a:pt x="5707397" y="555602"/>
                  <a:pt x="5744085" y="513884"/>
                  <a:pt x="5781807" y="470783"/>
                </a:cubicBezTo>
                <a:lnTo>
                  <a:pt x="5896576" y="339204"/>
                </a:lnTo>
                <a:lnTo>
                  <a:pt x="5896576" y="428159"/>
                </a:lnTo>
                <a:lnTo>
                  <a:pt x="5880867" y="443053"/>
                </a:lnTo>
                <a:cubicBezTo>
                  <a:pt x="5872319" y="453278"/>
                  <a:pt x="5866825" y="463243"/>
                  <a:pt x="5866880" y="472130"/>
                </a:cubicBezTo>
                <a:cubicBezTo>
                  <a:pt x="5813656" y="489584"/>
                  <a:pt x="5831757" y="543032"/>
                  <a:pt x="5796203" y="542807"/>
                </a:cubicBezTo>
                <a:cubicBezTo>
                  <a:pt x="5778533" y="560477"/>
                  <a:pt x="5778533" y="560477"/>
                  <a:pt x="5760864" y="578146"/>
                </a:cubicBezTo>
                <a:cubicBezTo>
                  <a:pt x="5760864" y="578146"/>
                  <a:pt x="5725526" y="613484"/>
                  <a:pt x="5743415" y="631374"/>
                </a:cubicBezTo>
                <a:cubicBezTo>
                  <a:pt x="5743195" y="595815"/>
                  <a:pt x="5760864" y="578146"/>
                  <a:pt x="5760864" y="578146"/>
                </a:cubicBezTo>
                <a:cubicBezTo>
                  <a:pt x="5778533" y="560477"/>
                  <a:pt x="5778533" y="560477"/>
                  <a:pt x="5778754" y="596036"/>
                </a:cubicBezTo>
                <a:lnTo>
                  <a:pt x="5811111" y="559488"/>
                </a:lnTo>
                <a:lnTo>
                  <a:pt x="5814092" y="560697"/>
                </a:lnTo>
                <a:lnTo>
                  <a:pt x="5813507" y="556783"/>
                </a:lnTo>
                <a:lnTo>
                  <a:pt x="5882477" y="478898"/>
                </a:lnTo>
                <a:lnTo>
                  <a:pt x="5896576" y="464304"/>
                </a:lnTo>
                <a:lnTo>
                  <a:pt x="5896576" y="513983"/>
                </a:lnTo>
                <a:lnTo>
                  <a:pt x="5872935" y="537624"/>
                </a:lnTo>
                <a:lnTo>
                  <a:pt x="5858481" y="552078"/>
                </a:lnTo>
                <a:lnTo>
                  <a:pt x="5855449" y="555110"/>
                </a:lnTo>
                <a:lnTo>
                  <a:pt x="5814308" y="596251"/>
                </a:lnTo>
                <a:cubicBezTo>
                  <a:pt x="5805469" y="605090"/>
                  <a:pt x="5818723" y="591836"/>
                  <a:pt x="5838600" y="571959"/>
                </a:cubicBezTo>
                <a:lnTo>
                  <a:pt x="5855449" y="555110"/>
                </a:lnTo>
                <a:lnTo>
                  <a:pt x="5872935" y="537624"/>
                </a:lnTo>
                <a:lnTo>
                  <a:pt x="5883877" y="526682"/>
                </a:lnTo>
                <a:lnTo>
                  <a:pt x="5896576" y="513983"/>
                </a:lnTo>
                <a:lnTo>
                  <a:pt x="5896576" y="593478"/>
                </a:lnTo>
                <a:lnTo>
                  <a:pt x="5879201" y="606065"/>
                </a:lnTo>
                <a:lnTo>
                  <a:pt x="5885421" y="596687"/>
                </a:lnTo>
                <a:cubicBezTo>
                  <a:pt x="5885421" y="596687"/>
                  <a:pt x="5885421" y="596687"/>
                  <a:pt x="5867752" y="614356"/>
                </a:cubicBezTo>
                <a:lnTo>
                  <a:pt x="5879201" y="606065"/>
                </a:lnTo>
                <a:lnTo>
                  <a:pt x="5858996" y="636525"/>
                </a:lnTo>
                <a:cubicBezTo>
                  <a:pt x="5850185" y="649807"/>
                  <a:pt x="5841355" y="658637"/>
                  <a:pt x="5832413" y="649695"/>
                </a:cubicBezTo>
                <a:cubicBezTo>
                  <a:pt x="5850298" y="667580"/>
                  <a:pt x="5814959" y="702918"/>
                  <a:pt x="5797290" y="720588"/>
                </a:cubicBezTo>
                <a:cubicBezTo>
                  <a:pt x="5779621" y="738257"/>
                  <a:pt x="5726613" y="791265"/>
                  <a:pt x="5691274" y="826603"/>
                </a:cubicBezTo>
                <a:cubicBezTo>
                  <a:pt x="5691274" y="826603"/>
                  <a:pt x="5691274" y="826603"/>
                  <a:pt x="5673605" y="844273"/>
                </a:cubicBezTo>
                <a:cubicBezTo>
                  <a:pt x="5673605" y="844273"/>
                  <a:pt x="5673605" y="844273"/>
                  <a:pt x="5655936" y="861942"/>
                </a:cubicBezTo>
                <a:cubicBezTo>
                  <a:pt x="5620382" y="861726"/>
                  <a:pt x="5655936" y="861942"/>
                  <a:pt x="5638267" y="879611"/>
                </a:cubicBezTo>
                <a:cubicBezTo>
                  <a:pt x="5620597" y="897280"/>
                  <a:pt x="5620597" y="897280"/>
                  <a:pt x="5585263" y="932614"/>
                </a:cubicBezTo>
                <a:cubicBezTo>
                  <a:pt x="5567594" y="950284"/>
                  <a:pt x="5603148" y="950499"/>
                  <a:pt x="5585479" y="968168"/>
                </a:cubicBezTo>
                <a:cubicBezTo>
                  <a:pt x="5549925" y="967953"/>
                  <a:pt x="5479248" y="1038630"/>
                  <a:pt x="5479463" y="1074184"/>
                </a:cubicBezTo>
                <a:cubicBezTo>
                  <a:pt x="5443693" y="1038414"/>
                  <a:pt x="5461794" y="1091853"/>
                  <a:pt x="5443909" y="1073969"/>
                </a:cubicBezTo>
                <a:cubicBezTo>
                  <a:pt x="5338109" y="1215538"/>
                  <a:pt x="5161421" y="1392226"/>
                  <a:pt x="5073075" y="1480573"/>
                </a:cubicBezTo>
                <a:cubicBezTo>
                  <a:pt x="5302991" y="1286436"/>
                  <a:pt x="5514802" y="1038846"/>
                  <a:pt x="5726829" y="826819"/>
                </a:cubicBezTo>
                <a:cubicBezTo>
                  <a:pt x="5726829" y="826819"/>
                  <a:pt x="5726829" y="826819"/>
                  <a:pt x="5744498" y="809150"/>
                </a:cubicBezTo>
                <a:cubicBezTo>
                  <a:pt x="5762167" y="791480"/>
                  <a:pt x="5779621" y="738257"/>
                  <a:pt x="5815175" y="738472"/>
                </a:cubicBezTo>
                <a:cubicBezTo>
                  <a:pt x="5823956" y="720749"/>
                  <a:pt x="5837167" y="700831"/>
                  <a:pt x="5852873" y="680095"/>
                </a:cubicBezTo>
                <a:lnTo>
                  <a:pt x="5896576" y="627580"/>
                </a:lnTo>
                <a:lnTo>
                  <a:pt x="5896576" y="692850"/>
                </a:lnTo>
                <a:lnTo>
                  <a:pt x="5889109" y="700317"/>
                </a:lnTo>
                <a:cubicBezTo>
                  <a:pt x="5883863" y="705563"/>
                  <a:pt x="5877238" y="712189"/>
                  <a:pt x="5868403" y="721023"/>
                </a:cubicBezTo>
                <a:cubicBezTo>
                  <a:pt x="5872874" y="725495"/>
                  <a:pt x="5877319" y="725522"/>
                  <a:pt x="5882025" y="723050"/>
                </a:cubicBezTo>
                <a:lnTo>
                  <a:pt x="5896576" y="710640"/>
                </a:lnTo>
                <a:lnTo>
                  <a:pt x="5896576" y="759524"/>
                </a:lnTo>
                <a:lnTo>
                  <a:pt x="5880615" y="765261"/>
                </a:lnTo>
                <a:cubicBezTo>
                  <a:pt x="5859879" y="780967"/>
                  <a:pt x="5846748" y="814218"/>
                  <a:pt x="5833496" y="827470"/>
                </a:cubicBezTo>
                <a:cubicBezTo>
                  <a:pt x="5745149" y="915817"/>
                  <a:pt x="5639138" y="1021828"/>
                  <a:pt x="5568681" y="1128063"/>
                </a:cubicBezTo>
                <a:cubicBezTo>
                  <a:pt x="5533122" y="1127844"/>
                  <a:pt x="5515669" y="1181067"/>
                  <a:pt x="5480115" y="1180851"/>
                </a:cubicBezTo>
                <a:cubicBezTo>
                  <a:pt x="5480115" y="1180851"/>
                  <a:pt x="5480115" y="1180851"/>
                  <a:pt x="5498004" y="1198741"/>
                </a:cubicBezTo>
                <a:cubicBezTo>
                  <a:pt x="5462666" y="1234079"/>
                  <a:pt x="5444992" y="1251744"/>
                  <a:pt x="5409653" y="1287083"/>
                </a:cubicBezTo>
                <a:cubicBezTo>
                  <a:pt x="5356646" y="1340090"/>
                  <a:pt x="5303642" y="1393093"/>
                  <a:pt x="5286193" y="1446322"/>
                </a:cubicBezTo>
                <a:cubicBezTo>
                  <a:pt x="5374319" y="1322416"/>
                  <a:pt x="5515889" y="1216626"/>
                  <a:pt x="5568681" y="1128063"/>
                </a:cubicBezTo>
                <a:cubicBezTo>
                  <a:pt x="5612850" y="1083886"/>
                  <a:pt x="5648184" y="1048552"/>
                  <a:pt x="5685739" y="1011006"/>
                </a:cubicBezTo>
                <a:lnTo>
                  <a:pt x="5798382" y="898363"/>
                </a:lnTo>
                <a:lnTo>
                  <a:pt x="5829381" y="880778"/>
                </a:lnTo>
                <a:cubicBezTo>
                  <a:pt x="5833763" y="871915"/>
                  <a:pt x="5833711" y="863025"/>
                  <a:pt x="5833711" y="863025"/>
                </a:cubicBezTo>
                <a:cubicBezTo>
                  <a:pt x="5851385" y="845360"/>
                  <a:pt x="5886719" y="810017"/>
                  <a:pt x="5886504" y="774462"/>
                </a:cubicBezTo>
                <a:lnTo>
                  <a:pt x="5896576" y="768286"/>
                </a:lnTo>
                <a:lnTo>
                  <a:pt x="5896576" y="832671"/>
                </a:lnTo>
                <a:lnTo>
                  <a:pt x="5867523" y="849902"/>
                </a:lnTo>
                <a:cubicBezTo>
                  <a:pt x="5832706" y="879688"/>
                  <a:pt x="5803010" y="929505"/>
                  <a:pt x="5763254" y="969260"/>
                </a:cubicBezTo>
                <a:cubicBezTo>
                  <a:pt x="5781139" y="987146"/>
                  <a:pt x="5798593" y="933922"/>
                  <a:pt x="5816478" y="951807"/>
                </a:cubicBezTo>
                <a:cubicBezTo>
                  <a:pt x="5816478" y="951807"/>
                  <a:pt x="5798808" y="969476"/>
                  <a:pt x="5798808" y="969476"/>
                </a:cubicBezTo>
                <a:cubicBezTo>
                  <a:pt x="5816586" y="969584"/>
                  <a:pt x="5838674" y="947495"/>
                  <a:pt x="5860731" y="920967"/>
                </a:cubicBezTo>
                <a:lnTo>
                  <a:pt x="5896576" y="877333"/>
                </a:lnTo>
                <a:lnTo>
                  <a:pt x="5896576" y="935696"/>
                </a:lnTo>
                <a:lnTo>
                  <a:pt x="5891953" y="938935"/>
                </a:lnTo>
                <a:cubicBezTo>
                  <a:pt x="5874284" y="956605"/>
                  <a:pt x="5861087" y="978747"/>
                  <a:pt x="5852252" y="987581"/>
                </a:cubicBezTo>
                <a:cubicBezTo>
                  <a:pt x="5852252" y="987581"/>
                  <a:pt x="5887806" y="987797"/>
                  <a:pt x="5887806" y="987797"/>
                </a:cubicBezTo>
                <a:cubicBezTo>
                  <a:pt x="5892223" y="983380"/>
                  <a:pt x="5894419" y="978949"/>
                  <a:pt x="5895782" y="974791"/>
                </a:cubicBezTo>
                <a:lnTo>
                  <a:pt x="5896576" y="971770"/>
                </a:lnTo>
                <a:lnTo>
                  <a:pt x="5896576" y="981989"/>
                </a:lnTo>
                <a:lnTo>
                  <a:pt x="5885877" y="990285"/>
                </a:lnTo>
                <a:cubicBezTo>
                  <a:pt x="5880076" y="995527"/>
                  <a:pt x="5874554" y="1001049"/>
                  <a:pt x="5870137" y="1005466"/>
                </a:cubicBezTo>
                <a:cubicBezTo>
                  <a:pt x="5879025" y="1005520"/>
                  <a:pt x="5885692" y="1005560"/>
                  <a:pt x="5890692" y="1005591"/>
                </a:cubicBezTo>
                <a:lnTo>
                  <a:pt x="5896576" y="1005626"/>
                </a:lnTo>
                <a:lnTo>
                  <a:pt x="5896576" y="1076909"/>
                </a:lnTo>
                <a:lnTo>
                  <a:pt x="5890849" y="1076978"/>
                </a:lnTo>
                <a:cubicBezTo>
                  <a:pt x="5885021" y="1077775"/>
                  <a:pt x="5901710" y="1081212"/>
                  <a:pt x="5888458" y="1094464"/>
                </a:cubicBezTo>
                <a:lnTo>
                  <a:pt x="5896576" y="1089486"/>
                </a:lnTo>
                <a:lnTo>
                  <a:pt x="5896576" y="1105417"/>
                </a:lnTo>
                <a:lnTo>
                  <a:pt x="5885422" y="1097500"/>
                </a:lnTo>
                <a:cubicBezTo>
                  <a:pt x="5880136" y="1096078"/>
                  <a:pt x="5876258" y="1097721"/>
                  <a:pt x="5872944" y="1101035"/>
                </a:cubicBezTo>
                <a:cubicBezTo>
                  <a:pt x="5866317" y="1107662"/>
                  <a:pt x="5861954" y="1120968"/>
                  <a:pt x="5853120" y="1129802"/>
                </a:cubicBezTo>
                <a:cubicBezTo>
                  <a:pt x="5844286" y="1138636"/>
                  <a:pt x="5839883" y="1145275"/>
                  <a:pt x="5838247" y="1150264"/>
                </a:cubicBezTo>
                <a:lnTo>
                  <a:pt x="5839478" y="1157784"/>
                </a:lnTo>
                <a:lnTo>
                  <a:pt x="5824409" y="1158513"/>
                </a:lnTo>
                <a:cubicBezTo>
                  <a:pt x="5813313" y="1160666"/>
                  <a:pt x="5800008" y="1165029"/>
                  <a:pt x="5782231" y="1164921"/>
                </a:cubicBezTo>
                <a:cubicBezTo>
                  <a:pt x="5817785" y="1165136"/>
                  <a:pt x="5800116" y="1182806"/>
                  <a:pt x="5782447" y="1200475"/>
                </a:cubicBezTo>
                <a:cubicBezTo>
                  <a:pt x="5818001" y="1200691"/>
                  <a:pt x="5818001" y="1200691"/>
                  <a:pt x="5818001" y="1200691"/>
                </a:cubicBezTo>
                <a:cubicBezTo>
                  <a:pt x="5835670" y="1183021"/>
                  <a:pt x="5800332" y="1218360"/>
                  <a:pt x="5800116" y="1182806"/>
                </a:cubicBezTo>
                <a:cubicBezTo>
                  <a:pt x="5835670" y="1183021"/>
                  <a:pt x="5835670" y="1183021"/>
                  <a:pt x="5853335" y="1165357"/>
                </a:cubicBezTo>
                <a:cubicBezTo>
                  <a:pt x="5844397" y="1156419"/>
                  <a:pt x="5844397" y="1156419"/>
                  <a:pt x="5848845" y="1156443"/>
                </a:cubicBezTo>
                <a:lnTo>
                  <a:pt x="5861832" y="1151310"/>
                </a:lnTo>
                <a:lnTo>
                  <a:pt x="5862146" y="1152074"/>
                </a:lnTo>
                <a:cubicBezTo>
                  <a:pt x="5862160" y="1154296"/>
                  <a:pt x="5862167" y="1155406"/>
                  <a:pt x="5863274" y="1154858"/>
                </a:cubicBezTo>
                <a:lnTo>
                  <a:pt x="5868034" y="1150442"/>
                </a:lnTo>
                <a:lnTo>
                  <a:pt x="5870785" y="1157408"/>
                </a:lnTo>
                <a:cubicBezTo>
                  <a:pt x="5874425" y="1162151"/>
                  <a:pt x="5880000" y="1165518"/>
                  <a:pt x="5888889" y="1165572"/>
                </a:cubicBezTo>
                <a:lnTo>
                  <a:pt x="5896576" y="1155291"/>
                </a:lnTo>
                <a:lnTo>
                  <a:pt x="5896576" y="1449658"/>
                </a:lnTo>
                <a:lnTo>
                  <a:pt x="5892868" y="1452250"/>
                </a:lnTo>
                <a:lnTo>
                  <a:pt x="5863159" y="1480498"/>
                </a:lnTo>
                <a:lnTo>
                  <a:pt x="5855294" y="1485353"/>
                </a:lnTo>
                <a:lnTo>
                  <a:pt x="5854357" y="1488859"/>
                </a:lnTo>
                <a:lnTo>
                  <a:pt x="5802286" y="1538361"/>
                </a:lnTo>
                <a:cubicBezTo>
                  <a:pt x="5811228" y="1547304"/>
                  <a:pt x="5824480" y="1534052"/>
                  <a:pt x="5835524" y="1523008"/>
                </a:cubicBezTo>
                <a:lnTo>
                  <a:pt x="5849617" y="1511151"/>
                </a:lnTo>
                <a:lnTo>
                  <a:pt x="5855510" y="1520908"/>
                </a:lnTo>
                <a:cubicBezTo>
                  <a:pt x="5855456" y="1512019"/>
                  <a:pt x="5853220" y="1509783"/>
                  <a:pt x="5849618" y="1511150"/>
                </a:cubicBezTo>
                <a:lnTo>
                  <a:pt x="5849617" y="1511151"/>
                </a:lnTo>
                <a:lnTo>
                  <a:pt x="5848775" y="1509758"/>
                </a:lnTo>
                <a:lnTo>
                  <a:pt x="5854357" y="1488859"/>
                </a:lnTo>
                <a:lnTo>
                  <a:pt x="5863159" y="1480498"/>
                </a:lnTo>
                <a:lnTo>
                  <a:pt x="5896576" y="1459848"/>
                </a:lnTo>
                <a:lnTo>
                  <a:pt x="5896576" y="1546754"/>
                </a:lnTo>
                <a:lnTo>
                  <a:pt x="5867170" y="1565146"/>
                </a:lnTo>
                <a:cubicBezTo>
                  <a:pt x="5834828" y="1590782"/>
                  <a:pt x="5824970" y="1614053"/>
                  <a:pt x="5785053" y="1627143"/>
                </a:cubicBezTo>
                <a:cubicBezTo>
                  <a:pt x="5785268" y="1662698"/>
                  <a:pt x="5767383" y="1644813"/>
                  <a:pt x="5785268" y="1662698"/>
                </a:cubicBezTo>
                <a:cubicBezTo>
                  <a:pt x="5732045" y="1680151"/>
                  <a:pt x="5696706" y="1715490"/>
                  <a:pt x="5714591" y="1733375"/>
                </a:cubicBezTo>
                <a:cubicBezTo>
                  <a:pt x="5687980" y="1742102"/>
                  <a:pt x="5652641" y="1777440"/>
                  <a:pt x="5617331" y="1817222"/>
                </a:cubicBezTo>
                <a:lnTo>
                  <a:pt x="5534299" y="1911727"/>
                </a:lnTo>
                <a:lnTo>
                  <a:pt x="5504664" y="1925417"/>
                </a:lnTo>
                <a:cubicBezTo>
                  <a:pt x="5493566" y="1927563"/>
                  <a:pt x="5484680" y="1927517"/>
                  <a:pt x="5484680" y="1927517"/>
                </a:cubicBezTo>
                <a:cubicBezTo>
                  <a:pt x="5466790" y="1909627"/>
                  <a:pt x="5537688" y="1874509"/>
                  <a:pt x="5519798" y="1856619"/>
                </a:cubicBezTo>
                <a:cubicBezTo>
                  <a:pt x="5555357" y="1856840"/>
                  <a:pt x="5590475" y="1785942"/>
                  <a:pt x="5608144" y="1768273"/>
                </a:cubicBezTo>
                <a:cubicBezTo>
                  <a:pt x="5608144" y="1768273"/>
                  <a:pt x="5590259" y="1750388"/>
                  <a:pt x="5625814" y="1750603"/>
                </a:cubicBezTo>
                <a:cubicBezTo>
                  <a:pt x="5661368" y="1750828"/>
                  <a:pt x="5607929" y="1732718"/>
                  <a:pt x="5643478" y="1732939"/>
                </a:cubicBezTo>
                <a:cubicBezTo>
                  <a:pt x="5643703" y="1768493"/>
                  <a:pt x="5678817" y="1697600"/>
                  <a:pt x="5696706" y="1715490"/>
                </a:cubicBezTo>
                <a:cubicBezTo>
                  <a:pt x="5679042" y="1733155"/>
                  <a:pt x="5643478" y="1732939"/>
                  <a:pt x="5661368" y="1750828"/>
                </a:cubicBezTo>
                <a:cubicBezTo>
                  <a:pt x="5679042" y="1733155"/>
                  <a:pt x="5679042" y="1733155"/>
                  <a:pt x="5696706" y="1715490"/>
                </a:cubicBezTo>
                <a:cubicBezTo>
                  <a:pt x="5696491" y="1679926"/>
                  <a:pt x="5661152" y="1715265"/>
                  <a:pt x="5661152" y="1715265"/>
                </a:cubicBezTo>
                <a:cubicBezTo>
                  <a:pt x="5678817" y="1697600"/>
                  <a:pt x="5678817" y="1697600"/>
                  <a:pt x="5696491" y="1679926"/>
                </a:cubicBezTo>
                <a:cubicBezTo>
                  <a:pt x="5696491" y="1679926"/>
                  <a:pt x="5696706" y="1715490"/>
                  <a:pt x="5714380" y="1697816"/>
                </a:cubicBezTo>
                <a:cubicBezTo>
                  <a:pt x="5696491" y="1679926"/>
                  <a:pt x="5731825" y="1644592"/>
                  <a:pt x="5731825" y="1644592"/>
                </a:cubicBezTo>
                <a:cubicBezTo>
                  <a:pt x="5749714" y="1662482"/>
                  <a:pt x="5714380" y="1697816"/>
                  <a:pt x="5732045" y="1680151"/>
                </a:cubicBezTo>
                <a:cubicBezTo>
                  <a:pt x="5749714" y="1662482"/>
                  <a:pt x="5749714" y="1662482"/>
                  <a:pt x="5749714" y="1662482"/>
                </a:cubicBezTo>
                <a:cubicBezTo>
                  <a:pt x="5749714" y="1662482"/>
                  <a:pt x="5731825" y="1644592"/>
                  <a:pt x="5731825" y="1644592"/>
                </a:cubicBezTo>
                <a:cubicBezTo>
                  <a:pt x="5749714" y="1662482"/>
                  <a:pt x="5766948" y="1573700"/>
                  <a:pt x="5802722" y="1609474"/>
                </a:cubicBezTo>
                <a:cubicBezTo>
                  <a:pt x="5784832" y="1591585"/>
                  <a:pt x="5855730" y="1556466"/>
                  <a:pt x="5837840" y="1538577"/>
                </a:cubicBezTo>
                <a:cubicBezTo>
                  <a:pt x="5820171" y="1556246"/>
                  <a:pt x="5767163" y="1609254"/>
                  <a:pt x="5766948" y="1573700"/>
                </a:cubicBezTo>
                <a:cubicBezTo>
                  <a:pt x="5766948" y="1573700"/>
                  <a:pt x="5749278" y="1591369"/>
                  <a:pt x="5731609" y="1609038"/>
                </a:cubicBezTo>
                <a:cubicBezTo>
                  <a:pt x="5731609" y="1609038"/>
                  <a:pt x="5731394" y="1573484"/>
                  <a:pt x="5713724" y="1591154"/>
                </a:cubicBezTo>
                <a:cubicBezTo>
                  <a:pt x="5696055" y="1608823"/>
                  <a:pt x="5731609" y="1609038"/>
                  <a:pt x="5713940" y="1626708"/>
                </a:cubicBezTo>
                <a:cubicBezTo>
                  <a:pt x="5625593" y="1715054"/>
                  <a:pt x="5555137" y="1821280"/>
                  <a:pt x="5466575" y="1874073"/>
                </a:cubicBezTo>
                <a:cubicBezTo>
                  <a:pt x="5413567" y="1927081"/>
                  <a:pt x="5414003" y="1998194"/>
                  <a:pt x="5360775" y="2015643"/>
                </a:cubicBezTo>
                <a:cubicBezTo>
                  <a:pt x="5378664" y="2033532"/>
                  <a:pt x="5307556" y="2033092"/>
                  <a:pt x="5307771" y="2068646"/>
                </a:cubicBezTo>
                <a:cubicBezTo>
                  <a:pt x="5290102" y="2086315"/>
                  <a:pt x="5325440" y="2050977"/>
                  <a:pt x="5289886" y="2050761"/>
                </a:cubicBezTo>
                <a:cubicBezTo>
                  <a:pt x="5307771" y="2068646"/>
                  <a:pt x="5290102" y="2086315"/>
                  <a:pt x="5290102" y="2086315"/>
                </a:cubicBezTo>
                <a:cubicBezTo>
                  <a:pt x="5254543" y="2086104"/>
                  <a:pt x="5219645" y="2192551"/>
                  <a:pt x="5184086" y="2192331"/>
                </a:cubicBezTo>
                <a:cubicBezTo>
                  <a:pt x="5184086" y="2192331"/>
                  <a:pt x="5166417" y="2210000"/>
                  <a:pt x="5148532" y="2192115"/>
                </a:cubicBezTo>
                <a:cubicBezTo>
                  <a:pt x="5148748" y="2227669"/>
                  <a:pt x="5113194" y="2227453"/>
                  <a:pt x="5113409" y="2263008"/>
                </a:cubicBezTo>
                <a:cubicBezTo>
                  <a:pt x="5113409" y="2263008"/>
                  <a:pt x="5131079" y="2245338"/>
                  <a:pt x="5148748" y="2227669"/>
                </a:cubicBezTo>
                <a:lnTo>
                  <a:pt x="5123106" y="2263069"/>
                </a:lnTo>
                <a:lnTo>
                  <a:pt x="5090397" y="2290688"/>
                </a:lnTo>
                <a:lnTo>
                  <a:pt x="5078071" y="2298346"/>
                </a:lnTo>
                <a:lnTo>
                  <a:pt x="5077649" y="2301459"/>
                </a:lnTo>
                <a:lnTo>
                  <a:pt x="5060401" y="2316016"/>
                </a:lnTo>
                <a:cubicBezTo>
                  <a:pt x="5060401" y="2316016"/>
                  <a:pt x="5069292" y="2316067"/>
                  <a:pt x="5075943" y="2313888"/>
                </a:cubicBezTo>
                <a:lnTo>
                  <a:pt x="5077649" y="2301459"/>
                </a:lnTo>
                <a:lnTo>
                  <a:pt x="5090397" y="2290688"/>
                </a:lnTo>
                <a:lnTo>
                  <a:pt x="5113489" y="2276342"/>
                </a:lnTo>
                <a:lnTo>
                  <a:pt x="5123106" y="2263069"/>
                </a:lnTo>
                <a:lnTo>
                  <a:pt x="5175360" y="2218943"/>
                </a:lnTo>
                <a:cubicBezTo>
                  <a:pt x="5210698" y="2183604"/>
                  <a:pt x="5246037" y="2148275"/>
                  <a:pt x="5290322" y="2121874"/>
                </a:cubicBezTo>
                <a:cubicBezTo>
                  <a:pt x="5290322" y="2121874"/>
                  <a:pt x="5290322" y="2121874"/>
                  <a:pt x="5290102" y="2086315"/>
                </a:cubicBezTo>
                <a:cubicBezTo>
                  <a:pt x="5343110" y="2033307"/>
                  <a:pt x="5449341" y="1962855"/>
                  <a:pt x="5484680" y="1927517"/>
                </a:cubicBezTo>
                <a:cubicBezTo>
                  <a:pt x="5467010" y="1945186"/>
                  <a:pt x="5502564" y="1945402"/>
                  <a:pt x="5484895" y="1963071"/>
                </a:cubicBezTo>
                <a:cubicBezTo>
                  <a:pt x="5467010" y="1945186"/>
                  <a:pt x="5467010" y="1945186"/>
                  <a:pt x="5467010" y="1945186"/>
                </a:cubicBezTo>
                <a:cubicBezTo>
                  <a:pt x="5484895" y="1963071"/>
                  <a:pt x="5449341" y="1962855"/>
                  <a:pt x="5449557" y="1998409"/>
                </a:cubicBezTo>
                <a:cubicBezTo>
                  <a:pt x="5431887" y="2016079"/>
                  <a:pt x="5414003" y="1998194"/>
                  <a:pt x="5414218" y="2033748"/>
                </a:cubicBezTo>
                <a:cubicBezTo>
                  <a:pt x="5414110" y="2015971"/>
                  <a:pt x="5409639" y="2011500"/>
                  <a:pt x="5400781" y="2015886"/>
                </a:cubicBezTo>
                <a:lnTo>
                  <a:pt x="5396357" y="2019814"/>
                </a:lnTo>
                <a:lnTo>
                  <a:pt x="5396333" y="2015863"/>
                </a:lnTo>
                <a:lnTo>
                  <a:pt x="5391796" y="2023859"/>
                </a:lnTo>
                <a:lnTo>
                  <a:pt x="5360995" y="2051202"/>
                </a:lnTo>
                <a:cubicBezTo>
                  <a:pt x="5343330" y="2068866"/>
                  <a:pt x="5343330" y="2068866"/>
                  <a:pt x="5325661" y="2086536"/>
                </a:cubicBezTo>
                <a:cubicBezTo>
                  <a:pt x="5361215" y="2086751"/>
                  <a:pt x="5343546" y="2104420"/>
                  <a:pt x="5361431" y="2122305"/>
                </a:cubicBezTo>
                <a:cubicBezTo>
                  <a:pt x="5361431" y="2122305"/>
                  <a:pt x="5361431" y="2122305"/>
                  <a:pt x="5379100" y="2104636"/>
                </a:cubicBezTo>
                <a:cubicBezTo>
                  <a:pt x="5361215" y="2086751"/>
                  <a:pt x="5361215" y="2086751"/>
                  <a:pt x="5360995" y="2051202"/>
                </a:cubicBezTo>
                <a:cubicBezTo>
                  <a:pt x="5369937" y="2060144"/>
                  <a:pt x="5374357" y="2055724"/>
                  <a:pt x="5378749" y="2046861"/>
                </a:cubicBezTo>
                <a:lnTo>
                  <a:pt x="5391796" y="2023859"/>
                </a:lnTo>
                <a:lnTo>
                  <a:pt x="5396357" y="2019814"/>
                </a:lnTo>
                <a:lnTo>
                  <a:pt x="5396549" y="2051417"/>
                </a:lnTo>
                <a:cubicBezTo>
                  <a:pt x="5449772" y="2033964"/>
                  <a:pt x="5502780" y="1980955"/>
                  <a:pt x="5520234" y="1927732"/>
                </a:cubicBezTo>
                <a:cubicBezTo>
                  <a:pt x="5555788" y="1927948"/>
                  <a:pt x="5590911" y="1857055"/>
                  <a:pt x="5626465" y="1857271"/>
                </a:cubicBezTo>
                <a:cubicBezTo>
                  <a:pt x="5626465" y="1857271"/>
                  <a:pt x="5626686" y="1892829"/>
                  <a:pt x="5644355" y="1875160"/>
                </a:cubicBezTo>
                <a:cubicBezTo>
                  <a:pt x="5644463" y="1892937"/>
                  <a:pt x="5635572" y="1892886"/>
                  <a:pt x="5626686" y="1892829"/>
                </a:cubicBezTo>
                <a:lnTo>
                  <a:pt x="5591126" y="1892609"/>
                </a:lnTo>
                <a:cubicBezTo>
                  <a:pt x="5582292" y="1901444"/>
                  <a:pt x="5586763" y="1905915"/>
                  <a:pt x="5595678" y="1910414"/>
                </a:cubicBezTo>
                <a:lnTo>
                  <a:pt x="5601611" y="1913826"/>
                </a:lnTo>
                <a:lnTo>
                  <a:pt x="5584635" y="1921457"/>
                </a:lnTo>
                <a:cubicBezTo>
                  <a:pt x="5583545" y="1924782"/>
                  <a:pt x="5583015" y="1928668"/>
                  <a:pt x="5581651" y="1932827"/>
                </a:cubicBezTo>
                <a:lnTo>
                  <a:pt x="5575992" y="1942053"/>
                </a:lnTo>
                <a:lnTo>
                  <a:pt x="5563676" y="1945774"/>
                </a:lnTo>
                <a:cubicBezTo>
                  <a:pt x="5559252" y="1949081"/>
                  <a:pt x="5555953" y="1954617"/>
                  <a:pt x="5556008" y="1963506"/>
                </a:cubicBezTo>
                <a:cubicBezTo>
                  <a:pt x="5556008" y="1963506"/>
                  <a:pt x="5556008" y="1963506"/>
                  <a:pt x="5538119" y="1945617"/>
                </a:cubicBezTo>
                <a:cubicBezTo>
                  <a:pt x="5520449" y="1963286"/>
                  <a:pt x="5520670" y="1998845"/>
                  <a:pt x="5502780" y="1980955"/>
                </a:cubicBezTo>
                <a:cubicBezTo>
                  <a:pt x="5502780" y="1980955"/>
                  <a:pt x="5520670" y="1998845"/>
                  <a:pt x="5520670" y="1998845"/>
                </a:cubicBezTo>
                <a:cubicBezTo>
                  <a:pt x="5502996" y="2016510"/>
                  <a:pt x="5485111" y="1998625"/>
                  <a:pt x="5502996" y="2016510"/>
                </a:cubicBezTo>
                <a:cubicBezTo>
                  <a:pt x="5502996" y="2016510"/>
                  <a:pt x="5502996" y="2016510"/>
                  <a:pt x="5520670" y="1998845"/>
                </a:cubicBezTo>
                <a:cubicBezTo>
                  <a:pt x="5538555" y="2016730"/>
                  <a:pt x="5502996" y="2016510"/>
                  <a:pt x="5503216" y="2052068"/>
                </a:cubicBezTo>
                <a:cubicBezTo>
                  <a:pt x="5502996" y="2016510"/>
                  <a:pt x="5467657" y="2051848"/>
                  <a:pt x="5467442" y="2016294"/>
                </a:cubicBezTo>
                <a:cubicBezTo>
                  <a:pt x="5449772" y="2033964"/>
                  <a:pt x="5467657" y="2051848"/>
                  <a:pt x="5485552" y="2069733"/>
                </a:cubicBezTo>
                <a:cubicBezTo>
                  <a:pt x="5467657" y="2051848"/>
                  <a:pt x="5467657" y="2051848"/>
                  <a:pt x="5467657" y="2051848"/>
                </a:cubicBezTo>
                <a:cubicBezTo>
                  <a:pt x="5432103" y="2051633"/>
                  <a:pt x="5467878" y="2087407"/>
                  <a:pt x="5485552" y="2069733"/>
                </a:cubicBezTo>
                <a:cubicBezTo>
                  <a:pt x="5467878" y="2087407"/>
                  <a:pt x="5432319" y="2087187"/>
                  <a:pt x="5450208" y="2105076"/>
                </a:cubicBezTo>
                <a:cubicBezTo>
                  <a:pt x="5432539" y="2122746"/>
                  <a:pt x="5432319" y="2087187"/>
                  <a:pt x="5432319" y="2087187"/>
                </a:cubicBezTo>
                <a:cubicBezTo>
                  <a:pt x="5432319" y="2087187"/>
                  <a:pt x="5432319" y="2087187"/>
                  <a:pt x="5396985" y="2122521"/>
                </a:cubicBezTo>
                <a:cubicBezTo>
                  <a:pt x="5396985" y="2122521"/>
                  <a:pt x="5432539" y="2122746"/>
                  <a:pt x="5432539" y="2122746"/>
                </a:cubicBezTo>
                <a:cubicBezTo>
                  <a:pt x="5397205" y="2158080"/>
                  <a:pt x="5326528" y="2228757"/>
                  <a:pt x="5291190" y="2264095"/>
                </a:cubicBezTo>
                <a:cubicBezTo>
                  <a:pt x="5326744" y="2264311"/>
                  <a:pt x="5379536" y="2175749"/>
                  <a:pt x="5432539" y="2122746"/>
                </a:cubicBezTo>
                <a:cubicBezTo>
                  <a:pt x="5432539" y="2122746"/>
                  <a:pt x="5450424" y="2140631"/>
                  <a:pt x="5450424" y="2140631"/>
                </a:cubicBezTo>
                <a:cubicBezTo>
                  <a:pt x="5468093" y="2122961"/>
                  <a:pt x="5485552" y="2069733"/>
                  <a:pt x="5503216" y="2052068"/>
                </a:cubicBezTo>
                <a:cubicBezTo>
                  <a:pt x="5574109" y="2016946"/>
                  <a:pt x="5644786" y="1946269"/>
                  <a:pt x="5679909" y="1875376"/>
                </a:cubicBezTo>
                <a:cubicBezTo>
                  <a:pt x="5768466" y="1822588"/>
                  <a:pt x="5803594" y="1751691"/>
                  <a:pt x="5856597" y="1698688"/>
                </a:cubicBezTo>
                <a:lnTo>
                  <a:pt x="5896576" y="1685576"/>
                </a:lnTo>
                <a:lnTo>
                  <a:pt x="5896576" y="1687241"/>
                </a:lnTo>
                <a:lnTo>
                  <a:pt x="5892151" y="1698903"/>
                </a:lnTo>
                <a:lnTo>
                  <a:pt x="5896576" y="1694478"/>
                </a:lnTo>
                <a:lnTo>
                  <a:pt x="5896576" y="2907274"/>
                </a:lnTo>
                <a:lnTo>
                  <a:pt x="5886194" y="2905482"/>
                </a:lnTo>
                <a:cubicBezTo>
                  <a:pt x="5877332" y="2909871"/>
                  <a:pt x="5868525" y="2923151"/>
                  <a:pt x="5859663" y="2927540"/>
                </a:cubicBezTo>
                <a:lnTo>
                  <a:pt x="5846314" y="2925236"/>
                </a:lnTo>
                <a:lnTo>
                  <a:pt x="5881653" y="2889897"/>
                </a:lnTo>
                <a:cubicBezTo>
                  <a:pt x="5877236" y="2894314"/>
                  <a:pt x="5870609" y="2900940"/>
                  <a:pt x="5862603" y="2908947"/>
                </a:cubicBezTo>
                <a:lnTo>
                  <a:pt x="5846314" y="2925235"/>
                </a:lnTo>
                <a:lnTo>
                  <a:pt x="5846314" y="2925235"/>
                </a:lnTo>
                <a:lnTo>
                  <a:pt x="5846314" y="2925236"/>
                </a:lnTo>
                <a:lnTo>
                  <a:pt x="5835271" y="2936279"/>
                </a:lnTo>
                <a:cubicBezTo>
                  <a:pt x="5815393" y="2956157"/>
                  <a:pt x="5793307" y="2978243"/>
                  <a:pt x="5775637" y="2995913"/>
                </a:cubicBezTo>
                <a:lnTo>
                  <a:pt x="5846314" y="2925236"/>
                </a:lnTo>
                <a:lnTo>
                  <a:pt x="5853895" y="2938338"/>
                </a:lnTo>
                <a:cubicBezTo>
                  <a:pt x="5856472" y="2950853"/>
                  <a:pt x="5846530" y="2960789"/>
                  <a:pt x="5846530" y="2960789"/>
                </a:cubicBezTo>
                <a:cubicBezTo>
                  <a:pt x="5828865" y="2978464"/>
                  <a:pt x="5793306" y="2978243"/>
                  <a:pt x="5828865" y="2978464"/>
                </a:cubicBezTo>
                <a:cubicBezTo>
                  <a:pt x="5793306" y="2978243"/>
                  <a:pt x="5793527" y="3013802"/>
                  <a:pt x="5775857" y="3031472"/>
                </a:cubicBezTo>
                <a:cubicBezTo>
                  <a:pt x="5775857" y="3031472"/>
                  <a:pt x="5775857" y="3031472"/>
                  <a:pt x="5757968" y="3013582"/>
                </a:cubicBezTo>
                <a:cubicBezTo>
                  <a:pt x="5757752" y="2978028"/>
                  <a:pt x="5740298" y="3031251"/>
                  <a:pt x="5740298" y="3031251"/>
                </a:cubicBezTo>
                <a:cubicBezTo>
                  <a:pt x="5757968" y="3013582"/>
                  <a:pt x="5757968" y="3013582"/>
                  <a:pt x="5757968" y="3013582"/>
                </a:cubicBezTo>
                <a:cubicBezTo>
                  <a:pt x="5740519" y="3066810"/>
                  <a:pt x="5740519" y="3066810"/>
                  <a:pt x="5687295" y="3084254"/>
                </a:cubicBezTo>
                <a:lnTo>
                  <a:pt x="5716939" y="3086415"/>
                </a:lnTo>
                <a:lnTo>
                  <a:pt x="5669621" y="3101928"/>
                </a:lnTo>
                <a:cubicBezTo>
                  <a:pt x="5669842" y="3137478"/>
                  <a:pt x="5669842" y="3137478"/>
                  <a:pt x="5687727" y="3155372"/>
                </a:cubicBezTo>
                <a:cubicBezTo>
                  <a:pt x="5705400" y="3137698"/>
                  <a:pt x="5705400" y="3137698"/>
                  <a:pt x="5705400" y="3137698"/>
                </a:cubicBezTo>
                <a:cubicBezTo>
                  <a:pt x="5705559" y="3164367"/>
                  <a:pt x="5715416" y="3141096"/>
                  <a:pt x="5727880" y="3135339"/>
                </a:cubicBezTo>
                <a:lnTo>
                  <a:pt x="5740950" y="3137919"/>
                </a:lnTo>
                <a:lnTo>
                  <a:pt x="5738745" y="3140123"/>
                </a:lnTo>
                <a:cubicBezTo>
                  <a:pt x="5732120" y="3146748"/>
                  <a:pt x="5723285" y="3155583"/>
                  <a:pt x="5723285" y="3155583"/>
                </a:cubicBezTo>
                <a:cubicBezTo>
                  <a:pt x="5696566" y="3146533"/>
                  <a:pt x="5692142" y="3150948"/>
                  <a:pt x="5694410" y="3157631"/>
                </a:cubicBezTo>
                <a:lnTo>
                  <a:pt x="5700339" y="3165903"/>
                </a:lnTo>
                <a:lnTo>
                  <a:pt x="5698905" y="3166550"/>
                </a:lnTo>
                <a:lnTo>
                  <a:pt x="5695914" y="3173196"/>
                </a:lnTo>
                <a:lnTo>
                  <a:pt x="5687839" y="3173144"/>
                </a:lnTo>
                <a:cubicBezTo>
                  <a:pt x="5683419" y="3177564"/>
                  <a:pt x="5679004" y="3181979"/>
                  <a:pt x="5670062" y="3173037"/>
                </a:cubicBezTo>
                <a:cubicBezTo>
                  <a:pt x="5670062" y="3173037"/>
                  <a:pt x="5669842" y="3137478"/>
                  <a:pt x="5669842" y="3137478"/>
                </a:cubicBezTo>
                <a:cubicBezTo>
                  <a:pt x="5634283" y="3137267"/>
                  <a:pt x="5634283" y="3137267"/>
                  <a:pt x="5634503" y="3172816"/>
                </a:cubicBezTo>
                <a:cubicBezTo>
                  <a:pt x="5616618" y="3154931"/>
                  <a:pt x="5598949" y="3172601"/>
                  <a:pt x="5581280" y="3190270"/>
                </a:cubicBezTo>
                <a:cubicBezTo>
                  <a:pt x="5581280" y="3190270"/>
                  <a:pt x="5581280" y="3190270"/>
                  <a:pt x="5563610" y="3207939"/>
                </a:cubicBezTo>
                <a:cubicBezTo>
                  <a:pt x="5581280" y="3190270"/>
                  <a:pt x="5581280" y="3190270"/>
                  <a:pt x="5563395" y="3172385"/>
                </a:cubicBezTo>
                <a:cubicBezTo>
                  <a:pt x="5545726" y="3190054"/>
                  <a:pt x="5581280" y="3190270"/>
                  <a:pt x="5545726" y="3190054"/>
                </a:cubicBezTo>
                <a:cubicBezTo>
                  <a:pt x="5545941" y="3225608"/>
                  <a:pt x="5581500" y="3225829"/>
                  <a:pt x="5581500" y="3225829"/>
                </a:cubicBezTo>
                <a:cubicBezTo>
                  <a:pt x="5581500" y="3225829"/>
                  <a:pt x="5581500" y="3225829"/>
                  <a:pt x="5563831" y="3243498"/>
                </a:cubicBezTo>
                <a:cubicBezTo>
                  <a:pt x="5563831" y="3243498"/>
                  <a:pt x="5563610" y="3207939"/>
                  <a:pt x="5528056" y="3207724"/>
                </a:cubicBezTo>
                <a:cubicBezTo>
                  <a:pt x="5536998" y="3216666"/>
                  <a:pt x="5532581" y="3221083"/>
                  <a:pt x="5525928" y="3223265"/>
                </a:cubicBezTo>
                <a:lnTo>
                  <a:pt x="5517802" y="3224755"/>
                </a:lnTo>
                <a:lnTo>
                  <a:pt x="5517875" y="3223494"/>
                </a:lnTo>
                <a:cubicBezTo>
                  <a:pt x="5517026" y="3220989"/>
                  <a:pt x="5514804" y="3220976"/>
                  <a:pt x="5510387" y="3225393"/>
                </a:cubicBezTo>
                <a:cubicBezTo>
                  <a:pt x="5510387" y="3225393"/>
                  <a:pt x="5512609" y="3225407"/>
                  <a:pt x="5515663" y="3225147"/>
                </a:cubicBezTo>
                <a:lnTo>
                  <a:pt x="5517802" y="3224755"/>
                </a:lnTo>
                <a:lnTo>
                  <a:pt x="5517121" y="3236544"/>
                </a:lnTo>
                <a:cubicBezTo>
                  <a:pt x="5514966" y="3247641"/>
                  <a:pt x="5510603" y="3260947"/>
                  <a:pt x="5510603" y="3260947"/>
                </a:cubicBezTo>
                <a:cubicBezTo>
                  <a:pt x="5510603" y="3260947"/>
                  <a:pt x="5492933" y="3278616"/>
                  <a:pt x="5492933" y="3278616"/>
                </a:cubicBezTo>
                <a:cubicBezTo>
                  <a:pt x="5492933" y="3278616"/>
                  <a:pt x="5528272" y="3243278"/>
                  <a:pt x="5492718" y="3243062"/>
                </a:cubicBezTo>
                <a:cubicBezTo>
                  <a:pt x="5475049" y="3260731"/>
                  <a:pt x="5475049" y="3260731"/>
                  <a:pt x="5457379" y="3278401"/>
                </a:cubicBezTo>
                <a:lnTo>
                  <a:pt x="5422045" y="3313735"/>
                </a:lnTo>
                <a:lnTo>
                  <a:pt x="5459751" y="3302856"/>
                </a:lnTo>
                <a:cubicBezTo>
                  <a:pt x="5466373" y="3296234"/>
                  <a:pt x="5466321" y="3287343"/>
                  <a:pt x="5457379" y="3278401"/>
                </a:cubicBezTo>
                <a:cubicBezTo>
                  <a:pt x="5475264" y="3296286"/>
                  <a:pt x="5475264" y="3296286"/>
                  <a:pt x="5493153" y="3314175"/>
                </a:cubicBezTo>
                <a:cubicBezTo>
                  <a:pt x="5457595" y="3313955"/>
                  <a:pt x="5439925" y="3331624"/>
                  <a:pt x="5439925" y="3331624"/>
                </a:cubicBezTo>
                <a:lnTo>
                  <a:pt x="5422041" y="3313739"/>
                </a:lnTo>
                <a:lnTo>
                  <a:pt x="5386702" y="3349078"/>
                </a:lnTo>
                <a:cubicBezTo>
                  <a:pt x="5386702" y="3349078"/>
                  <a:pt x="5386702" y="3349078"/>
                  <a:pt x="5388938" y="3351314"/>
                </a:cubicBezTo>
                <a:lnTo>
                  <a:pt x="5400163" y="3362539"/>
                </a:lnTo>
                <a:lnTo>
                  <a:pt x="5394285" y="3368602"/>
                </a:lnTo>
                <a:cubicBezTo>
                  <a:pt x="5391567" y="3372717"/>
                  <a:pt x="5389100" y="3377979"/>
                  <a:pt x="5386918" y="3384632"/>
                </a:cubicBezTo>
                <a:cubicBezTo>
                  <a:pt x="5404802" y="3402517"/>
                  <a:pt x="5404802" y="3402517"/>
                  <a:pt x="5404802" y="3402517"/>
                </a:cubicBezTo>
                <a:cubicBezTo>
                  <a:pt x="5422476" y="3384852"/>
                  <a:pt x="5404802" y="3402517"/>
                  <a:pt x="5422476" y="3384852"/>
                </a:cubicBezTo>
                <a:cubicBezTo>
                  <a:pt x="5422476" y="3384852"/>
                  <a:pt x="5440141" y="3367178"/>
                  <a:pt x="5440141" y="3367178"/>
                </a:cubicBezTo>
                <a:cubicBezTo>
                  <a:pt x="5440141" y="3367178"/>
                  <a:pt x="5458026" y="3385063"/>
                  <a:pt x="5458026" y="3385063"/>
                </a:cubicBezTo>
                <a:cubicBezTo>
                  <a:pt x="5440361" y="3402737"/>
                  <a:pt x="5440361" y="3402737"/>
                  <a:pt x="5422687" y="3420402"/>
                </a:cubicBezTo>
                <a:cubicBezTo>
                  <a:pt x="5458246" y="3420622"/>
                  <a:pt x="5458246" y="3420622"/>
                  <a:pt x="5475920" y="3402948"/>
                </a:cubicBezTo>
                <a:cubicBezTo>
                  <a:pt x="5458026" y="3385063"/>
                  <a:pt x="5458026" y="3385063"/>
                  <a:pt x="5458026" y="3385063"/>
                </a:cubicBezTo>
                <a:cubicBezTo>
                  <a:pt x="5440141" y="3367178"/>
                  <a:pt x="5475700" y="3367399"/>
                  <a:pt x="5475700" y="3367399"/>
                </a:cubicBezTo>
                <a:cubicBezTo>
                  <a:pt x="5457923" y="3367291"/>
                  <a:pt x="5440089" y="3358288"/>
                  <a:pt x="5424520" y="3355972"/>
                </a:cubicBezTo>
                <a:cubicBezTo>
                  <a:pt x="5416735" y="3354815"/>
                  <a:pt x="5409517" y="3355327"/>
                  <a:pt x="5403153" y="3359455"/>
                </a:cubicBezTo>
                <a:lnTo>
                  <a:pt x="5401484" y="3361176"/>
                </a:lnTo>
                <a:lnTo>
                  <a:pt x="5397564" y="3353866"/>
                </a:lnTo>
                <a:cubicBezTo>
                  <a:pt x="5396654" y="3341361"/>
                  <a:pt x="5413259" y="3331463"/>
                  <a:pt x="5439925" y="3331624"/>
                </a:cubicBezTo>
                <a:cubicBezTo>
                  <a:pt x="5422256" y="3349293"/>
                  <a:pt x="5457815" y="3349514"/>
                  <a:pt x="5475480" y="3331840"/>
                </a:cubicBezTo>
                <a:cubicBezTo>
                  <a:pt x="5493153" y="3314175"/>
                  <a:pt x="5475700" y="3367399"/>
                  <a:pt x="5493364" y="3349725"/>
                </a:cubicBezTo>
                <a:cubicBezTo>
                  <a:pt x="5497837" y="3354197"/>
                  <a:pt x="5504504" y="3354238"/>
                  <a:pt x="5511437" y="3352337"/>
                </a:cubicBezTo>
                <a:lnTo>
                  <a:pt x="5524263" y="3346438"/>
                </a:lnTo>
                <a:lnTo>
                  <a:pt x="5528923" y="3349945"/>
                </a:lnTo>
                <a:cubicBezTo>
                  <a:pt x="5546593" y="3332276"/>
                  <a:pt x="5542175" y="3336693"/>
                  <a:pt x="5531104" y="3343291"/>
                </a:cubicBezTo>
                <a:lnTo>
                  <a:pt x="5524263" y="3346438"/>
                </a:lnTo>
                <a:lnTo>
                  <a:pt x="5511064" y="3336504"/>
                </a:lnTo>
                <a:cubicBezTo>
                  <a:pt x="5506620" y="3336477"/>
                  <a:pt x="5502201" y="3340893"/>
                  <a:pt x="5493364" y="3349725"/>
                </a:cubicBezTo>
                <a:cubicBezTo>
                  <a:pt x="5475480" y="3331840"/>
                  <a:pt x="5493153" y="3314175"/>
                  <a:pt x="5493153" y="3314175"/>
                </a:cubicBezTo>
                <a:cubicBezTo>
                  <a:pt x="5528703" y="3314386"/>
                  <a:pt x="5528492" y="3278837"/>
                  <a:pt x="5528492" y="3278837"/>
                </a:cubicBezTo>
                <a:cubicBezTo>
                  <a:pt x="5546377" y="3296722"/>
                  <a:pt x="5528703" y="3314386"/>
                  <a:pt x="5528703" y="3314386"/>
                </a:cubicBezTo>
                <a:cubicBezTo>
                  <a:pt x="5546377" y="3296722"/>
                  <a:pt x="5564046" y="3279052"/>
                  <a:pt x="5564262" y="3314606"/>
                </a:cubicBezTo>
                <a:cubicBezTo>
                  <a:pt x="5564262" y="3314606"/>
                  <a:pt x="5564262" y="3314606"/>
                  <a:pt x="5581931" y="3296937"/>
                </a:cubicBezTo>
                <a:cubicBezTo>
                  <a:pt x="5581931" y="3296937"/>
                  <a:pt x="5581931" y="3296937"/>
                  <a:pt x="5599601" y="3279268"/>
                </a:cubicBezTo>
                <a:cubicBezTo>
                  <a:pt x="5617270" y="3261599"/>
                  <a:pt x="5634939" y="3243929"/>
                  <a:pt x="5634939" y="3243929"/>
                </a:cubicBezTo>
                <a:cubicBezTo>
                  <a:pt x="5634939" y="3243929"/>
                  <a:pt x="5652824" y="3261814"/>
                  <a:pt x="5670493" y="3244145"/>
                </a:cubicBezTo>
                <a:cubicBezTo>
                  <a:pt x="5652608" y="3226260"/>
                  <a:pt x="5652608" y="3226260"/>
                  <a:pt x="5670278" y="3208591"/>
                </a:cubicBezTo>
                <a:cubicBezTo>
                  <a:pt x="5670278" y="3208591"/>
                  <a:pt x="5690277" y="3208712"/>
                  <a:pt x="5692731" y="3201227"/>
                </a:cubicBezTo>
                <a:lnTo>
                  <a:pt x="5690731" y="3196919"/>
                </a:lnTo>
                <a:lnTo>
                  <a:pt x="5696860" y="3195422"/>
                </a:lnTo>
                <a:cubicBezTo>
                  <a:pt x="5705721" y="3191033"/>
                  <a:pt x="5714554" y="3182199"/>
                  <a:pt x="5705612" y="3173257"/>
                </a:cubicBezTo>
                <a:lnTo>
                  <a:pt x="5700339" y="3165903"/>
                </a:lnTo>
                <a:lnTo>
                  <a:pt x="5723285" y="3155583"/>
                </a:lnTo>
                <a:cubicBezTo>
                  <a:pt x="5723285" y="3155583"/>
                  <a:pt x="5723285" y="3155583"/>
                  <a:pt x="5740950" y="3137919"/>
                </a:cubicBezTo>
                <a:cubicBezTo>
                  <a:pt x="5776509" y="3138129"/>
                  <a:pt x="5740950" y="3137919"/>
                  <a:pt x="5758624" y="3120244"/>
                </a:cubicBezTo>
                <a:cubicBezTo>
                  <a:pt x="5758624" y="3120244"/>
                  <a:pt x="5776509" y="3138129"/>
                  <a:pt x="5794173" y="3120465"/>
                </a:cubicBezTo>
                <a:cubicBezTo>
                  <a:pt x="5776289" y="3102580"/>
                  <a:pt x="5811843" y="3102795"/>
                  <a:pt x="5793958" y="3084911"/>
                </a:cubicBezTo>
                <a:cubicBezTo>
                  <a:pt x="5793958" y="3084911"/>
                  <a:pt x="5829512" y="3085126"/>
                  <a:pt x="5811843" y="3102795"/>
                </a:cubicBezTo>
                <a:cubicBezTo>
                  <a:pt x="5829512" y="3085126"/>
                  <a:pt x="5829296" y="3049572"/>
                  <a:pt x="5829296" y="3049572"/>
                </a:cubicBezTo>
                <a:cubicBezTo>
                  <a:pt x="5847181" y="3067457"/>
                  <a:pt x="5847181" y="3067457"/>
                  <a:pt x="5864851" y="3049788"/>
                </a:cubicBezTo>
                <a:cubicBezTo>
                  <a:pt x="5864851" y="3049788"/>
                  <a:pt x="5878158" y="3045425"/>
                  <a:pt x="5891465" y="3041063"/>
                </a:cubicBezTo>
                <a:lnTo>
                  <a:pt x="5896576" y="3039388"/>
                </a:lnTo>
                <a:lnTo>
                  <a:pt x="5896576" y="3095922"/>
                </a:lnTo>
                <a:lnTo>
                  <a:pt x="5882956" y="3103231"/>
                </a:lnTo>
                <a:cubicBezTo>
                  <a:pt x="5882956" y="3103231"/>
                  <a:pt x="5882956" y="3103231"/>
                  <a:pt x="5865286" y="3120901"/>
                </a:cubicBezTo>
                <a:cubicBezTo>
                  <a:pt x="5865286" y="3120901"/>
                  <a:pt x="5829732" y="3120685"/>
                  <a:pt x="5829948" y="3156239"/>
                </a:cubicBezTo>
                <a:cubicBezTo>
                  <a:pt x="5812283" y="3173904"/>
                  <a:pt x="5776724" y="3173693"/>
                  <a:pt x="5776945" y="3209242"/>
                </a:cubicBezTo>
                <a:cubicBezTo>
                  <a:pt x="5776945" y="3209242"/>
                  <a:pt x="5759060" y="3191357"/>
                  <a:pt x="5759060" y="3191357"/>
                </a:cubicBezTo>
                <a:cubicBezTo>
                  <a:pt x="5759271" y="3226916"/>
                  <a:pt x="5776945" y="3209242"/>
                  <a:pt x="5776945" y="3209242"/>
                </a:cubicBezTo>
                <a:cubicBezTo>
                  <a:pt x="5759271" y="3226916"/>
                  <a:pt x="5706052" y="3244365"/>
                  <a:pt x="5706268" y="3279920"/>
                </a:cubicBezTo>
                <a:cubicBezTo>
                  <a:pt x="5706268" y="3279920"/>
                  <a:pt x="5688598" y="3297589"/>
                  <a:pt x="5670713" y="3279704"/>
                </a:cubicBezTo>
                <a:cubicBezTo>
                  <a:pt x="5670713" y="3279704"/>
                  <a:pt x="5670713" y="3279704"/>
                  <a:pt x="5652824" y="3261814"/>
                </a:cubicBezTo>
                <a:cubicBezTo>
                  <a:pt x="5652824" y="3261814"/>
                  <a:pt x="5653044" y="3297373"/>
                  <a:pt x="5635155" y="3279483"/>
                </a:cubicBezTo>
                <a:cubicBezTo>
                  <a:pt x="5617485" y="3297153"/>
                  <a:pt x="5635375" y="3315042"/>
                  <a:pt x="5617705" y="3332712"/>
                </a:cubicBezTo>
                <a:cubicBezTo>
                  <a:pt x="5635590" y="3350597"/>
                  <a:pt x="5635155" y="3279483"/>
                  <a:pt x="5670713" y="3279704"/>
                </a:cubicBezTo>
                <a:cubicBezTo>
                  <a:pt x="5661987" y="3306315"/>
                  <a:pt x="5648732" y="3319570"/>
                  <a:pt x="5633271" y="3335022"/>
                </a:cubicBezTo>
                <a:lnTo>
                  <a:pt x="5590967" y="3392258"/>
                </a:lnTo>
                <a:lnTo>
                  <a:pt x="5558207" y="3414567"/>
                </a:lnTo>
                <a:cubicBezTo>
                  <a:pt x="5551608" y="3425637"/>
                  <a:pt x="5547249" y="3438938"/>
                  <a:pt x="5529575" y="3456612"/>
                </a:cubicBezTo>
                <a:cubicBezTo>
                  <a:pt x="5511695" y="3438723"/>
                  <a:pt x="5494020" y="3456397"/>
                  <a:pt x="5476356" y="3474061"/>
                </a:cubicBezTo>
                <a:cubicBezTo>
                  <a:pt x="5476356" y="3474061"/>
                  <a:pt x="5494236" y="3491951"/>
                  <a:pt x="5494236" y="3491951"/>
                </a:cubicBezTo>
                <a:cubicBezTo>
                  <a:pt x="5476356" y="3474061"/>
                  <a:pt x="5476567" y="3509620"/>
                  <a:pt x="5441018" y="3509400"/>
                </a:cubicBezTo>
                <a:cubicBezTo>
                  <a:pt x="5458682" y="3491735"/>
                  <a:pt x="5458682" y="3491735"/>
                  <a:pt x="5458682" y="3491735"/>
                </a:cubicBezTo>
                <a:cubicBezTo>
                  <a:pt x="5458466" y="3456172"/>
                  <a:pt x="5440793" y="3473845"/>
                  <a:pt x="5440793" y="3473845"/>
                </a:cubicBezTo>
                <a:cubicBezTo>
                  <a:pt x="5423128" y="3491510"/>
                  <a:pt x="5458682" y="3491735"/>
                  <a:pt x="5441018" y="3509400"/>
                </a:cubicBezTo>
                <a:cubicBezTo>
                  <a:pt x="5405679" y="3544738"/>
                  <a:pt x="5388010" y="3562408"/>
                  <a:pt x="5388225" y="3597962"/>
                </a:cubicBezTo>
                <a:cubicBezTo>
                  <a:pt x="5370340" y="3580077"/>
                  <a:pt x="5388010" y="3562408"/>
                  <a:pt x="5388010" y="3562408"/>
                </a:cubicBezTo>
                <a:cubicBezTo>
                  <a:pt x="5352671" y="3597746"/>
                  <a:pt x="5352671" y="3597746"/>
                  <a:pt x="5352887" y="3633300"/>
                </a:cubicBezTo>
                <a:cubicBezTo>
                  <a:pt x="5335002" y="3615415"/>
                  <a:pt x="5317333" y="3633085"/>
                  <a:pt x="5317333" y="3633085"/>
                </a:cubicBezTo>
                <a:cubicBezTo>
                  <a:pt x="5335002" y="3615415"/>
                  <a:pt x="5335002" y="3615415"/>
                  <a:pt x="5335002" y="3615415"/>
                </a:cubicBezTo>
                <a:cubicBezTo>
                  <a:pt x="5317108" y="3597530"/>
                  <a:pt x="5317333" y="3633085"/>
                  <a:pt x="5299443" y="3615195"/>
                </a:cubicBezTo>
                <a:cubicBezTo>
                  <a:pt x="5299663" y="3650754"/>
                  <a:pt x="5299443" y="3615195"/>
                  <a:pt x="5317333" y="3633085"/>
                </a:cubicBezTo>
                <a:cubicBezTo>
                  <a:pt x="5304081" y="3646336"/>
                  <a:pt x="5300889" y="3669649"/>
                  <a:pt x="5292576" y="3672931"/>
                </a:cubicBezTo>
                <a:lnTo>
                  <a:pt x="5285473" y="3669905"/>
                </a:lnTo>
                <a:lnTo>
                  <a:pt x="5286438" y="3668450"/>
                </a:lnTo>
                <a:cubicBezTo>
                  <a:pt x="5287529" y="3665123"/>
                  <a:pt x="5286411" y="3664006"/>
                  <a:pt x="5281994" y="3668423"/>
                </a:cubicBezTo>
                <a:lnTo>
                  <a:pt x="5285473" y="3669905"/>
                </a:lnTo>
                <a:lnTo>
                  <a:pt x="5277630" y="3681729"/>
                </a:lnTo>
                <a:cubicBezTo>
                  <a:pt x="5268795" y="3690563"/>
                  <a:pt x="5255488" y="3694925"/>
                  <a:pt x="5246435" y="3668203"/>
                </a:cubicBezTo>
                <a:cubicBezTo>
                  <a:pt x="5264540" y="3721647"/>
                  <a:pt x="5228766" y="3685873"/>
                  <a:pt x="5211317" y="3739100"/>
                </a:cubicBezTo>
                <a:cubicBezTo>
                  <a:pt x="5175978" y="3774439"/>
                  <a:pt x="5122971" y="3827446"/>
                  <a:pt x="5122971" y="3827446"/>
                </a:cubicBezTo>
                <a:cubicBezTo>
                  <a:pt x="5052293" y="3898124"/>
                  <a:pt x="5016740" y="3897898"/>
                  <a:pt x="4981621" y="3968796"/>
                </a:cubicBezTo>
                <a:cubicBezTo>
                  <a:pt x="4963731" y="3950907"/>
                  <a:pt x="4928393" y="3986245"/>
                  <a:pt x="4946282" y="4004135"/>
                </a:cubicBezTo>
                <a:cubicBezTo>
                  <a:pt x="4928613" y="4021804"/>
                  <a:pt x="4946282" y="4004135"/>
                  <a:pt x="4928393" y="3986245"/>
                </a:cubicBezTo>
                <a:cubicBezTo>
                  <a:pt x="4915141" y="3999497"/>
                  <a:pt x="4921891" y="4012873"/>
                  <a:pt x="4918640" y="4026187"/>
                </a:cubicBezTo>
                <a:lnTo>
                  <a:pt x="4910944" y="4039472"/>
                </a:lnTo>
                <a:lnTo>
                  <a:pt x="4910944" y="4039473"/>
                </a:lnTo>
                <a:lnTo>
                  <a:pt x="4908708" y="4037237"/>
                </a:lnTo>
                <a:cubicBezTo>
                  <a:pt x="4906472" y="4035001"/>
                  <a:pt x="4902000" y="4030528"/>
                  <a:pt x="4893055" y="4021583"/>
                </a:cubicBezTo>
                <a:cubicBezTo>
                  <a:pt x="4893274" y="4057143"/>
                  <a:pt x="4875385" y="4039253"/>
                  <a:pt x="4893274" y="4057143"/>
                </a:cubicBezTo>
                <a:lnTo>
                  <a:pt x="4910944" y="4039473"/>
                </a:lnTo>
                <a:lnTo>
                  <a:pt x="4910944" y="4039473"/>
                </a:lnTo>
                <a:lnTo>
                  <a:pt x="4910944" y="4039472"/>
                </a:lnTo>
                <a:lnTo>
                  <a:pt x="4937448" y="4012969"/>
                </a:lnTo>
                <a:cubicBezTo>
                  <a:pt x="4950699" y="3999717"/>
                  <a:pt x="4963951" y="3986466"/>
                  <a:pt x="4981621" y="3968796"/>
                </a:cubicBezTo>
                <a:cubicBezTo>
                  <a:pt x="4981621" y="3968796"/>
                  <a:pt x="5017175" y="3969012"/>
                  <a:pt x="5016959" y="3933458"/>
                </a:cubicBezTo>
                <a:cubicBezTo>
                  <a:pt x="5052514" y="3933673"/>
                  <a:pt x="5034844" y="3951343"/>
                  <a:pt x="5052514" y="3933673"/>
                </a:cubicBezTo>
                <a:cubicBezTo>
                  <a:pt x="5034629" y="3915788"/>
                  <a:pt x="5070178" y="3916009"/>
                  <a:pt x="5069967" y="3880450"/>
                </a:cubicBezTo>
                <a:cubicBezTo>
                  <a:pt x="5105517" y="3880670"/>
                  <a:pt x="5123191" y="3862996"/>
                  <a:pt x="5140856" y="3845331"/>
                </a:cubicBezTo>
                <a:cubicBezTo>
                  <a:pt x="5140856" y="3845331"/>
                  <a:pt x="5140856" y="3845331"/>
                  <a:pt x="5158525" y="3827662"/>
                </a:cubicBezTo>
                <a:cubicBezTo>
                  <a:pt x="5140640" y="3809777"/>
                  <a:pt x="5211748" y="3810209"/>
                  <a:pt x="5211532" y="3774655"/>
                </a:cubicBezTo>
                <a:cubicBezTo>
                  <a:pt x="5211748" y="3810209"/>
                  <a:pt x="5229202" y="3756985"/>
                  <a:pt x="5247087" y="3774870"/>
                </a:cubicBezTo>
                <a:cubicBezTo>
                  <a:pt x="5229202" y="3756985"/>
                  <a:pt x="5229202" y="3756985"/>
                  <a:pt x="5246871" y="3739316"/>
                </a:cubicBezTo>
                <a:cubicBezTo>
                  <a:pt x="5246871" y="3739316"/>
                  <a:pt x="5255706" y="3730481"/>
                  <a:pt x="5262332" y="3723855"/>
                </a:cubicBezTo>
                <a:lnTo>
                  <a:pt x="5264541" y="3721647"/>
                </a:lnTo>
                <a:lnTo>
                  <a:pt x="5319784" y="3670874"/>
                </a:lnTo>
                <a:cubicBezTo>
                  <a:pt x="5339689" y="3655441"/>
                  <a:pt x="5361829" y="3642243"/>
                  <a:pt x="5388441" y="3633516"/>
                </a:cubicBezTo>
                <a:cubicBezTo>
                  <a:pt x="5388441" y="3633516"/>
                  <a:pt x="5370556" y="3615631"/>
                  <a:pt x="5370556" y="3615631"/>
                </a:cubicBezTo>
                <a:cubicBezTo>
                  <a:pt x="5459118" y="3562839"/>
                  <a:pt x="5529575" y="3456612"/>
                  <a:pt x="5635806" y="3386151"/>
                </a:cubicBezTo>
                <a:cubicBezTo>
                  <a:pt x="5653475" y="3368481"/>
                  <a:pt x="5653475" y="3368481"/>
                  <a:pt x="5653475" y="3368481"/>
                </a:cubicBezTo>
                <a:cubicBezTo>
                  <a:pt x="5671145" y="3350812"/>
                  <a:pt x="5671145" y="3350812"/>
                  <a:pt x="5689030" y="3368697"/>
                </a:cubicBezTo>
                <a:cubicBezTo>
                  <a:pt x="5688814" y="3333143"/>
                  <a:pt x="5671145" y="3350812"/>
                  <a:pt x="5671145" y="3350812"/>
                </a:cubicBezTo>
                <a:cubicBezTo>
                  <a:pt x="5671145" y="3350812"/>
                  <a:pt x="5671145" y="3350812"/>
                  <a:pt x="5688814" y="3333143"/>
                </a:cubicBezTo>
                <a:cubicBezTo>
                  <a:pt x="5688814" y="3333143"/>
                  <a:pt x="5723937" y="3262250"/>
                  <a:pt x="5777376" y="3280360"/>
                </a:cubicBezTo>
                <a:cubicBezTo>
                  <a:pt x="5759486" y="3262470"/>
                  <a:pt x="5759486" y="3262470"/>
                  <a:pt x="5759486" y="3262470"/>
                </a:cubicBezTo>
                <a:cubicBezTo>
                  <a:pt x="5777376" y="3280360"/>
                  <a:pt x="5759486" y="3262470"/>
                  <a:pt x="5777160" y="3244796"/>
                </a:cubicBezTo>
                <a:cubicBezTo>
                  <a:pt x="5794722" y="3209350"/>
                  <a:pt x="5838948" y="3174067"/>
                  <a:pt x="5880965" y="3140992"/>
                </a:cubicBezTo>
                <a:lnTo>
                  <a:pt x="5896576" y="3128100"/>
                </a:lnTo>
                <a:lnTo>
                  <a:pt x="5896576" y="3232700"/>
                </a:lnTo>
                <a:lnTo>
                  <a:pt x="5886032" y="3243243"/>
                </a:lnTo>
                <a:cubicBezTo>
                  <a:pt x="5883823" y="3245452"/>
                  <a:pt x="5883823" y="3245452"/>
                  <a:pt x="5883823" y="3245452"/>
                </a:cubicBezTo>
                <a:lnTo>
                  <a:pt x="5896576" y="3234587"/>
                </a:lnTo>
                <a:lnTo>
                  <a:pt x="5896576" y="4484994"/>
                </a:lnTo>
                <a:lnTo>
                  <a:pt x="5891430" y="4489890"/>
                </a:lnTo>
                <a:lnTo>
                  <a:pt x="5896576" y="4486053"/>
                </a:lnTo>
                <a:lnTo>
                  <a:pt x="5896576" y="4521906"/>
                </a:lnTo>
                <a:lnTo>
                  <a:pt x="5888336" y="4529313"/>
                </a:lnTo>
                <a:cubicBezTo>
                  <a:pt x="5876185" y="4540905"/>
                  <a:pt x="5865142" y="4551948"/>
                  <a:pt x="5856307" y="4560783"/>
                </a:cubicBezTo>
                <a:lnTo>
                  <a:pt x="5775150" y="4653151"/>
                </a:lnTo>
                <a:lnTo>
                  <a:pt x="5767965" y="4649124"/>
                </a:lnTo>
                <a:lnTo>
                  <a:pt x="5750033" y="4679205"/>
                </a:lnTo>
                <a:lnTo>
                  <a:pt x="5661949" y="4755140"/>
                </a:lnTo>
                <a:cubicBezTo>
                  <a:pt x="5679726" y="4755248"/>
                  <a:pt x="5706282" y="4737635"/>
                  <a:pt x="5728375" y="4715551"/>
                </a:cubicBezTo>
                <a:lnTo>
                  <a:pt x="5750033" y="4679205"/>
                </a:lnTo>
                <a:lnTo>
                  <a:pt x="5759210" y="4671293"/>
                </a:lnTo>
                <a:lnTo>
                  <a:pt x="5775150" y="4653151"/>
                </a:lnTo>
                <a:lnTo>
                  <a:pt x="5788034" y="4660364"/>
                </a:lnTo>
                <a:cubicBezTo>
                  <a:pt x="5799099" y="4653760"/>
                  <a:pt x="5812354" y="4640505"/>
                  <a:pt x="5821188" y="4631671"/>
                </a:cubicBezTo>
                <a:cubicBezTo>
                  <a:pt x="5803514" y="4649345"/>
                  <a:pt x="5768180" y="4684679"/>
                  <a:pt x="5786070" y="4702569"/>
                </a:cubicBezTo>
                <a:lnTo>
                  <a:pt x="5768180" y="4684679"/>
                </a:lnTo>
                <a:cubicBezTo>
                  <a:pt x="5750511" y="4702348"/>
                  <a:pt x="5750511" y="4702348"/>
                  <a:pt x="5732842" y="4720017"/>
                </a:cubicBezTo>
                <a:cubicBezTo>
                  <a:pt x="5750731" y="4737907"/>
                  <a:pt x="5768180" y="4684679"/>
                  <a:pt x="5786070" y="4702569"/>
                </a:cubicBezTo>
                <a:cubicBezTo>
                  <a:pt x="5786178" y="4720346"/>
                  <a:pt x="5781758" y="4724765"/>
                  <a:pt x="5777315" y="4724737"/>
                </a:cubicBezTo>
                <a:lnTo>
                  <a:pt x="5768401" y="4720238"/>
                </a:lnTo>
                <a:lnTo>
                  <a:pt x="5786285" y="4738123"/>
                </a:lnTo>
                <a:cubicBezTo>
                  <a:pt x="5786285" y="4738123"/>
                  <a:pt x="5786285" y="4738123"/>
                  <a:pt x="5803955" y="4720453"/>
                </a:cubicBezTo>
                <a:lnTo>
                  <a:pt x="5786070" y="4702569"/>
                </a:lnTo>
                <a:lnTo>
                  <a:pt x="5821404" y="4667234"/>
                </a:lnTo>
                <a:lnTo>
                  <a:pt x="5843572" y="4658480"/>
                </a:lnTo>
                <a:lnTo>
                  <a:pt x="5841674" y="4654707"/>
                </a:lnTo>
                <a:lnTo>
                  <a:pt x="5896576" y="4620785"/>
                </a:lnTo>
                <a:lnTo>
                  <a:pt x="5896576" y="4628372"/>
                </a:lnTo>
                <a:lnTo>
                  <a:pt x="5892301" y="4632107"/>
                </a:lnTo>
                <a:cubicBezTo>
                  <a:pt x="5821625" y="4702784"/>
                  <a:pt x="5786501" y="4773677"/>
                  <a:pt x="5733278" y="4791130"/>
                </a:cubicBezTo>
                <a:cubicBezTo>
                  <a:pt x="5786501" y="4773677"/>
                  <a:pt x="5821625" y="4702784"/>
                  <a:pt x="5892522" y="4667666"/>
                </a:cubicBezTo>
                <a:lnTo>
                  <a:pt x="5896576" y="4662238"/>
                </a:lnTo>
                <a:lnTo>
                  <a:pt x="5896576" y="4675165"/>
                </a:lnTo>
                <a:lnTo>
                  <a:pt x="5888156" y="4680969"/>
                </a:lnTo>
                <a:cubicBezTo>
                  <a:pt x="5874905" y="4694222"/>
                  <a:pt x="5866126" y="4711946"/>
                  <a:pt x="5875068" y="4720889"/>
                </a:cubicBezTo>
                <a:lnTo>
                  <a:pt x="5896576" y="4699381"/>
                </a:lnTo>
                <a:lnTo>
                  <a:pt x="5896576" y="5183563"/>
                </a:lnTo>
                <a:lnTo>
                  <a:pt x="5714448" y="5346545"/>
                </a:lnTo>
                <a:cubicBezTo>
                  <a:pt x="5599545" y="5452505"/>
                  <a:pt x="5480225" y="5562882"/>
                  <a:pt x="5347600" y="5677622"/>
                </a:cubicBezTo>
                <a:cubicBezTo>
                  <a:pt x="5276923" y="5748299"/>
                  <a:pt x="5188361" y="5801091"/>
                  <a:pt x="5100015" y="5889437"/>
                </a:cubicBezTo>
                <a:cubicBezTo>
                  <a:pt x="4923111" y="6030572"/>
                  <a:pt x="4692979" y="6189155"/>
                  <a:pt x="4551409" y="6294955"/>
                </a:cubicBezTo>
                <a:cubicBezTo>
                  <a:pt x="4498402" y="6347962"/>
                  <a:pt x="4480732" y="6365632"/>
                  <a:pt x="4445174" y="6365411"/>
                </a:cubicBezTo>
                <a:cubicBezTo>
                  <a:pt x="4427508" y="6383086"/>
                  <a:pt x="4427508" y="6383086"/>
                  <a:pt x="4409835" y="6400750"/>
                </a:cubicBezTo>
                <a:lnTo>
                  <a:pt x="4374281" y="6400535"/>
                </a:lnTo>
                <a:cubicBezTo>
                  <a:pt x="4374281" y="6400535"/>
                  <a:pt x="4374281" y="6400535"/>
                  <a:pt x="4391950" y="6382865"/>
                </a:cubicBezTo>
                <a:lnTo>
                  <a:pt x="4374281" y="6400535"/>
                </a:lnTo>
                <a:lnTo>
                  <a:pt x="4358819" y="6415996"/>
                </a:lnTo>
                <a:cubicBezTo>
                  <a:pt x="4352248" y="6431510"/>
                  <a:pt x="4347894" y="6444815"/>
                  <a:pt x="4338942" y="6435873"/>
                </a:cubicBezTo>
                <a:cubicBezTo>
                  <a:pt x="4321057" y="6417988"/>
                  <a:pt x="4321057" y="6417988"/>
                  <a:pt x="4338726" y="6400319"/>
                </a:cubicBezTo>
                <a:cubicBezTo>
                  <a:pt x="4303388" y="6435657"/>
                  <a:pt x="4268050" y="6470996"/>
                  <a:pt x="4214831" y="6488445"/>
                </a:cubicBezTo>
                <a:cubicBezTo>
                  <a:pt x="4214831" y="6488445"/>
                  <a:pt x="4232500" y="6470776"/>
                  <a:pt x="4232500" y="6470776"/>
                </a:cubicBezTo>
                <a:cubicBezTo>
                  <a:pt x="4197162" y="6506114"/>
                  <a:pt x="4161603" y="6505894"/>
                  <a:pt x="4126264" y="6541233"/>
                </a:cubicBezTo>
                <a:lnTo>
                  <a:pt x="4135633" y="6520400"/>
                </a:lnTo>
                <a:lnTo>
                  <a:pt x="4146191" y="6514502"/>
                </a:lnTo>
                <a:lnTo>
                  <a:pt x="4148596" y="6513871"/>
                </a:lnTo>
                <a:cubicBezTo>
                  <a:pt x="4152754" y="6512507"/>
                  <a:pt x="4157185" y="6510311"/>
                  <a:pt x="4161603" y="6505894"/>
                </a:cubicBezTo>
                <a:lnTo>
                  <a:pt x="4146191" y="6514502"/>
                </a:lnTo>
                <a:lnTo>
                  <a:pt x="4137226" y="6516857"/>
                </a:lnTo>
                <a:lnTo>
                  <a:pt x="4135633" y="6520400"/>
                </a:lnTo>
                <a:lnTo>
                  <a:pt x="4090738" y="6545460"/>
                </a:lnTo>
                <a:cubicBezTo>
                  <a:pt x="4064150" y="6558634"/>
                  <a:pt x="4037594" y="6576248"/>
                  <a:pt x="4020033" y="6611694"/>
                </a:cubicBezTo>
                <a:cubicBezTo>
                  <a:pt x="4037702" y="6594025"/>
                  <a:pt x="4019817" y="6576140"/>
                  <a:pt x="4019817" y="6576140"/>
                </a:cubicBezTo>
                <a:cubicBezTo>
                  <a:pt x="4002143" y="6593804"/>
                  <a:pt x="3984479" y="6611478"/>
                  <a:pt x="3966804" y="6629143"/>
                </a:cubicBezTo>
                <a:cubicBezTo>
                  <a:pt x="3948919" y="6611258"/>
                  <a:pt x="3948919" y="6611258"/>
                  <a:pt x="3913365" y="6611043"/>
                </a:cubicBezTo>
                <a:cubicBezTo>
                  <a:pt x="3931035" y="6593374"/>
                  <a:pt x="3895481" y="6593158"/>
                  <a:pt x="3877811" y="6610827"/>
                </a:cubicBezTo>
                <a:cubicBezTo>
                  <a:pt x="3895481" y="6593158"/>
                  <a:pt x="3895481" y="6593158"/>
                  <a:pt x="3895260" y="6557599"/>
                </a:cubicBezTo>
                <a:cubicBezTo>
                  <a:pt x="3895260" y="6557599"/>
                  <a:pt x="3877591" y="6575268"/>
                  <a:pt x="3877591" y="6575268"/>
                </a:cubicBezTo>
                <a:cubicBezTo>
                  <a:pt x="3912930" y="6539929"/>
                  <a:pt x="3948053" y="6469037"/>
                  <a:pt x="4001060" y="6416029"/>
                </a:cubicBezTo>
                <a:cubicBezTo>
                  <a:pt x="4018941" y="6433918"/>
                  <a:pt x="4071738" y="6345352"/>
                  <a:pt x="4054069" y="6363021"/>
                </a:cubicBezTo>
                <a:cubicBezTo>
                  <a:pt x="4036399" y="6380690"/>
                  <a:pt x="4018729" y="6398360"/>
                  <a:pt x="4001060" y="6416029"/>
                </a:cubicBezTo>
                <a:cubicBezTo>
                  <a:pt x="3930168" y="6451152"/>
                  <a:pt x="3877375" y="6539714"/>
                  <a:pt x="3806699" y="6610391"/>
                </a:cubicBezTo>
                <a:cubicBezTo>
                  <a:pt x="3788814" y="6592506"/>
                  <a:pt x="3753480" y="6627840"/>
                  <a:pt x="3735805" y="6645514"/>
                </a:cubicBezTo>
                <a:cubicBezTo>
                  <a:pt x="3717701" y="6592070"/>
                  <a:pt x="3753259" y="6592281"/>
                  <a:pt x="3770929" y="6574621"/>
                </a:cubicBezTo>
                <a:cubicBezTo>
                  <a:pt x="3806267" y="6539283"/>
                  <a:pt x="3841386" y="6468385"/>
                  <a:pt x="3894393" y="6415378"/>
                </a:cubicBezTo>
                <a:cubicBezTo>
                  <a:pt x="3894393" y="6415378"/>
                  <a:pt x="3876724" y="6433047"/>
                  <a:pt x="3876724" y="6433047"/>
                </a:cubicBezTo>
                <a:cubicBezTo>
                  <a:pt x="3841386" y="6468385"/>
                  <a:pt x="3819302" y="6490469"/>
                  <a:pt x="3797212" y="6512559"/>
                </a:cubicBezTo>
                <a:lnTo>
                  <a:pt x="3753044" y="6556727"/>
                </a:lnTo>
                <a:lnTo>
                  <a:pt x="3752936" y="6538950"/>
                </a:lnTo>
                <a:lnTo>
                  <a:pt x="3752824" y="6521178"/>
                </a:lnTo>
                <a:cubicBezTo>
                  <a:pt x="3752824" y="6521178"/>
                  <a:pt x="3770493" y="6503508"/>
                  <a:pt x="3770493" y="6503508"/>
                </a:cubicBezTo>
                <a:lnTo>
                  <a:pt x="3752824" y="6521178"/>
                </a:lnTo>
                <a:lnTo>
                  <a:pt x="3739574" y="6534427"/>
                </a:lnTo>
                <a:cubicBezTo>
                  <a:pt x="3721905" y="6552097"/>
                  <a:pt x="3699820" y="6574181"/>
                  <a:pt x="3682151" y="6591850"/>
                </a:cubicBezTo>
                <a:cubicBezTo>
                  <a:pt x="3664266" y="6573965"/>
                  <a:pt x="3752824" y="6521178"/>
                  <a:pt x="3788162" y="6485839"/>
                </a:cubicBezTo>
                <a:cubicBezTo>
                  <a:pt x="3752608" y="6485624"/>
                  <a:pt x="3699605" y="6538627"/>
                  <a:pt x="3664266" y="6573965"/>
                </a:cubicBezTo>
                <a:cubicBezTo>
                  <a:pt x="3663830" y="6502852"/>
                  <a:pt x="3628928" y="6609304"/>
                  <a:pt x="3575700" y="6626752"/>
                </a:cubicBezTo>
                <a:cubicBezTo>
                  <a:pt x="3575479" y="6591203"/>
                  <a:pt x="3575479" y="6591203"/>
                  <a:pt x="3575479" y="6591203"/>
                </a:cubicBezTo>
                <a:cubicBezTo>
                  <a:pt x="3593153" y="6573529"/>
                  <a:pt x="3575268" y="6555644"/>
                  <a:pt x="3592933" y="6537980"/>
                </a:cubicBezTo>
                <a:cubicBezTo>
                  <a:pt x="3557384" y="6537759"/>
                  <a:pt x="3539930" y="6590983"/>
                  <a:pt x="3522260" y="6608653"/>
                </a:cubicBezTo>
                <a:cubicBezTo>
                  <a:pt x="3486922" y="6643991"/>
                  <a:pt x="3486701" y="6608432"/>
                  <a:pt x="3433263" y="6590332"/>
                </a:cubicBezTo>
                <a:cubicBezTo>
                  <a:pt x="3379819" y="6572226"/>
                  <a:pt x="3344701" y="6643123"/>
                  <a:pt x="3291688" y="6696127"/>
                </a:cubicBezTo>
                <a:cubicBezTo>
                  <a:pt x="3220800" y="6731245"/>
                  <a:pt x="3185461" y="6766584"/>
                  <a:pt x="3132233" y="6784042"/>
                </a:cubicBezTo>
                <a:cubicBezTo>
                  <a:pt x="3132233" y="6784042"/>
                  <a:pt x="3096895" y="6819381"/>
                  <a:pt x="3114780" y="6837266"/>
                </a:cubicBezTo>
                <a:cubicBezTo>
                  <a:pt x="3079231" y="6837045"/>
                  <a:pt x="3079231" y="6837045"/>
                  <a:pt x="3043892" y="6872384"/>
                </a:cubicBezTo>
                <a:cubicBezTo>
                  <a:pt x="3043892" y="6872384"/>
                  <a:pt x="3043892" y="6872384"/>
                  <a:pt x="3026007" y="6854499"/>
                </a:cubicBezTo>
                <a:cubicBezTo>
                  <a:pt x="3008333" y="6872164"/>
                  <a:pt x="3008553" y="6907722"/>
                  <a:pt x="2990668" y="6889837"/>
                </a:cubicBezTo>
                <a:cubicBezTo>
                  <a:pt x="2990668" y="6889837"/>
                  <a:pt x="3008333" y="6872164"/>
                  <a:pt x="2990448" y="6854279"/>
                </a:cubicBezTo>
                <a:cubicBezTo>
                  <a:pt x="2990448" y="6854279"/>
                  <a:pt x="3025786" y="6818940"/>
                  <a:pt x="3007901" y="6801055"/>
                </a:cubicBezTo>
                <a:cubicBezTo>
                  <a:pt x="2990232" y="6818725"/>
                  <a:pt x="2972563" y="6836394"/>
                  <a:pt x="2990448" y="6854279"/>
                </a:cubicBezTo>
                <a:cubicBezTo>
                  <a:pt x="2990448" y="6854279"/>
                  <a:pt x="2972779" y="6871948"/>
                  <a:pt x="2972779" y="6871948"/>
                </a:cubicBezTo>
                <a:cubicBezTo>
                  <a:pt x="2990448" y="6854279"/>
                  <a:pt x="2937009" y="6836178"/>
                  <a:pt x="2990232" y="6818725"/>
                </a:cubicBezTo>
                <a:cubicBezTo>
                  <a:pt x="2972347" y="6800840"/>
                  <a:pt x="2954678" y="6818509"/>
                  <a:pt x="2972347" y="6800840"/>
                </a:cubicBezTo>
                <a:cubicBezTo>
                  <a:pt x="2936789" y="6800619"/>
                  <a:pt x="2919124" y="6818293"/>
                  <a:pt x="2901450" y="6835958"/>
                </a:cubicBezTo>
                <a:cubicBezTo>
                  <a:pt x="2883565" y="6818073"/>
                  <a:pt x="2883565" y="6818073"/>
                  <a:pt x="2901235" y="6800404"/>
                </a:cubicBezTo>
                <a:lnTo>
                  <a:pt x="2870775" y="6819531"/>
                </a:lnTo>
                <a:lnTo>
                  <a:pt x="2828055" y="6824400"/>
                </a:lnTo>
                <a:cubicBezTo>
                  <a:pt x="2808150" y="6839834"/>
                  <a:pt x="2786061" y="6861923"/>
                  <a:pt x="2759449" y="6870650"/>
                </a:cubicBezTo>
                <a:cubicBezTo>
                  <a:pt x="2741780" y="6888319"/>
                  <a:pt x="2724111" y="6905988"/>
                  <a:pt x="2706446" y="6923653"/>
                </a:cubicBezTo>
                <a:cubicBezTo>
                  <a:pt x="2688336" y="6870214"/>
                  <a:pt x="2617448" y="6905332"/>
                  <a:pt x="2564436" y="6958335"/>
                </a:cubicBezTo>
                <a:cubicBezTo>
                  <a:pt x="2546551" y="6940450"/>
                  <a:pt x="2528666" y="6922565"/>
                  <a:pt x="2493112" y="6922350"/>
                </a:cubicBezTo>
                <a:cubicBezTo>
                  <a:pt x="2475222" y="6904460"/>
                  <a:pt x="2528445" y="6887016"/>
                  <a:pt x="2475007" y="6868906"/>
                </a:cubicBezTo>
                <a:cubicBezTo>
                  <a:pt x="2457122" y="6851021"/>
                  <a:pt x="2457338" y="6886575"/>
                  <a:pt x="2457338" y="6886575"/>
                </a:cubicBezTo>
                <a:cubicBezTo>
                  <a:pt x="2439668" y="6904244"/>
                  <a:pt x="2474791" y="6833352"/>
                  <a:pt x="2439227" y="6833137"/>
                </a:cubicBezTo>
                <a:cubicBezTo>
                  <a:pt x="2474791" y="6833352"/>
                  <a:pt x="2528010" y="6815903"/>
                  <a:pt x="2527799" y="6780344"/>
                </a:cubicBezTo>
                <a:cubicBezTo>
                  <a:pt x="2545468" y="6762675"/>
                  <a:pt x="2563133" y="6745010"/>
                  <a:pt x="2563133" y="6745010"/>
                </a:cubicBezTo>
                <a:cubicBezTo>
                  <a:pt x="2616572" y="6763111"/>
                  <a:pt x="2651694" y="6692218"/>
                  <a:pt x="2704918" y="6674764"/>
                </a:cubicBezTo>
                <a:cubicBezTo>
                  <a:pt x="2633590" y="6638774"/>
                  <a:pt x="2616140" y="6692003"/>
                  <a:pt x="2545248" y="6727125"/>
                </a:cubicBezTo>
                <a:cubicBezTo>
                  <a:pt x="2554080" y="6718288"/>
                  <a:pt x="2545191" y="6718232"/>
                  <a:pt x="2536303" y="6718177"/>
                </a:cubicBezTo>
                <a:lnTo>
                  <a:pt x="2536299" y="6718177"/>
                </a:lnTo>
                <a:lnTo>
                  <a:pt x="2527358" y="6709236"/>
                </a:lnTo>
                <a:cubicBezTo>
                  <a:pt x="2522942" y="6713652"/>
                  <a:pt x="2522956" y="6715874"/>
                  <a:pt x="2525185" y="6716998"/>
                </a:cubicBezTo>
                <a:lnTo>
                  <a:pt x="2536299" y="6718177"/>
                </a:lnTo>
                <a:lnTo>
                  <a:pt x="2536303" y="6718181"/>
                </a:lnTo>
                <a:cubicBezTo>
                  <a:pt x="2540775" y="6722653"/>
                  <a:pt x="2545248" y="6727125"/>
                  <a:pt x="2545248" y="6727125"/>
                </a:cubicBezTo>
                <a:cubicBezTo>
                  <a:pt x="2527578" y="6744786"/>
                  <a:pt x="2474355" y="6762239"/>
                  <a:pt x="2474566" y="6797798"/>
                </a:cubicBezTo>
                <a:cubicBezTo>
                  <a:pt x="2421342" y="6815252"/>
                  <a:pt x="2386009" y="6850585"/>
                  <a:pt x="2332785" y="6868039"/>
                </a:cubicBezTo>
                <a:cubicBezTo>
                  <a:pt x="2350454" y="6850370"/>
                  <a:pt x="2332565" y="6832481"/>
                  <a:pt x="2314896" y="6850150"/>
                </a:cubicBezTo>
                <a:cubicBezTo>
                  <a:pt x="2296795" y="6796711"/>
                  <a:pt x="2208229" y="6849498"/>
                  <a:pt x="2190128" y="6796059"/>
                </a:cubicBezTo>
                <a:cubicBezTo>
                  <a:pt x="2154574" y="6795843"/>
                  <a:pt x="2154574" y="6795843"/>
                  <a:pt x="2154574" y="6795843"/>
                </a:cubicBezTo>
                <a:cubicBezTo>
                  <a:pt x="2154574" y="6795843"/>
                  <a:pt x="2154574" y="6795843"/>
                  <a:pt x="2172243" y="6778174"/>
                </a:cubicBezTo>
                <a:cubicBezTo>
                  <a:pt x="2136684" y="6777954"/>
                  <a:pt x="2118800" y="6760069"/>
                  <a:pt x="2101130" y="6777738"/>
                </a:cubicBezTo>
                <a:cubicBezTo>
                  <a:pt x="2100915" y="6742184"/>
                  <a:pt x="2012132" y="6759418"/>
                  <a:pt x="2029587" y="6706194"/>
                </a:cubicBezTo>
                <a:cubicBezTo>
                  <a:pt x="1976358" y="6723643"/>
                  <a:pt x="1958473" y="6705758"/>
                  <a:pt x="1905250" y="6723212"/>
                </a:cubicBezTo>
                <a:cubicBezTo>
                  <a:pt x="1905034" y="6687658"/>
                  <a:pt x="1905034" y="6687658"/>
                  <a:pt x="1904814" y="6652099"/>
                </a:cubicBezTo>
                <a:cubicBezTo>
                  <a:pt x="1887145" y="6669768"/>
                  <a:pt x="1887145" y="6669768"/>
                  <a:pt x="1869260" y="6651883"/>
                </a:cubicBezTo>
                <a:cubicBezTo>
                  <a:pt x="1869260" y="6651883"/>
                  <a:pt x="1904814" y="6652099"/>
                  <a:pt x="1922484" y="6634429"/>
                </a:cubicBezTo>
                <a:cubicBezTo>
                  <a:pt x="1904599" y="6616544"/>
                  <a:pt x="1886929" y="6634214"/>
                  <a:pt x="1869260" y="6651883"/>
                </a:cubicBezTo>
                <a:cubicBezTo>
                  <a:pt x="1869044" y="6616329"/>
                  <a:pt x="1922268" y="6598875"/>
                  <a:pt x="1975491" y="6581422"/>
                </a:cubicBezTo>
                <a:cubicBezTo>
                  <a:pt x="1958042" y="6634650"/>
                  <a:pt x="2011050" y="6581642"/>
                  <a:pt x="2011050" y="6581642"/>
                </a:cubicBezTo>
                <a:cubicBezTo>
                  <a:pt x="2019884" y="6572808"/>
                  <a:pt x="2037605" y="6564029"/>
                  <a:pt x="2055331" y="6555246"/>
                </a:cubicBezTo>
                <a:lnTo>
                  <a:pt x="2070090" y="6546449"/>
                </a:lnTo>
                <a:lnTo>
                  <a:pt x="2081943" y="6546519"/>
                </a:lnTo>
                <a:lnTo>
                  <a:pt x="2085626" y="6537183"/>
                </a:lnTo>
                <a:lnTo>
                  <a:pt x="2099612" y="6528850"/>
                </a:lnTo>
                <a:cubicBezTo>
                  <a:pt x="2108447" y="6520015"/>
                  <a:pt x="2099555" y="6519964"/>
                  <a:pt x="2090693" y="6524355"/>
                </a:cubicBezTo>
                <a:lnTo>
                  <a:pt x="2085626" y="6537183"/>
                </a:lnTo>
                <a:lnTo>
                  <a:pt x="2070090" y="6546449"/>
                </a:lnTo>
                <a:lnTo>
                  <a:pt x="2064165" y="6546412"/>
                </a:lnTo>
                <a:cubicBezTo>
                  <a:pt x="2059694" y="6541940"/>
                  <a:pt x="2055223" y="6537469"/>
                  <a:pt x="2046388" y="6546304"/>
                </a:cubicBezTo>
                <a:cubicBezTo>
                  <a:pt x="2046169" y="6510744"/>
                  <a:pt x="2064058" y="6528634"/>
                  <a:pt x="2081727" y="6510965"/>
                </a:cubicBezTo>
                <a:cubicBezTo>
                  <a:pt x="2099391" y="6493300"/>
                  <a:pt x="2064058" y="6528634"/>
                  <a:pt x="2046169" y="6510744"/>
                </a:cubicBezTo>
                <a:cubicBezTo>
                  <a:pt x="2059421" y="6497492"/>
                  <a:pt x="2072796" y="6504242"/>
                  <a:pt x="2086108" y="6500993"/>
                </a:cubicBezTo>
                <a:lnTo>
                  <a:pt x="2087961" y="6499921"/>
                </a:lnTo>
                <a:lnTo>
                  <a:pt x="2088323" y="6499896"/>
                </a:lnTo>
                <a:cubicBezTo>
                  <a:pt x="2094975" y="6497716"/>
                  <a:pt x="2099391" y="6493300"/>
                  <a:pt x="2099391" y="6493300"/>
                </a:cubicBezTo>
                <a:cubicBezTo>
                  <a:pt x="2099391" y="6493300"/>
                  <a:pt x="2099612" y="6528850"/>
                  <a:pt x="2117276" y="6511185"/>
                </a:cubicBezTo>
                <a:cubicBezTo>
                  <a:pt x="2117276" y="6511185"/>
                  <a:pt x="2117065" y="6475626"/>
                  <a:pt x="2099391" y="6493300"/>
                </a:cubicBezTo>
                <a:lnTo>
                  <a:pt x="2087961" y="6499921"/>
                </a:lnTo>
                <a:lnTo>
                  <a:pt x="2076940" y="6500657"/>
                </a:lnTo>
                <a:cubicBezTo>
                  <a:pt x="2072769" y="6499798"/>
                  <a:pt x="2068310" y="6497548"/>
                  <a:pt x="2063838" y="6493075"/>
                </a:cubicBezTo>
                <a:cubicBezTo>
                  <a:pt x="2063838" y="6493075"/>
                  <a:pt x="2081502" y="6475411"/>
                  <a:pt x="2081502" y="6475411"/>
                </a:cubicBezTo>
                <a:cubicBezTo>
                  <a:pt x="2081502" y="6475411"/>
                  <a:pt x="2045953" y="6475190"/>
                  <a:pt x="2063838" y="6493075"/>
                </a:cubicBezTo>
                <a:cubicBezTo>
                  <a:pt x="2028284" y="6492859"/>
                  <a:pt x="2063622" y="6457521"/>
                  <a:pt x="2063622" y="6457521"/>
                </a:cubicBezTo>
                <a:cubicBezTo>
                  <a:pt x="2081076" y="6404298"/>
                  <a:pt x="2116629" y="6404513"/>
                  <a:pt x="2152179" y="6404733"/>
                </a:cubicBezTo>
                <a:cubicBezTo>
                  <a:pt x="2152179" y="6404733"/>
                  <a:pt x="2169853" y="6387060"/>
                  <a:pt x="2134299" y="6386844"/>
                </a:cubicBezTo>
                <a:cubicBezTo>
                  <a:pt x="2151968" y="6369175"/>
                  <a:pt x="2169633" y="6351510"/>
                  <a:pt x="2187302" y="6333841"/>
                </a:cubicBezTo>
                <a:cubicBezTo>
                  <a:pt x="2151748" y="6333625"/>
                  <a:pt x="2116414" y="6368959"/>
                  <a:pt x="2081076" y="6404298"/>
                </a:cubicBezTo>
                <a:cubicBezTo>
                  <a:pt x="2063186" y="6386408"/>
                  <a:pt x="2045517" y="6404077"/>
                  <a:pt x="2027848" y="6421747"/>
                </a:cubicBezTo>
                <a:lnTo>
                  <a:pt x="1994580" y="6432658"/>
                </a:lnTo>
                <a:lnTo>
                  <a:pt x="1992294" y="6421531"/>
                </a:lnTo>
                <a:lnTo>
                  <a:pt x="1977047" y="6438408"/>
                </a:lnTo>
                <a:lnTo>
                  <a:pt x="1974624" y="6439200"/>
                </a:lnTo>
                <a:lnTo>
                  <a:pt x="1976063" y="6439496"/>
                </a:lnTo>
                <a:lnTo>
                  <a:pt x="1950355" y="6467940"/>
                </a:lnTo>
                <a:cubicBezTo>
                  <a:pt x="1934922" y="6487845"/>
                  <a:pt x="1921729" y="6509990"/>
                  <a:pt x="1921837" y="6527767"/>
                </a:cubicBezTo>
                <a:cubicBezTo>
                  <a:pt x="1886498" y="6563106"/>
                  <a:pt x="1868609" y="6545216"/>
                  <a:pt x="1833269" y="6580555"/>
                </a:cubicBezTo>
                <a:cubicBezTo>
                  <a:pt x="1815385" y="6562670"/>
                  <a:pt x="1833054" y="6545000"/>
                  <a:pt x="1833054" y="6545000"/>
                </a:cubicBezTo>
                <a:cubicBezTo>
                  <a:pt x="1815170" y="6527115"/>
                  <a:pt x="1762157" y="6580119"/>
                  <a:pt x="1726387" y="6544349"/>
                </a:cubicBezTo>
                <a:cubicBezTo>
                  <a:pt x="1761725" y="6509011"/>
                  <a:pt x="1690613" y="6508575"/>
                  <a:pt x="1690613" y="6508575"/>
                </a:cubicBezTo>
                <a:cubicBezTo>
                  <a:pt x="1672948" y="6526249"/>
                  <a:pt x="1690833" y="6544133"/>
                  <a:pt x="1637610" y="6561587"/>
                </a:cubicBezTo>
                <a:cubicBezTo>
                  <a:pt x="1655274" y="6543913"/>
                  <a:pt x="1637389" y="6526028"/>
                  <a:pt x="1637389" y="6526028"/>
                </a:cubicBezTo>
                <a:cubicBezTo>
                  <a:pt x="1583946" y="6507923"/>
                  <a:pt x="1548607" y="6543261"/>
                  <a:pt x="1531163" y="6596485"/>
                </a:cubicBezTo>
                <a:cubicBezTo>
                  <a:pt x="1513273" y="6578595"/>
                  <a:pt x="1513273" y="6578595"/>
                  <a:pt x="1495604" y="6596265"/>
                </a:cubicBezTo>
                <a:cubicBezTo>
                  <a:pt x="1495604" y="6596265"/>
                  <a:pt x="1513273" y="6578595"/>
                  <a:pt x="1495388" y="6560711"/>
                </a:cubicBezTo>
                <a:cubicBezTo>
                  <a:pt x="1477719" y="6578380"/>
                  <a:pt x="1460050" y="6596049"/>
                  <a:pt x="1442165" y="6578164"/>
                </a:cubicBezTo>
                <a:cubicBezTo>
                  <a:pt x="1442165" y="6578164"/>
                  <a:pt x="1424495" y="6595834"/>
                  <a:pt x="1424711" y="6631388"/>
                </a:cubicBezTo>
                <a:cubicBezTo>
                  <a:pt x="1424495" y="6595834"/>
                  <a:pt x="1388936" y="6595614"/>
                  <a:pt x="1353598" y="6630952"/>
                </a:cubicBezTo>
                <a:cubicBezTo>
                  <a:pt x="1353382" y="6595398"/>
                  <a:pt x="1371052" y="6577729"/>
                  <a:pt x="1353167" y="6559844"/>
                </a:cubicBezTo>
                <a:cubicBezTo>
                  <a:pt x="1353167" y="6559844"/>
                  <a:pt x="1335282" y="6541959"/>
                  <a:pt x="1335282" y="6541959"/>
                </a:cubicBezTo>
                <a:cubicBezTo>
                  <a:pt x="1317613" y="6559628"/>
                  <a:pt x="1335497" y="6577513"/>
                  <a:pt x="1335713" y="6613067"/>
                </a:cubicBezTo>
                <a:cubicBezTo>
                  <a:pt x="1318044" y="6630736"/>
                  <a:pt x="1317613" y="6559628"/>
                  <a:pt x="1282274" y="6594967"/>
                </a:cubicBezTo>
                <a:cubicBezTo>
                  <a:pt x="1282274" y="6594967"/>
                  <a:pt x="1299943" y="6577297"/>
                  <a:pt x="1282054" y="6559408"/>
                </a:cubicBezTo>
                <a:cubicBezTo>
                  <a:pt x="1282054" y="6559408"/>
                  <a:pt x="1246715" y="6594746"/>
                  <a:pt x="1246715" y="6594746"/>
                </a:cubicBezTo>
                <a:cubicBezTo>
                  <a:pt x="1228831" y="6576861"/>
                  <a:pt x="1246500" y="6559192"/>
                  <a:pt x="1246284" y="6523638"/>
                </a:cubicBezTo>
                <a:cubicBezTo>
                  <a:pt x="1228610" y="6541303"/>
                  <a:pt x="1228610" y="6541303"/>
                  <a:pt x="1228399" y="6505753"/>
                </a:cubicBezTo>
                <a:cubicBezTo>
                  <a:pt x="1210725" y="6523418"/>
                  <a:pt x="1192840" y="6505533"/>
                  <a:pt x="1193061" y="6541092"/>
                </a:cubicBezTo>
                <a:cubicBezTo>
                  <a:pt x="1175387" y="6558756"/>
                  <a:pt x="1175171" y="6523202"/>
                  <a:pt x="1175171" y="6523202"/>
                </a:cubicBezTo>
                <a:cubicBezTo>
                  <a:pt x="1139617" y="6522986"/>
                  <a:pt x="1157502" y="6540871"/>
                  <a:pt x="1139833" y="6558540"/>
                </a:cubicBezTo>
                <a:cubicBezTo>
                  <a:pt x="1086174" y="6504881"/>
                  <a:pt x="1032950" y="6522335"/>
                  <a:pt x="979506" y="6504230"/>
                </a:cubicBezTo>
                <a:cubicBezTo>
                  <a:pt x="961621" y="6486345"/>
                  <a:pt x="961621" y="6486345"/>
                  <a:pt x="961621" y="6486345"/>
                </a:cubicBezTo>
                <a:cubicBezTo>
                  <a:pt x="943952" y="6504014"/>
                  <a:pt x="961837" y="6521899"/>
                  <a:pt x="961837" y="6521899"/>
                </a:cubicBezTo>
                <a:cubicBezTo>
                  <a:pt x="943952" y="6504014"/>
                  <a:pt x="890293" y="6450355"/>
                  <a:pt x="854958" y="6485689"/>
                </a:cubicBezTo>
                <a:cubicBezTo>
                  <a:pt x="837074" y="6467804"/>
                  <a:pt x="819184" y="6449915"/>
                  <a:pt x="801516" y="6467584"/>
                </a:cubicBezTo>
                <a:cubicBezTo>
                  <a:pt x="783630" y="6449699"/>
                  <a:pt x="783630" y="6449699"/>
                  <a:pt x="783630" y="6449699"/>
                </a:cubicBezTo>
                <a:cubicBezTo>
                  <a:pt x="730407" y="6467152"/>
                  <a:pt x="712297" y="6413713"/>
                  <a:pt x="694412" y="6395828"/>
                </a:cubicBezTo>
                <a:cubicBezTo>
                  <a:pt x="676528" y="6377943"/>
                  <a:pt x="712086" y="6378155"/>
                  <a:pt x="729751" y="6360490"/>
                </a:cubicBezTo>
                <a:cubicBezTo>
                  <a:pt x="711866" y="6342605"/>
                  <a:pt x="694201" y="6360270"/>
                  <a:pt x="676528" y="6377943"/>
                </a:cubicBezTo>
                <a:cubicBezTo>
                  <a:pt x="658638" y="6360054"/>
                  <a:pt x="676312" y="6342380"/>
                  <a:pt x="658427" y="6324496"/>
                </a:cubicBezTo>
                <a:cubicBezTo>
                  <a:pt x="658427" y="6324496"/>
                  <a:pt x="640758" y="6342165"/>
                  <a:pt x="605204" y="6341949"/>
                </a:cubicBezTo>
                <a:cubicBezTo>
                  <a:pt x="640322" y="6271052"/>
                  <a:pt x="515985" y="6288069"/>
                  <a:pt x="551108" y="6217177"/>
                </a:cubicBezTo>
                <a:cubicBezTo>
                  <a:pt x="515554" y="6216961"/>
                  <a:pt x="479996" y="6216741"/>
                  <a:pt x="461891" y="6163306"/>
                </a:cubicBezTo>
                <a:cubicBezTo>
                  <a:pt x="461891" y="6163306"/>
                  <a:pt x="479564" y="6145633"/>
                  <a:pt x="479344" y="6110083"/>
                </a:cubicBezTo>
                <a:cubicBezTo>
                  <a:pt x="461679" y="6127748"/>
                  <a:pt x="461679" y="6127748"/>
                  <a:pt x="444006" y="6145421"/>
                </a:cubicBezTo>
                <a:cubicBezTo>
                  <a:pt x="443790" y="6109858"/>
                  <a:pt x="443790" y="6109858"/>
                  <a:pt x="479129" y="6074519"/>
                </a:cubicBezTo>
                <a:cubicBezTo>
                  <a:pt x="479129" y="6074519"/>
                  <a:pt x="443570" y="6074309"/>
                  <a:pt x="443570" y="6074309"/>
                </a:cubicBezTo>
                <a:cubicBezTo>
                  <a:pt x="443570" y="6074309"/>
                  <a:pt x="479129" y="6074519"/>
                  <a:pt x="478908" y="6038970"/>
                </a:cubicBezTo>
                <a:cubicBezTo>
                  <a:pt x="461244" y="6056634"/>
                  <a:pt x="461244" y="6056634"/>
                  <a:pt x="425685" y="6056415"/>
                </a:cubicBezTo>
                <a:cubicBezTo>
                  <a:pt x="443134" y="6003196"/>
                  <a:pt x="425249" y="5985311"/>
                  <a:pt x="460372" y="5914418"/>
                </a:cubicBezTo>
                <a:cubicBezTo>
                  <a:pt x="442702" y="5932088"/>
                  <a:pt x="424813" y="5914198"/>
                  <a:pt x="407144" y="5931867"/>
                </a:cubicBezTo>
                <a:cubicBezTo>
                  <a:pt x="402672" y="5927396"/>
                  <a:pt x="401528" y="5921834"/>
                  <a:pt x="402046" y="5915726"/>
                </a:cubicBezTo>
                <a:lnTo>
                  <a:pt x="406928" y="5896313"/>
                </a:lnTo>
                <a:lnTo>
                  <a:pt x="406928" y="5896313"/>
                </a:lnTo>
                <a:lnTo>
                  <a:pt x="406928" y="5896313"/>
                </a:lnTo>
                <a:lnTo>
                  <a:pt x="406928" y="5896313"/>
                </a:lnTo>
                <a:cubicBezTo>
                  <a:pt x="411291" y="5883007"/>
                  <a:pt x="415655" y="5869701"/>
                  <a:pt x="406712" y="5860759"/>
                </a:cubicBezTo>
                <a:cubicBezTo>
                  <a:pt x="406712" y="5860759"/>
                  <a:pt x="406833" y="5880758"/>
                  <a:pt x="406894" y="5890758"/>
                </a:cubicBezTo>
                <a:lnTo>
                  <a:pt x="406928" y="5896313"/>
                </a:lnTo>
                <a:lnTo>
                  <a:pt x="406928" y="5896313"/>
                </a:lnTo>
                <a:lnTo>
                  <a:pt x="393378" y="5860676"/>
                </a:lnTo>
                <a:cubicBezTo>
                  <a:pt x="393296" y="5847343"/>
                  <a:pt x="397660" y="5834037"/>
                  <a:pt x="406497" y="5825204"/>
                </a:cubicBezTo>
                <a:cubicBezTo>
                  <a:pt x="424382" y="5843089"/>
                  <a:pt x="406497" y="5825204"/>
                  <a:pt x="424382" y="5843089"/>
                </a:cubicBezTo>
                <a:cubicBezTo>
                  <a:pt x="442051" y="5825420"/>
                  <a:pt x="424161" y="5807530"/>
                  <a:pt x="424161" y="5807530"/>
                </a:cubicBezTo>
                <a:cubicBezTo>
                  <a:pt x="441835" y="5789866"/>
                  <a:pt x="441835" y="5789866"/>
                  <a:pt x="423946" y="5771976"/>
                </a:cubicBezTo>
                <a:lnTo>
                  <a:pt x="504737" y="5654047"/>
                </a:lnTo>
                <a:lnTo>
                  <a:pt x="457630" y="5654071"/>
                </a:lnTo>
                <a:cubicBezTo>
                  <a:pt x="457640" y="5618854"/>
                  <a:pt x="422427" y="5618868"/>
                  <a:pt x="422427" y="5618868"/>
                </a:cubicBezTo>
                <a:cubicBezTo>
                  <a:pt x="422446" y="5583651"/>
                  <a:pt x="475271" y="5566024"/>
                  <a:pt x="475285" y="5530812"/>
                </a:cubicBezTo>
                <a:cubicBezTo>
                  <a:pt x="457681" y="5513208"/>
                  <a:pt x="422455" y="5548434"/>
                  <a:pt x="404871" y="5495623"/>
                </a:cubicBezTo>
                <a:cubicBezTo>
                  <a:pt x="404871" y="5495623"/>
                  <a:pt x="404871" y="5495623"/>
                  <a:pt x="387267" y="5478019"/>
                </a:cubicBezTo>
                <a:cubicBezTo>
                  <a:pt x="369668" y="5460420"/>
                  <a:pt x="387281" y="5442808"/>
                  <a:pt x="369677" y="5425204"/>
                </a:cubicBezTo>
                <a:cubicBezTo>
                  <a:pt x="404908" y="5389973"/>
                  <a:pt x="369696" y="5389987"/>
                  <a:pt x="404922" y="5354761"/>
                </a:cubicBezTo>
                <a:cubicBezTo>
                  <a:pt x="387332" y="5301946"/>
                  <a:pt x="334508" y="5319573"/>
                  <a:pt x="299304" y="5284370"/>
                </a:cubicBezTo>
                <a:cubicBezTo>
                  <a:pt x="281692" y="5301983"/>
                  <a:pt x="316909" y="5301974"/>
                  <a:pt x="299295" y="5319586"/>
                </a:cubicBezTo>
                <a:cubicBezTo>
                  <a:pt x="264073" y="5319601"/>
                  <a:pt x="246475" y="5302002"/>
                  <a:pt x="228871" y="5284398"/>
                </a:cubicBezTo>
                <a:cubicBezTo>
                  <a:pt x="193660" y="5284412"/>
                  <a:pt x="158433" y="5319638"/>
                  <a:pt x="140830" y="5302034"/>
                </a:cubicBezTo>
                <a:cubicBezTo>
                  <a:pt x="158442" y="5284422"/>
                  <a:pt x="193668" y="5249196"/>
                  <a:pt x="228891" y="5249181"/>
                </a:cubicBezTo>
                <a:cubicBezTo>
                  <a:pt x="246503" y="5231568"/>
                  <a:pt x="228899" y="5213965"/>
                  <a:pt x="228899" y="5213965"/>
                </a:cubicBezTo>
                <a:cubicBezTo>
                  <a:pt x="211300" y="5196366"/>
                  <a:pt x="193688" y="5213978"/>
                  <a:pt x="193701" y="5178767"/>
                </a:cubicBezTo>
                <a:cubicBezTo>
                  <a:pt x="176084" y="5196384"/>
                  <a:pt x="176084" y="5196384"/>
                  <a:pt x="176084" y="5196384"/>
                </a:cubicBezTo>
                <a:lnTo>
                  <a:pt x="158470" y="5213998"/>
                </a:lnTo>
                <a:lnTo>
                  <a:pt x="35212" y="5231653"/>
                </a:lnTo>
                <a:cubicBezTo>
                  <a:pt x="17599" y="5249266"/>
                  <a:pt x="17599" y="5249266"/>
                  <a:pt x="0" y="5231666"/>
                </a:cubicBezTo>
                <a:cubicBezTo>
                  <a:pt x="9" y="5196450"/>
                  <a:pt x="70429" y="5231634"/>
                  <a:pt x="105655" y="5196408"/>
                </a:cubicBezTo>
                <a:cubicBezTo>
                  <a:pt x="105669" y="5161196"/>
                  <a:pt x="88056" y="5178809"/>
                  <a:pt x="105669" y="5161196"/>
                </a:cubicBezTo>
                <a:cubicBezTo>
                  <a:pt x="105669" y="5161196"/>
                  <a:pt x="140886" y="5161177"/>
                  <a:pt x="123287" y="5143578"/>
                </a:cubicBezTo>
                <a:cubicBezTo>
                  <a:pt x="123287" y="5143578"/>
                  <a:pt x="127688" y="5147979"/>
                  <a:pt x="132089" y="5147974"/>
                </a:cubicBezTo>
                <a:lnTo>
                  <a:pt x="133850" y="5143578"/>
                </a:lnTo>
                <a:lnTo>
                  <a:pt x="158499" y="5143564"/>
                </a:lnTo>
                <a:cubicBezTo>
                  <a:pt x="176112" y="5125951"/>
                  <a:pt x="176098" y="5161163"/>
                  <a:pt x="211315" y="5161153"/>
                </a:cubicBezTo>
                <a:cubicBezTo>
                  <a:pt x="211315" y="5161153"/>
                  <a:pt x="211315" y="5161153"/>
                  <a:pt x="211300" y="5196366"/>
                </a:cubicBezTo>
                <a:cubicBezTo>
                  <a:pt x="228914" y="5178752"/>
                  <a:pt x="246526" y="5161140"/>
                  <a:pt x="228927" y="5143541"/>
                </a:cubicBezTo>
                <a:cubicBezTo>
                  <a:pt x="264139" y="5143527"/>
                  <a:pt x="281757" y="5125909"/>
                  <a:pt x="299356" y="5143508"/>
                </a:cubicBezTo>
                <a:cubicBezTo>
                  <a:pt x="334573" y="5143498"/>
                  <a:pt x="316960" y="5161112"/>
                  <a:pt x="334559" y="5178711"/>
                </a:cubicBezTo>
                <a:cubicBezTo>
                  <a:pt x="334559" y="5178711"/>
                  <a:pt x="369776" y="5178701"/>
                  <a:pt x="387394" y="5161083"/>
                </a:cubicBezTo>
                <a:cubicBezTo>
                  <a:pt x="422596" y="5196286"/>
                  <a:pt x="457831" y="5125843"/>
                  <a:pt x="510647" y="5143433"/>
                </a:cubicBezTo>
                <a:cubicBezTo>
                  <a:pt x="545878" y="5108202"/>
                  <a:pt x="598702" y="5090575"/>
                  <a:pt x="598722" y="5055358"/>
                </a:cubicBezTo>
                <a:cubicBezTo>
                  <a:pt x="616321" y="5072957"/>
                  <a:pt x="616321" y="5072957"/>
                  <a:pt x="616321" y="5072957"/>
                </a:cubicBezTo>
                <a:cubicBezTo>
                  <a:pt x="633933" y="5055344"/>
                  <a:pt x="669164" y="5020113"/>
                  <a:pt x="686768" y="5037717"/>
                </a:cubicBezTo>
                <a:cubicBezTo>
                  <a:pt x="721994" y="5002491"/>
                  <a:pt x="757207" y="5002477"/>
                  <a:pt x="792427" y="5002463"/>
                </a:cubicBezTo>
                <a:cubicBezTo>
                  <a:pt x="792427" y="5002463"/>
                  <a:pt x="792427" y="5002463"/>
                  <a:pt x="774810" y="5020081"/>
                </a:cubicBezTo>
                <a:cubicBezTo>
                  <a:pt x="792413" y="5037675"/>
                  <a:pt x="810026" y="5020062"/>
                  <a:pt x="845239" y="5020048"/>
                </a:cubicBezTo>
                <a:cubicBezTo>
                  <a:pt x="845257" y="4984831"/>
                  <a:pt x="915686" y="4984808"/>
                  <a:pt x="915695" y="4949591"/>
                </a:cubicBezTo>
                <a:cubicBezTo>
                  <a:pt x="898096" y="4931992"/>
                  <a:pt x="862884" y="4932006"/>
                  <a:pt x="827663" y="4932020"/>
                </a:cubicBezTo>
                <a:cubicBezTo>
                  <a:pt x="827663" y="4932020"/>
                  <a:pt x="827681" y="4896804"/>
                  <a:pt x="810064" y="4914421"/>
                </a:cubicBezTo>
                <a:cubicBezTo>
                  <a:pt x="810064" y="4914421"/>
                  <a:pt x="792460" y="4896817"/>
                  <a:pt x="810078" y="4879200"/>
                </a:cubicBezTo>
                <a:cubicBezTo>
                  <a:pt x="810078" y="4879200"/>
                  <a:pt x="792460" y="4896817"/>
                  <a:pt x="792460" y="4896817"/>
                </a:cubicBezTo>
                <a:cubicBezTo>
                  <a:pt x="774861" y="4879218"/>
                  <a:pt x="757249" y="4896832"/>
                  <a:pt x="757267" y="4861615"/>
                </a:cubicBezTo>
                <a:cubicBezTo>
                  <a:pt x="704433" y="4879242"/>
                  <a:pt x="686834" y="4861643"/>
                  <a:pt x="651617" y="4861652"/>
                </a:cubicBezTo>
                <a:cubicBezTo>
                  <a:pt x="563585" y="4844082"/>
                  <a:pt x="510769" y="4826492"/>
                  <a:pt x="457972" y="4773695"/>
                </a:cubicBezTo>
                <a:cubicBezTo>
                  <a:pt x="440369" y="4756091"/>
                  <a:pt x="440359" y="4791308"/>
                  <a:pt x="422756" y="4773704"/>
                </a:cubicBezTo>
                <a:cubicBezTo>
                  <a:pt x="422756" y="4773704"/>
                  <a:pt x="405157" y="4756106"/>
                  <a:pt x="422770" y="4738492"/>
                </a:cubicBezTo>
                <a:cubicBezTo>
                  <a:pt x="422770" y="4738492"/>
                  <a:pt x="405157" y="4756106"/>
                  <a:pt x="405157" y="4756106"/>
                </a:cubicBezTo>
                <a:cubicBezTo>
                  <a:pt x="405166" y="4720888"/>
                  <a:pt x="387567" y="4703289"/>
                  <a:pt x="352350" y="4703299"/>
                </a:cubicBezTo>
                <a:cubicBezTo>
                  <a:pt x="369968" y="4685690"/>
                  <a:pt x="369968" y="4685690"/>
                  <a:pt x="369968" y="4685690"/>
                </a:cubicBezTo>
                <a:cubicBezTo>
                  <a:pt x="334751" y="4685700"/>
                  <a:pt x="352378" y="4632875"/>
                  <a:pt x="317162" y="4632884"/>
                </a:cubicBezTo>
                <a:cubicBezTo>
                  <a:pt x="387618" y="4562427"/>
                  <a:pt x="334836" y="4474409"/>
                  <a:pt x="387675" y="4421570"/>
                </a:cubicBezTo>
                <a:cubicBezTo>
                  <a:pt x="405274" y="4439169"/>
                  <a:pt x="422891" y="4421551"/>
                  <a:pt x="422891" y="4421551"/>
                </a:cubicBezTo>
                <a:cubicBezTo>
                  <a:pt x="440477" y="4474371"/>
                  <a:pt x="405246" y="4509602"/>
                  <a:pt x="405222" y="4580031"/>
                </a:cubicBezTo>
                <a:cubicBezTo>
                  <a:pt x="405222" y="4580031"/>
                  <a:pt x="405222" y="4580031"/>
                  <a:pt x="440434" y="4580017"/>
                </a:cubicBezTo>
                <a:cubicBezTo>
                  <a:pt x="440434" y="4580017"/>
                  <a:pt x="405222" y="4580031"/>
                  <a:pt x="422835" y="4562418"/>
                </a:cubicBezTo>
                <a:cubicBezTo>
                  <a:pt x="458038" y="4597621"/>
                  <a:pt x="475679" y="4509574"/>
                  <a:pt x="493291" y="4491961"/>
                </a:cubicBezTo>
                <a:cubicBezTo>
                  <a:pt x="493291" y="4491961"/>
                  <a:pt x="510890" y="4509560"/>
                  <a:pt x="528508" y="4491943"/>
                </a:cubicBezTo>
                <a:cubicBezTo>
                  <a:pt x="510909" y="4474344"/>
                  <a:pt x="546136" y="4439117"/>
                  <a:pt x="563735" y="4456716"/>
                </a:cubicBezTo>
                <a:cubicBezTo>
                  <a:pt x="598951" y="4456707"/>
                  <a:pt x="581348" y="4439103"/>
                  <a:pt x="598965" y="4421486"/>
                </a:cubicBezTo>
                <a:cubicBezTo>
                  <a:pt x="616569" y="4439090"/>
                  <a:pt x="598951" y="4456707"/>
                  <a:pt x="598951" y="4456707"/>
                </a:cubicBezTo>
                <a:cubicBezTo>
                  <a:pt x="634168" y="4456688"/>
                  <a:pt x="616569" y="4439090"/>
                  <a:pt x="616578" y="4403873"/>
                </a:cubicBezTo>
                <a:cubicBezTo>
                  <a:pt x="651796" y="4403863"/>
                  <a:pt x="669408" y="4386250"/>
                  <a:pt x="687025" y="4368633"/>
                </a:cubicBezTo>
                <a:cubicBezTo>
                  <a:pt x="669421" y="4351029"/>
                  <a:pt x="669421" y="4351029"/>
                  <a:pt x="669421" y="4351029"/>
                </a:cubicBezTo>
                <a:cubicBezTo>
                  <a:pt x="669421" y="4351029"/>
                  <a:pt x="669421" y="4351029"/>
                  <a:pt x="651823" y="4333430"/>
                </a:cubicBezTo>
                <a:cubicBezTo>
                  <a:pt x="651823" y="4333430"/>
                  <a:pt x="651823" y="4333430"/>
                  <a:pt x="634206" y="4351048"/>
                </a:cubicBezTo>
                <a:cubicBezTo>
                  <a:pt x="634215" y="4333435"/>
                  <a:pt x="629814" y="4329034"/>
                  <a:pt x="621008" y="4329038"/>
                </a:cubicBezTo>
                <a:lnTo>
                  <a:pt x="615838" y="4329615"/>
                </a:lnTo>
                <a:lnTo>
                  <a:pt x="612214" y="4311435"/>
                </a:lnTo>
                <a:cubicBezTo>
                  <a:pt x="616616" y="4307034"/>
                  <a:pt x="625422" y="4307029"/>
                  <a:pt x="634219" y="4315826"/>
                </a:cubicBezTo>
                <a:cubicBezTo>
                  <a:pt x="616620" y="4298228"/>
                  <a:pt x="616620" y="4298228"/>
                  <a:pt x="599017" y="4280624"/>
                </a:cubicBezTo>
                <a:cubicBezTo>
                  <a:pt x="616630" y="4263011"/>
                  <a:pt x="599031" y="4245412"/>
                  <a:pt x="616649" y="4227794"/>
                </a:cubicBezTo>
                <a:cubicBezTo>
                  <a:pt x="599050" y="4210195"/>
                  <a:pt x="599050" y="4210195"/>
                  <a:pt x="599050" y="4210195"/>
                </a:cubicBezTo>
                <a:cubicBezTo>
                  <a:pt x="616662" y="4192582"/>
                  <a:pt x="634276" y="4174969"/>
                  <a:pt x="651889" y="4157356"/>
                </a:cubicBezTo>
                <a:cubicBezTo>
                  <a:pt x="634285" y="4139752"/>
                  <a:pt x="616686" y="4122153"/>
                  <a:pt x="669516" y="4104521"/>
                </a:cubicBezTo>
                <a:cubicBezTo>
                  <a:pt x="651917" y="4086922"/>
                  <a:pt x="634299" y="4104540"/>
                  <a:pt x="634318" y="4069323"/>
                </a:cubicBezTo>
                <a:cubicBezTo>
                  <a:pt x="616728" y="4016508"/>
                  <a:pt x="739973" y="4034065"/>
                  <a:pt x="704784" y="3963650"/>
                </a:cubicBezTo>
                <a:cubicBezTo>
                  <a:pt x="722397" y="3946037"/>
                  <a:pt x="740001" y="3963641"/>
                  <a:pt x="740001" y="3963641"/>
                </a:cubicBezTo>
                <a:cubicBezTo>
                  <a:pt x="792830" y="3946009"/>
                  <a:pt x="863278" y="3910769"/>
                  <a:pt x="898504" y="3875543"/>
                </a:cubicBezTo>
                <a:cubicBezTo>
                  <a:pt x="880900" y="3857939"/>
                  <a:pt x="880900" y="3857939"/>
                  <a:pt x="863287" y="3875552"/>
                </a:cubicBezTo>
                <a:cubicBezTo>
                  <a:pt x="863301" y="3840340"/>
                  <a:pt x="845688" y="3857953"/>
                  <a:pt x="828085" y="3840349"/>
                </a:cubicBezTo>
                <a:cubicBezTo>
                  <a:pt x="828085" y="3840349"/>
                  <a:pt x="863301" y="3840340"/>
                  <a:pt x="863301" y="3840340"/>
                </a:cubicBezTo>
                <a:cubicBezTo>
                  <a:pt x="863301" y="3840340"/>
                  <a:pt x="863301" y="3840340"/>
                  <a:pt x="880914" y="3822727"/>
                </a:cubicBezTo>
                <a:cubicBezTo>
                  <a:pt x="863301" y="3840340"/>
                  <a:pt x="880900" y="3857939"/>
                  <a:pt x="880900" y="3857939"/>
                </a:cubicBezTo>
                <a:cubicBezTo>
                  <a:pt x="880900" y="3857939"/>
                  <a:pt x="898513" y="3840326"/>
                  <a:pt x="898513" y="3840326"/>
                </a:cubicBezTo>
                <a:cubicBezTo>
                  <a:pt x="898513" y="3840326"/>
                  <a:pt x="880914" y="3822727"/>
                  <a:pt x="880914" y="3822727"/>
                </a:cubicBezTo>
                <a:cubicBezTo>
                  <a:pt x="898532" y="3805109"/>
                  <a:pt x="916131" y="3822708"/>
                  <a:pt x="916131" y="3822708"/>
                </a:cubicBezTo>
                <a:cubicBezTo>
                  <a:pt x="916131" y="3822708"/>
                  <a:pt x="916131" y="3822708"/>
                  <a:pt x="933734" y="3840312"/>
                </a:cubicBezTo>
                <a:cubicBezTo>
                  <a:pt x="951348" y="3822699"/>
                  <a:pt x="933744" y="3805095"/>
                  <a:pt x="916131" y="3822708"/>
                </a:cubicBezTo>
                <a:lnTo>
                  <a:pt x="933744" y="3805095"/>
                </a:lnTo>
                <a:lnTo>
                  <a:pt x="949154" y="3802892"/>
                </a:lnTo>
                <a:lnTo>
                  <a:pt x="949918" y="3797544"/>
                </a:lnTo>
                <a:lnTo>
                  <a:pt x="966767" y="3789675"/>
                </a:lnTo>
                <a:lnTo>
                  <a:pt x="971255" y="3789058"/>
                </a:lnTo>
                <a:lnTo>
                  <a:pt x="976120" y="3792425"/>
                </a:lnTo>
                <a:cubicBezTo>
                  <a:pt x="978872" y="3792975"/>
                  <a:pt x="982174" y="3791873"/>
                  <a:pt x="986579" y="3787468"/>
                </a:cubicBezTo>
                <a:cubicBezTo>
                  <a:pt x="986579" y="3787468"/>
                  <a:pt x="984377" y="3787469"/>
                  <a:pt x="980800" y="3787746"/>
                </a:cubicBezTo>
                <a:lnTo>
                  <a:pt x="971255" y="3789058"/>
                </a:lnTo>
                <a:lnTo>
                  <a:pt x="968968" y="3787475"/>
                </a:lnTo>
                <a:cubicBezTo>
                  <a:pt x="964567" y="3783074"/>
                  <a:pt x="960166" y="3778673"/>
                  <a:pt x="951357" y="3787482"/>
                </a:cubicBezTo>
                <a:lnTo>
                  <a:pt x="949918" y="3797544"/>
                </a:lnTo>
                <a:lnTo>
                  <a:pt x="933744" y="3805095"/>
                </a:lnTo>
                <a:lnTo>
                  <a:pt x="968975" y="3769864"/>
                </a:lnTo>
                <a:cubicBezTo>
                  <a:pt x="1021805" y="3752242"/>
                  <a:pt x="1021813" y="3717025"/>
                  <a:pt x="1074648" y="3699398"/>
                </a:cubicBezTo>
                <a:cubicBezTo>
                  <a:pt x="1074648" y="3699398"/>
                  <a:pt x="1109875" y="3664172"/>
                  <a:pt x="1127474" y="3681771"/>
                </a:cubicBezTo>
                <a:cubicBezTo>
                  <a:pt x="1145091" y="3664153"/>
                  <a:pt x="1145091" y="3664153"/>
                  <a:pt x="1162704" y="3646540"/>
                </a:cubicBezTo>
                <a:cubicBezTo>
                  <a:pt x="1197935" y="3611309"/>
                  <a:pt x="1233147" y="3611295"/>
                  <a:pt x="1215543" y="3593701"/>
                </a:cubicBezTo>
                <a:cubicBezTo>
                  <a:pt x="1233147" y="3611295"/>
                  <a:pt x="1250760" y="3593683"/>
                  <a:pt x="1250760" y="3593683"/>
                </a:cubicBezTo>
                <a:cubicBezTo>
                  <a:pt x="1233161" y="3576084"/>
                  <a:pt x="1250760" y="3593683"/>
                  <a:pt x="1233161" y="3576084"/>
                </a:cubicBezTo>
                <a:cubicBezTo>
                  <a:pt x="1250774" y="3558470"/>
                  <a:pt x="1303604" y="3540838"/>
                  <a:pt x="1303617" y="3505627"/>
                </a:cubicBezTo>
                <a:cubicBezTo>
                  <a:pt x="1321231" y="3488013"/>
                  <a:pt x="1303632" y="3470415"/>
                  <a:pt x="1338844" y="3470400"/>
                </a:cubicBezTo>
                <a:cubicBezTo>
                  <a:pt x="1321231" y="3488013"/>
                  <a:pt x="1321231" y="3488013"/>
                  <a:pt x="1338830" y="3505613"/>
                </a:cubicBezTo>
                <a:cubicBezTo>
                  <a:pt x="1338830" y="3505613"/>
                  <a:pt x="1338830" y="3505613"/>
                  <a:pt x="1356447" y="3487995"/>
                </a:cubicBezTo>
                <a:cubicBezTo>
                  <a:pt x="1374061" y="3470382"/>
                  <a:pt x="1356447" y="3487995"/>
                  <a:pt x="1374061" y="3470382"/>
                </a:cubicBezTo>
                <a:lnTo>
                  <a:pt x="1391688" y="3417557"/>
                </a:lnTo>
                <a:lnTo>
                  <a:pt x="1426904" y="3417538"/>
                </a:lnTo>
                <a:cubicBezTo>
                  <a:pt x="1444518" y="3399925"/>
                  <a:pt x="1444518" y="3399925"/>
                  <a:pt x="1462130" y="3382312"/>
                </a:cubicBezTo>
                <a:cubicBezTo>
                  <a:pt x="1479744" y="3364699"/>
                  <a:pt x="1479744" y="3364699"/>
                  <a:pt x="1479744" y="3364699"/>
                </a:cubicBezTo>
                <a:cubicBezTo>
                  <a:pt x="1462144" y="3347100"/>
                  <a:pt x="1497361" y="3347081"/>
                  <a:pt x="1497361" y="3347081"/>
                </a:cubicBezTo>
                <a:cubicBezTo>
                  <a:pt x="1479762" y="3329482"/>
                  <a:pt x="1514974" y="3329468"/>
                  <a:pt x="1497375" y="3311869"/>
                </a:cubicBezTo>
                <a:lnTo>
                  <a:pt x="1532601" y="3276643"/>
                </a:lnTo>
                <a:lnTo>
                  <a:pt x="1550200" y="3294242"/>
                </a:lnTo>
                <a:cubicBezTo>
                  <a:pt x="1567818" y="3276624"/>
                  <a:pt x="1603030" y="3276610"/>
                  <a:pt x="1603044" y="3241399"/>
                </a:cubicBezTo>
                <a:cubicBezTo>
                  <a:pt x="1585431" y="3259011"/>
                  <a:pt x="1585431" y="3259011"/>
                  <a:pt x="1585431" y="3259011"/>
                </a:cubicBezTo>
                <a:cubicBezTo>
                  <a:pt x="1585431" y="3259011"/>
                  <a:pt x="1576629" y="3259021"/>
                  <a:pt x="1565624" y="3261224"/>
                </a:cubicBezTo>
                <a:lnTo>
                  <a:pt x="1532601" y="3276643"/>
                </a:lnTo>
                <a:lnTo>
                  <a:pt x="1559025" y="3250219"/>
                </a:lnTo>
                <a:cubicBezTo>
                  <a:pt x="1576644" y="3223799"/>
                  <a:pt x="1594261" y="3197389"/>
                  <a:pt x="1620676" y="3188568"/>
                </a:cubicBezTo>
                <a:cubicBezTo>
                  <a:pt x="1620676" y="3188568"/>
                  <a:pt x="1603072" y="3170965"/>
                  <a:pt x="1620685" y="3153352"/>
                </a:cubicBezTo>
                <a:cubicBezTo>
                  <a:pt x="1638289" y="3170955"/>
                  <a:pt x="1638289" y="3170955"/>
                  <a:pt x="1638289" y="3170955"/>
                </a:cubicBezTo>
                <a:cubicBezTo>
                  <a:pt x="1655902" y="3153343"/>
                  <a:pt x="1655902" y="3153343"/>
                  <a:pt x="1655902" y="3153343"/>
                </a:cubicBezTo>
                <a:cubicBezTo>
                  <a:pt x="1673501" y="3170942"/>
                  <a:pt x="1673520" y="3135724"/>
                  <a:pt x="1673520" y="3135724"/>
                </a:cubicBezTo>
                <a:cubicBezTo>
                  <a:pt x="1691132" y="3118112"/>
                  <a:pt x="1691132" y="3118112"/>
                  <a:pt x="1691142" y="3082895"/>
                </a:cubicBezTo>
                <a:cubicBezTo>
                  <a:pt x="1726358" y="3082886"/>
                  <a:pt x="1691142" y="3082895"/>
                  <a:pt x="1708746" y="3100498"/>
                </a:cubicBezTo>
                <a:cubicBezTo>
                  <a:pt x="1708732" y="3135711"/>
                  <a:pt x="1691119" y="3153323"/>
                  <a:pt x="1673501" y="3170942"/>
                </a:cubicBezTo>
                <a:cubicBezTo>
                  <a:pt x="1655888" y="3188554"/>
                  <a:pt x="1620676" y="3188568"/>
                  <a:pt x="1620657" y="3223785"/>
                </a:cubicBezTo>
                <a:cubicBezTo>
                  <a:pt x="1655874" y="3223766"/>
                  <a:pt x="1638275" y="3206168"/>
                  <a:pt x="1655874" y="3223766"/>
                </a:cubicBezTo>
                <a:cubicBezTo>
                  <a:pt x="1673487" y="3206153"/>
                  <a:pt x="1655888" y="3188554"/>
                  <a:pt x="1673487" y="3206153"/>
                </a:cubicBezTo>
                <a:cubicBezTo>
                  <a:pt x="1655865" y="3258983"/>
                  <a:pt x="1585417" y="3294223"/>
                  <a:pt x="1567804" y="3311836"/>
                </a:cubicBezTo>
                <a:cubicBezTo>
                  <a:pt x="1585417" y="3294223"/>
                  <a:pt x="1620634" y="3294214"/>
                  <a:pt x="1620634" y="3294214"/>
                </a:cubicBezTo>
                <a:cubicBezTo>
                  <a:pt x="1620634" y="3294214"/>
                  <a:pt x="1603021" y="3311827"/>
                  <a:pt x="1638233" y="3311813"/>
                </a:cubicBezTo>
                <a:cubicBezTo>
                  <a:pt x="1638233" y="3311813"/>
                  <a:pt x="1638251" y="3276596"/>
                  <a:pt x="1655850" y="3294195"/>
                </a:cubicBezTo>
                <a:cubicBezTo>
                  <a:pt x="1673464" y="3276582"/>
                  <a:pt x="1655850" y="3294195"/>
                  <a:pt x="1638251" y="3276596"/>
                </a:cubicBezTo>
                <a:cubicBezTo>
                  <a:pt x="1655850" y="3294195"/>
                  <a:pt x="1655865" y="3258983"/>
                  <a:pt x="1655865" y="3258983"/>
                </a:cubicBezTo>
                <a:cubicBezTo>
                  <a:pt x="1655865" y="3258983"/>
                  <a:pt x="1726307" y="3223738"/>
                  <a:pt x="1743920" y="3206125"/>
                </a:cubicBezTo>
                <a:cubicBezTo>
                  <a:pt x="1743920" y="3206125"/>
                  <a:pt x="1761533" y="3188512"/>
                  <a:pt x="1779146" y="3170899"/>
                </a:cubicBezTo>
                <a:cubicBezTo>
                  <a:pt x="1779137" y="3206116"/>
                  <a:pt x="1761533" y="3188512"/>
                  <a:pt x="1779137" y="3206116"/>
                </a:cubicBezTo>
                <a:cubicBezTo>
                  <a:pt x="1779137" y="3206116"/>
                  <a:pt x="1779137" y="3206116"/>
                  <a:pt x="1779146" y="3170899"/>
                </a:cubicBezTo>
                <a:cubicBezTo>
                  <a:pt x="1796764" y="3153281"/>
                  <a:pt x="1796764" y="3153281"/>
                  <a:pt x="1796764" y="3153281"/>
                </a:cubicBezTo>
                <a:cubicBezTo>
                  <a:pt x="1796764" y="3153281"/>
                  <a:pt x="1814377" y="3135668"/>
                  <a:pt x="1814368" y="3170885"/>
                </a:cubicBezTo>
                <a:cubicBezTo>
                  <a:pt x="1814377" y="3135668"/>
                  <a:pt x="1814377" y="3135668"/>
                  <a:pt x="1831990" y="3118055"/>
                </a:cubicBezTo>
                <a:cubicBezTo>
                  <a:pt x="1849603" y="3100442"/>
                  <a:pt x="1867221" y="3082825"/>
                  <a:pt x="1884834" y="3065211"/>
                </a:cubicBezTo>
                <a:cubicBezTo>
                  <a:pt x="1937678" y="3012368"/>
                  <a:pt x="1955291" y="2994754"/>
                  <a:pt x="2008134" y="2941911"/>
                </a:cubicBezTo>
                <a:cubicBezTo>
                  <a:pt x="2008134" y="2941911"/>
                  <a:pt x="2025738" y="2959515"/>
                  <a:pt x="2008125" y="2977128"/>
                </a:cubicBezTo>
                <a:cubicBezTo>
                  <a:pt x="2043337" y="2977113"/>
                  <a:pt x="2043351" y="2941901"/>
                  <a:pt x="2060964" y="2924289"/>
                </a:cubicBezTo>
                <a:cubicBezTo>
                  <a:pt x="2060964" y="2924289"/>
                  <a:pt x="2060964" y="2924289"/>
                  <a:pt x="2078582" y="2906671"/>
                </a:cubicBezTo>
                <a:cubicBezTo>
                  <a:pt x="2113794" y="2906657"/>
                  <a:pt x="2131407" y="2889043"/>
                  <a:pt x="2149006" y="2906643"/>
                </a:cubicBezTo>
                <a:cubicBezTo>
                  <a:pt x="2131397" y="2924260"/>
                  <a:pt x="2113794" y="2906657"/>
                  <a:pt x="2113784" y="2941874"/>
                </a:cubicBezTo>
                <a:cubicBezTo>
                  <a:pt x="2096180" y="2924270"/>
                  <a:pt x="2096180" y="2924270"/>
                  <a:pt x="2113794" y="2906657"/>
                </a:cubicBezTo>
                <a:cubicBezTo>
                  <a:pt x="2113794" y="2906657"/>
                  <a:pt x="2096180" y="2924270"/>
                  <a:pt x="2096180" y="2924270"/>
                </a:cubicBezTo>
                <a:cubicBezTo>
                  <a:pt x="2096164" y="2955085"/>
                  <a:pt x="2015281" y="2958965"/>
                  <a:pt x="2006835" y="3018432"/>
                </a:cubicBezTo>
                <a:lnTo>
                  <a:pt x="2008097" y="3047561"/>
                </a:lnTo>
                <a:lnTo>
                  <a:pt x="2008097" y="3047561"/>
                </a:lnTo>
                <a:lnTo>
                  <a:pt x="1981957" y="3053346"/>
                </a:lnTo>
                <a:cubicBezTo>
                  <a:pt x="1956366" y="3064085"/>
                  <a:pt x="1933246" y="3087204"/>
                  <a:pt x="1920037" y="3100414"/>
                </a:cubicBezTo>
                <a:cubicBezTo>
                  <a:pt x="1902423" y="3118027"/>
                  <a:pt x="1902423" y="3118027"/>
                  <a:pt x="1902423" y="3118027"/>
                </a:cubicBezTo>
                <a:cubicBezTo>
                  <a:pt x="1902423" y="3118027"/>
                  <a:pt x="1902423" y="3118027"/>
                  <a:pt x="1884806" y="3135645"/>
                </a:cubicBezTo>
                <a:cubicBezTo>
                  <a:pt x="1867207" y="3118046"/>
                  <a:pt x="1867192" y="3153258"/>
                  <a:pt x="1831981" y="3153272"/>
                </a:cubicBezTo>
                <a:lnTo>
                  <a:pt x="1846060" y="3167351"/>
                </a:lnTo>
                <a:lnTo>
                  <a:pt x="1761524" y="3223729"/>
                </a:lnTo>
                <a:cubicBezTo>
                  <a:pt x="1743911" y="3241342"/>
                  <a:pt x="1761510" y="3258941"/>
                  <a:pt x="1761510" y="3258941"/>
                </a:cubicBezTo>
                <a:cubicBezTo>
                  <a:pt x="1743911" y="3241342"/>
                  <a:pt x="1743892" y="3276558"/>
                  <a:pt x="1726293" y="3258960"/>
                </a:cubicBezTo>
                <a:cubicBezTo>
                  <a:pt x="1743892" y="3276558"/>
                  <a:pt x="1726279" y="3294172"/>
                  <a:pt x="1726279" y="3294172"/>
                </a:cubicBezTo>
                <a:cubicBezTo>
                  <a:pt x="1691067" y="3294185"/>
                  <a:pt x="1691067" y="3294185"/>
                  <a:pt x="1673454" y="3311799"/>
                </a:cubicBezTo>
                <a:cubicBezTo>
                  <a:pt x="1691053" y="3329398"/>
                  <a:pt x="1691053" y="3329398"/>
                  <a:pt x="1708666" y="3311784"/>
                </a:cubicBezTo>
                <a:cubicBezTo>
                  <a:pt x="1726270" y="3329388"/>
                  <a:pt x="1691053" y="3329398"/>
                  <a:pt x="1708657" y="3347001"/>
                </a:cubicBezTo>
                <a:cubicBezTo>
                  <a:pt x="1691039" y="3364619"/>
                  <a:pt x="1726255" y="3364600"/>
                  <a:pt x="1691039" y="3364619"/>
                </a:cubicBezTo>
                <a:lnTo>
                  <a:pt x="1691025" y="3389267"/>
                </a:lnTo>
                <a:lnTo>
                  <a:pt x="1686628" y="3391030"/>
                </a:lnTo>
                <a:cubicBezTo>
                  <a:pt x="1682227" y="3391034"/>
                  <a:pt x="1682227" y="3391034"/>
                  <a:pt x="1691025" y="3399831"/>
                </a:cubicBezTo>
                <a:cubicBezTo>
                  <a:pt x="1699822" y="3408629"/>
                  <a:pt x="1699822" y="3408629"/>
                  <a:pt x="1699826" y="3404228"/>
                </a:cubicBezTo>
                <a:lnTo>
                  <a:pt x="1708638" y="3382218"/>
                </a:lnTo>
                <a:lnTo>
                  <a:pt x="1726237" y="3399817"/>
                </a:lnTo>
                <a:cubicBezTo>
                  <a:pt x="1743850" y="3382204"/>
                  <a:pt x="1779067" y="3382195"/>
                  <a:pt x="1814298" y="3346964"/>
                </a:cubicBezTo>
                <a:cubicBezTo>
                  <a:pt x="1796694" y="3329360"/>
                  <a:pt x="1849509" y="3346950"/>
                  <a:pt x="1867127" y="3329332"/>
                </a:cubicBezTo>
                <a:cubicBezTo>
                  <a:pt x="1849509" y="3346950"/>
                  <a:pt x="1849509" y="3346950"/>
                  <a:pt x="1849509" y="3346950"/>
                </a:cubicBezTo>
                <a:lnTo>
                  <a:pt x="1842461" y="3364563"/>
                </a:lnTo>
                <a:lnTo>
                  <a:pt x="1836297" y="3364558"/>
                </a:lnTo>
                <a:cubicBezTo>
                  <a:pt x="1831897" y="3364563"/>
                  <a:pt x="1831897" y="3364563"/>
                  <a:pt x="1831897" y="3364563"/>
                </a:cubicBezTo>
                <a:cubicBezTo>
                  <a:pt x="1831897" y="3364563"/>
                  <a:pt x="1836297" y="3368964"/>
                  <a:pt x="1840698" y="3368959"/>
                </a:cubicBezTo>
                <a:lnTo>
                  <a:pt x="1842461" y="3364563"/>
                </a:lnTo>
                <a:lnTo>
                  <a:pt x="1867113" y="3364554"/>
                </a:lnTo>
                <a:cubicBezTo>
                  <a:pt x="1858316" y="3355747"/>
                  <a:pt x="1862717" y="3351346"/>
                  <a:pt x="1869321" y="3344742"/>
                </a:cubicBezTo>
                <a:lnTo>
                  <a:pt x="1876520" y="3329332"/>
                </a:lnTo>
                <a:lnTo>
                  <a:pt x="1902344" y="3329323"/>
                </a:lnTo>
                <a:cubicBezTo>
                  <a:pt x="1902353" y="3294106"/>
                  <a:pt x="1919966" y="3276493"/>
                  <a:pt x="1937584" y="3258875"/>
                </a:cubicBezTo>
                <a:cubicBezTo>
                  <a:pt x="1937584" y="3258875"/>
                  <a:pt x="1955197" y="3241262"/>
                  <a:pt x="1955197" y="3241262"/>
                </a:cubicBezTo>
                <a:cubicBezTo>
                  <a:pt x="1963999" y="3250064"/>
                  <a:pt x="1963999" y="3250064"/>
                  <a:pt x="1963999" y="3245659"/>
                </a:cubicBezTo>
                <a:lnTo>
                  <a:pt x="1969098" y="3232920"/>
                </a:lnTo>
                <a:lnTo>
                  <a:pt x="1988216" y="3221442"/>
                </a:lnTo>
                <a:cubicBezTo>
                  <a:pt x="1999230" y="3214833"/>
                  <a:pt x="2008036" y="3206027"/>
                  <a:pt x="2008041" y="3188418"/>
                </a:cubicBezTo>
                <a:cubicBezTo>
                  <a:pt x="2016847" y="3179612"/>
                  <a:pt x="2030055" y="3175206"/>
                  <a:pt x="2043267" y="3166400"/>
                </a:cubicBezTo>
                <a:lnTo>
                  <a:pt x="2078498" y="3117961"/>
                </a:lnTo>
                <a:lnTo>
                  <a:pt x="2067488" y="3133376"/>
                </a:lnTo>
                <a:cubicBezTo>
                  <a:pt x="2069686" y="3135575"/>
                  <a:pt x="2078493" y="3135570"/>
                  <a:pt x="2096101" y="3135565"/>
                </a:cubicBezTo>
                <a:cubicBezTo>
                  <a:pt x="2078498" y="3117961"/>
                  <a:pt x="2113724" y="3082735"/>
                  <a:pt x="2131327" y="3100339"/>
                </a:cubicBezTo>
                <a:lnTo>
                  <a:pt x="2143663" y="3063351"/>
                </a:lnTo>
                <a:lnTo>
                  <a:pt x="2146747" y="3062911"/>
                </a:lnTo>
                <a:cubicBezTo>
                  <a:pt x="2148949" y="3056311"/>
                  <a:pt x="2148954" y="3047505"/>
                  <a:pt x="2148954" y="3047505"/>
                </a:cubicBezTo>
                <a:cubicBezTo>
                  <a:pt x="2148954" y="3047505"/>
                  <a:pt x="2166567" y="3029892"/>
                  <a:pt x="2184171" y="3047496"/>
                </a:cubicBezTo>
                <a:cubicBezTo>
                  <a:pt x="2184171" y="3047496"/>
                  <a:pt x="2184171" y="3047496"/>
                  <a:pt x="2184180" y="3012279"/>
                </a:cubicBezTo>
                <a:cubicBezTo>
                  <a:pt x="2184180" y="3012279"/>
                  <a:pt x="2166567" y="3029892"/>
                  <a:pt x="2166567" y="3029892"/>
                </a:cubicBezTo>
                <a:cubicBezTo>
                  <a:pt x="2148954" y="3047505"/>
                  <a:pt x="2096125" y="3065137"/>
                  <a:pt x="2096110" y="3100349"/>
                </a:cubicBezTo>
                <a:lnTo>
                  <a:pt x="2078498" y="3117961"/>
                </a:lnTo>
                <a:lnTo>
                  <a:pt x="2060885" y="3135575"/>
                </a:lnTo>
                <a:cubicBezTo>
                  <a:pt x="2043286" y="3117976"/>
                  <a:pt x="2043286" y="3117976"/>
                  <a:pt x="2025668" y="3135593"/>
                </a:cubicBezTo>
                <a:cubicBezTo>
                  <a:pt x="2008064" y="3117990"/>
                  <a:pt x="2008064" y="3117990"/>
                  <a:pt x="1972871" y="3082787"/>
                </a:cubicBezTo>
                <a:cubicBezTo>
                  <a:pt x="1972871" y="3082787"/>
                  <a:pt x="1972871" y="3082787"/>
                  <a:pt x="1990484" y="3065174"/>
                </a:cubicBezTo>
                <a:cubicBezTo>
                  <a:pt x="1990484" y="3065174"/>
                  <a:pt x="1994887" y="3060771"/>
                  <a:pt x="2001492" y="3054166"/>
                </a:cubicBezTo>
                <a:lnTo>
                  <a:pt x="2008097" y="3047561"/>
                </a:lnTo>
                <a:lnTo>
                  <a:pt x="2008097" y="3047561"/>
                </a:lnTo>
                <a:lnTo>
                  <a:pt x="2008097" y="3047561"/>
                </a:lnTo>
                <a:lnTo>
                  <a:pt x="2025710" y="3029948"/>
                </a:lnTo>
                <a:cubicBezTo>
                  <a:pt x="2025696" y="3065160"/>
                  <a:pt x="2078540" y="3012316"/>
                  <a:pt x="2043327" y="3012331"/>
                </a:cubicBezTo>
                <a:cubicBezTo>
                  <a:pt x="2060941" y="2994717"/>
                  <a:pt x="2078540" y="3012316"/>
                  <a:pt x="2096153" y="2994703"/>
                </a:cubicBezTo>
                <a:cubicBezTo>
                  <a:pt x="2096153" y="2994703"/>
                  <a:pt x="2113765" y="2977090"/>
                  <a:pt x="2131379" y="2959477"/>
                </a:cubicBezTo>
                <a:cubicBezTo>
                  <a:pt x="2131379" y="2959477"/>
                  <a:pt x="2131379" y="2959477"/>
                  <a:pt x="2113765" y="2977090"/>
                </a:cubicBezTo>
                <a:lnTo>
                  <a:pt x="2148996" y="2941859"/>
                </a:lnTo>
                <a:cubicBezTo>
                  <a:pt x="2166595" y="2959458"/>
                  <a:pt x="2184209" y="2941845"/>
                  <a:pt x="2166610" y="2924246"/>
                </a:cubicBezTo>
                <a:cubicBezTo>
                  <a:pt x="2166610" y="2924246"/>
                  <a:pt x="2148996" y="2941859"/>
                  <a:pt x="2148996" y="2941859"/>
                </a:cubicBezTo>
                <a:lnTo>
                  <a:pt x="2184222" y="2906633"/>
                </a:lnTo>
                <a:cubicBezTo>
                  <a:pt x="2237052" y="2889002"/>
                  <a:pt x="2254679" y="2836177"/>
                  <a:pt x="2307509" y="2818545"/>
                </a:cubicBezTo>
                <a:cubicBezTo>
                  <a:pt x="2307509" y="2818545"/>
                  <a:pt x="2325122" y="2800931"/>
                  <a:pt x="2342735" y="2783319"/>
                </a:cubicBezTo>
                <a:cubicBezTo>
                  <a:pt x="2307509" y="2818545"/>
                  <a:pt x="2325113" y="2836149"/>
                  <a:pt x="2289882" y="2871379"/>
                </a:cubicBezTo>
                <a:cubicBezTo>
                  <a:pt x="2325098" y="2871361"/>
                  <a:pt x="2325113" y="2836149"/>
                  <a:pt x="2342712" y="2853747"/>
                </a:cubicBezTo>
                <a:cubicBezTo>
                  <a:pt x="2342712" y="2853747"/>
                  <a:pt x="2360315" y="2871351"/>
                  <a:pt x="2360315" y="2871351"/>
                </a:cubicBezTo>
                <a:cubicBezTo>
                  <a:pt x="2360315" y="2871351"/>
                  <a:pt x="2377929" y="2853738"/>
                  <a:pt x="2395541" y="2836125"/>
                </a:cubicBezTo>
                <a:cubicBezTo>
                  <a:pt x="2430772" y="2800894"/>
                  <a:pt x="2466003" y="2765663"/>
                  <a:pt x="2466012" y="2730447"/>
                </a:cubicBezTo>
                <a:cubicBezTo>
                  <a:pt x="2483616" y="2748051"/>
                  <a:pt x="2501229" y="2730437"/>
                  <a:pt x="2501229" y="2730437"/>
                </a:cubicBezTo>
                <a:cubicBezTo>
                  <a:pt x="2518842" y="2712824"/>
                  <a:pt x="2554073" y="2677593"/>
                  <a:pt x="2536469" y="2659990"/>
                </a:cubicBezTo>
                <a:cubicBezTo>
                  <a:pt x="2554082" y="2642377"/>
                  <a:pt x="2554073" y="2677593"/>
                  <a:pt x="2554073" y="2677593"/>
                </a:cubicBezTo>
                <a:cubicBezTo>
                  <a:pt x="2554059" y="2712805"/>
                  <a:pt x="2501229" y="2730437"/>
                  <a:pt x="2501215" y="2765650"/>
                </a:cubicBezTo>
                <a:cubicBezTo>
                  <a:pt x="2466003" y="2765663"/>
                  <a:pt x="2448385" y="2783281"/>
                  <a:pt x="2465984" y="2800880"/>
                </a:cubicBezTo>
                <a:cubicBezTo>
                  <a:pt x="2483602" y="2783262"/>
                  <a:pt x="2483602" y="2783262"/>
                  <a:pt x="2501215" y="2765650"/>
                </a:cubicBezTo>
                <a:lnTo>
                  <a:pt x="2606898" y="2659966"/>
                </a:lnTo>
                <a:lnTo>
                  <a:pt x="2622308" y="2657754"/>
                </a:lnTo>
                <a:lnTo>
                  <a:pt x="2624009" y="2645873"/>
                </a:lnTo>
                <a:lnTo>
                  <a:pt x="2681756" y="2598307"/>
                </a:lnTo>
                <a:lnTo>
                  <a:pt x="2718453" y="2551607"/>
                </a:lnTo>
                <a:lnTo>
                  <a:pt x="2761014" y="2532247"/>
                </a:lnTo>
                <a:cubicBezTo>
                  <a:pt x="2774222" y="2527841"/>
                  <a:pt x="2783028" y="2519034"/>
                  <a:pt x="2783043" y="2483822"/>
                </a:cubicBezTo>
                <a:cubicBezTo>
                  <a:pt x="2791843" y="2492621"/>
                  <a:pt x="2796242" y="2497021"/>
                  <a:pt x="2798442" y="2499221"/>
                </a:cubicBezTo>
                <a:lnTo>
                  <a:pt x="2800642" y="2501421"/>
                </a:lnTo>
                <a:lnTo>
                  <a:pt x="2800641" y="2501421"/>
                </a:lnTo>
                <a:cubicBezTo>
                  <a:pt x="2791835" y="2510228"/>
                  <a:pt x="2783028" y="2519034"/>
                  <a:pt x="2783028" y="2519034"/>
                </a:cubicBezTo>
                <a:cubicBezTo>
                  <a:pt x="2783028" y="2519034"/>
                  <a:pt x="2765415" y="2536648"/>
                  <a:pt x="2783014" y="2554246"/>
                </a:cubicBezTo>
                <a:cubicBezTo>
                  <a:pt x="2783014" y="2554246"/>
                  <a:pt x="2800632" y="2536638"/>
                  <a:pt x="2783028" y="2519034"/>
                </a:cubicBezTo>
                <a:cubicBezTo>
                  <a:pt x="2800642" y="2501421"/>
                  <a:pt x="2800642" y="2501421"/>
                  <a:pt x="2835853" y="2501407"/>
                </a:cubicBezTo>
                <a:cubicBezTo>
                  <a:pt x="2835867" y="2483799"/>
                  <a:pt x="2831466" y="2479398"/>
                  <a:pt x="2827066" y="2479402"/>
                </a:cubicBezTo>
                <a:cubicBezTo>
                  <a:pt x="2822660" y="2479402"/>
                  <a:pt x="2818254" y="2483808"/>
                  <a:pt x="2818254" y="2483808"/>
                </a:cubicBezTo>
                <a:cubicBezTo>
                  <a:pt x="2818254" y="2483808"/>
                  <a:pt x="2816052" y="2486010"/>
                  <a:pt x="2812750" y="2489312"/>
                </a:cubicBezTo>
                <a:lnTo>
                  <a:pt x="2800643" y="2501420"/>
                </a:lnTo>
                <a:lnTo>
                  <a:pt x="2818262" y="2470601"/>
                </a:lnTo>
                <a:cubicBezTo>
                  <a:pt x="2822668" y="2461796"/>
                  <a:pt x="2827072" y="2457391"/>
                  <a:pt x="2835872" y="2466191"/>
                </a:cubicBezTo>
                <a:cubicBezTo>
                  <a:pt x="2853457" y="2519011"/>
                  <a:pt x="2906329" y="2395734"/>
                  <a:pt x="2923942" y="2378121"/>
                </a:cubicBezTo>
                <a:cubicBezTo>
                  <a:pt x="2976785" y="2325277"/>
                  <a:pt x="3012012" y="2290050"/>
                  <a:pt x="3047242" y="2254820"/>
                </a:cubicBezTo>
                <a:cubicBezTo>
                  <a:pt x="3064856" y="2237207"/>
                  <a:pt x="3100068" y="2237193"/>
                  <a:pt x="3100086" y="2201976"/>
                </a:cubicBezTo>
                <a:cubicBezTo>
                  <a:pt x="3100086" y="2201976"/>
                  <a:pt x="3100086" y="2201976"/>
                  <a:pt x="3117699" y="2184363"/>
                </a:cubicBezTo>
                <a:cubicBezTo>
                  <a:pt x="3152911" y="2184349"/>
                  <a:pt x="3152930" y="2149132"/>
                  <a:pt x="3152930" y="2149132"/>
                </a:cubicBezTo>
                <a:cubicBezTo>
                  <a:pt x="3170543" y="2131519"/>
                  <a:pt x="3170543" y="2131519"/>
                  <a:pt x="3170543" y="2131519"/>
                </a:cubicBezTo>
                <a:cubicBezTo>
                  <a:pt x="3170543" y="2131519"/>
                  <a:pt x="3188156" y="2113907"/>
                  <a:pt x="3188156" y="2113907"/>
                </a:cubicBezTo>
                <a:cubicBezTo>
                  <a:pt x="3188156" y="2113907"/>
                  <a:pt x="3188156" y="2113907"/>
                  <a:pt x="3205769" y="2096293"/>
                </a:cubicBezTo>
                <a:cubicBezTo>
                  <a:pt x="3241000" y="2061062"/>
                  <a:pt x="3258613" y="2043450"/>
                  <a:pt x="3293839" y="2008223"/>
                </a:cubicBezTo>
                <a:cubicBezTo>
                  <a:pt x="3293839" y="2008223"/>
                  <a:pt x="3346669" y="1990592"/>
                  <a:pt x="3346683" y="1955379"/>
                </a:cubicBezTo>
                <a:cubicBezTo>
                  <a:pt x="3364282" y="1972979"/>
                  <a:pt x="3381899" y="1955361"/>
                  <a:pt x="3381899" y="1955361"/>
                </a:cubicBezTo>
                <a:cubicBezTo>
                  <a:pt x="3399513" y="1937748"/>
                  <a:pt x="3399513" y="1937748"/>
                  <a:pt x="3399513" y="1937748"/>
                </a:cubicBezTo>
                <a:cubicBezTo>
                  <a:pt x="3417116" y="1955351"/>
                  <a:pt x="3417125" y="1920135"/>
                  <a:pt x="3417125" y="1920135"/>
                </a:cubicBezTo>
                <a:cubicBezTo>
                  <a:pt x="3417125" y="1920135"/>
                  <a:pt x="3452371" y="1849692"/>
                  <a:pt x="3469970" y="1867291"/>
                </a:cubicBezTo>
                <a:cubicBezTo>
                  <a:pt x="3487582" y="1849678"/>
                  <a:pt x="3469970" y="1867291"/>
                  <a:pt x="3469983" y="1832079"/>
                </a:cubicBezTo>
                <a:cubicBezTo>
                  <a:pt x="3469983" y="1832079"/>
                  <a:pt x="3469984" y="1829878"/>
                  <a:pt x="3469710" y="1826852"/>
                </a:cubicBezTo>
                <a:lnTo>
                  <a:pt x="3468127" y="1818468"/>
                </a:lnTo>
                <a:lnTo>
                  <a:pt x="3478799" y="1805664"/>
                </a:lnTo>
                <a:cubicBezTo>
                  <a:pt x="3487607" y="1796856"/>
                  <a:pt x="3496414" y="1788049"/>
                  <a:pt x="3487615" y="1779249"/>
                </a:cubicBezTo>
                <a:cubicBezTo>
                  <a:pt x="3469998" y="1796867"/>
                  <a:pt x="3452384" y="1814480"/>
                  <a:pt x="3452384" y="1814480"/>
                </a:cubicBezTo>
                <a:cubicBezTo>
                  <a:pt x="3487615" y="1779249"/>
                  <a:pt x="3487629" y="1744037"/>
                  <a:pt x="3540459" y="1726405"/>
                </a:cubicBezTo>
                <a:cubicBezTo>
                  <a:pt x="3558072" y="1708792"/>
                  <a:pt x="3575704" y="1655963"/>
                  <a:pt x="3610916" y="1655949"/>
                </a:cubicBezTo>
                <a:cubicBezTo>
                  <a:pt x="3610930" y="1620736"/>
                  <a:pt x="3663755" y="1603109"/>
                  <a:pt x="3646161" y="1585506"/>
                </a:cubicBezTo>
                <a:cubicBezTo>
                  <a:pt x="3681373" y="1585492"/>
                  <a:pt x="3681373" y="1585492"/>
                  <a:pt x="3698986" y="1567878"/>
                </a:cubicBezTo>
                <a:cubicBezTo>
                  <a:pt x="3734230" y="1497436"/>
                  <a:pt x="3822272" y="1479790"/>
                  <a:pt x="3822301" y="1409366"/>
                </a:cubicBezTo>
                <a:cubicBezTo>
                  <a:pt x="3822301" y="1409366"/>
                  <a:pt x="3822301" y="1409366"/>
                  <a:pt x="3839909" y="1391748"/>
                </a:cubicBezTo>
                <a:cubicBezTo>
                  <a:pt x="3839909" y="1391748"/>
                  <a:pt x="3857527" y="1374131"/>
                  <a:pt x="3857527" y="1374131"/>
                </a:cubicBezTo>
                <a:cubicBezTo>
                  <a:pt x="3857527" y="1374131"/>
                  <a:pt x="3857523" y="1382936"/>
                  <a:pt x="3859722" y="1389539"/>
                </a:cubicBezTo>
                <a:lnTo>
                  <a:pt x="3863333" y="1394291"/>
                </a:lnTo>
                <a:lnTo>
                  <a:pt x="3857519" y="1396143"/>
                </a:lnTo>
                <a:cubicBezTo>
                  <a:pt x="3848712" y="1400549"/>
                  <a:pt x="3839905" y="1409357"/>
                  <a:pt x="3839900" y="1426965"/>
                </a:cubicBezTo>
                <a:cubicBezTo>
                  <a:pt x="3857513" y="1409352"/>
                  <a:pt x="3875130" y="1391734"/>
                  <a:pt x="3892729" y="1409333"/>
                </a:cubicBezTo>
                <a:cubicBezTo>
                  <a:pt x="3839885" y="1462177"/>
                  <a:pt x="3751829" y="1515035"/>
                  <a:pt x="3698972" y="1603091"/>
                </a:cubicBezTo>
                <a:cubicBezTo>
                  <a:pt x="3698972" y="1603091"/>
                  <a:pt x="3681373" y="1585492"/>
                  <a:pt x="3663755" y="1603109"/>
                </a:cubicBezTo>
                <a:cubicBezTo>
                  <a:pt x="3663755" y="1603109"/>
                  <a:pt x="3681354" y="1620708"/>
                  <a:pt x="3681354" y="1620708"/>
                </a:cubicBezTo>
                <a:cubicBezTo>
                  <a:pt x="3663755" y="1603109"/>
                  <a:pt x="3663741" y="1638321"/>
                  <a:pt x="3646142" y="1620722"/>
                </a:cubicBezTo>
                <a:cubicBezTo>
                  <a:pt x="3646128" y="1655934"/>
                  <a:pt x="3646128" y="1655934"/>
                  <a:pt x="3646128" y="1655934"/>
                </a:cubicBezTo>
                <a:cubicBezTo>
                  <a:pt x="3628515" y="1673548"/>
                  <a:pt x="3628515" y="1673548"/>
                  <a:pt x="3628515" y="1673548"/>
                </a:cubicBezTo>
                <a:cubicBezTo>
                  <a:pt x="3646114" y="1691147"/>
                  <a:pt x="3575671" y="1726391"/>
                  <a:pt x="3575671" y="1726391"/>
                </a:cubicBezTo>
                <a:cubicBezTo>
                  <a:pt x="3558058" y="1744004"/>
                  <a:pt x="3540440" y="1761622"/>
                  <a:pt x="3522827" y="1779235"/>
                </a:cubicBezTo>
                <a:cubicBezTo>
                  <a:pt x="3558039" y="1779221"/>
                  <a:pt x="3575657" y="1761603"/>
                  <a:pt x="3593270" y="1743990"/>
                </a:cubicBezTo>
                <a:cubicBezTo>
                  <a:pt x="3610883" y="1726377"/>
                  <a:pt x="3628496" y="1708764"/>
                  <a:pt x="3646114" y="1691147"/>
                </a:cubicBezTo>
                <a:cubicBezTo>
                  <a:pt x="3663717" y="1708750"/>
                  <a:pt x="3628496" y="1708764"/>
                  <a:pt x="3646100" y="1726368"/>
                </a:cubicBezTo>
                <a:cubicBezTo>
                  <a:pt x="3663717" y="1708750"/>
                  <a:pt x="3681331" y="1691137"/>
                  <a:pt x="3681331" y="1691137"/>
                </a:cubicBezTo>
                <a:cubicBezTo>
                  <a:pt x="3716557" y="1655911"/>
                  <a:pt x="3734174" y="1638293"/>
                  <a:pt x="3786999" y="1620666"/>
                </a:cubicBezTo>
                <a:lnTo>
                  <a:pt x="3822230" y="1585436"/>
                </a:lnTo>
                <a:lnTo>
                  <a:pt x="3839843" y="1567822"/>
                </a:lnTo>
                <a:cubicBezTo>
                  <a:pt x="3857456" y="1550209"/>
                  <a:pt x="3892687" y="1514979"/>
                  <a:pt x="3910300" y="1497365"/>
                </a:cubicBezTo>
                <a:cubicBezTo>
                  <a:pt x="3945517" y="1497356"/>
                  <a:pt x="3963134" y="1479738"/>
                  <a:pt x="3963134" y="1479738"/>
                </a:cubicBezTo>
                <a:cubicBezTo>
                  <a:pt x="3963134" y="1479738"/>
                  <a:pt x="3971946" y="1462125"/>
                  <a:pt x="3985153" y="1448918"/>
                </a:cubicBezTo>
                <a:lnTo>
                  <a:pt x="3997264" y="1447812"/>
                </a:lnTo>
                <a:lnTo>
                  <a:pt x="3980733" y="1497338"/>
                </a:lnTo>
                <a:cubicBezTo>
                  <a:pt x="3989545" y="1488536"/>
                  <a:pt x="3998346" y="1479725"/>
                  <a:pt x="4002752" y="1470923"/>
                </a:cubicBezTo>
                <a:lnTo>
                  <a:pt x="3998885" y="1447662"/>
                </a:lnTo>
                <a:lnTo>
                  <a:pt x="4033573" y="1444498"/>
                </a:lnTo>
                <a:cubicBezTo>
                  <a:pt x="4051204" y="1391669"/>
                  <a:pt x="4086416" y="1391654"/>
                  <a:pt x="4121647" y="1356424"/>
                </a:cubicBezTo>
                <a:cubicBezTo>
                  <a:pt x="4112845" y="1365235"/>
                  <a:pt x="4121647" y="1356424"/>
                  <a:pt x="4132656" y="1345414"/>
                </a:cubicBezTo>
                <a:lnTo>
                  <a:pt x="4139260" y="1338811"/>
                </a:lnTo>
                <a:lnTo>
                  <a:pt x="4156873" y="1321197"/>
                </a:lnTo>
                <a:lnTo>
                  <a:pt x="4154769" y="1306411"/>
                </a:lnTo>
                <a:lnTo>
                  <a:pt x="4174491" y="1303580"/>
                </a:lnTo>
                <a:cubicBezTo>
                  <a:pt x="4209717" y="1268354"/>
                  <a:pt x="4244948" y="1233123"/>
                  <a:pt x="4280164" y="1233114"/>
                </a:cubicBezTo>
                <a:cubicBezTo>
                  <a:pt x="4280174" y="1197897"/>
                  <a:pt x="4262561" y="1215510"/>
                  <a:pt x="4262561" y="1215510"/>
                </a:cubicBezTo>
                <a:cubicBezTo>
                  <a:pt x="4280174" y="1197897"/>
                  <a:pt x="4333017" y="1145053"/>
                  <a:pt x="4350630" y="1127440"/>
                </a:cubicBezTo>
                <a:cubicBezTo>
                  <a:pt x="4385861" y="1092209"/>
                  <a:pt x="4403474" y="1074596"/>
                  <a:pt x="4438705" y="1039366"/>
                </a:cubicBezTo>
                <a:cubicBezTo>
                  <a:pt x="4438705" y="1039366"/>
                  <a:pt x="4438705" y="1039366"/>
                  <a:pt x="4421088" y="1056983"/>
                </a:cubicBezTo>
                <a:cubicBezTo>
                  <a:pt x="4509162" y="968909"/>
                  <a:pt x="4597218" y="916051"/>
                  <a:pt x="4650076" y="827995"/>
                </a:cubicBezTo>
                <a:cubicBezTo>
                  <a:pt x="4667675" y="845594"/>
                  <a:pt x="4632463" y="845608"/>
                  <a:pt x="4650057" y="863212"/>
                </a:cubicBezTo>
                <a:cubicBezTo>
                  <a:pt x="4667675" y="845594"/>
                  <a:pt x="4685288" y="827981"/>
                  <a:pt x="4667689" y="810382"/>
                </a:cubicBezTo>
                <a:cubicBezTo>
                  <a:pt x="4702901" y="810368"/>
                  <a:pt x="4773376" y="704695"/>
                  <a:pt x="4826201" y="687067"/>
                </a:cubicBezTo>
                <a:cubicBezTo>
                  <a:pt x="4826201" y="687067"/>
                  <a:pt x="4826220" y="651851"/>
                  <a:pt x="4843814" y="669455"/>
                </a:cubicBezTo>
                <a:cubicBezTo>
                  <a:pt x="4843833" y="634238"/>
                  <a:pt x="4879045" y="634224"/>
                  <a:pt x="4914271" y="598998"/>
                </a:cubicBezTo>
                <a:cubicBezTo>
                  <a:pt x="4914271" y="598998"/>
                  <a:pt x="4914271" y="598998"/>
                  <a:pt x="4931889" y="581380"/>
                </a:cubicBezTo>
                <a:cubicBezTo>
                  <a:pt x="4949502" y="563767"/>
                  <a:pt x="4984719" y="563758"/>
                  <a:pt x="4984733" y="528536"/>
                </a:cubicBezTo>
                <a:cubicBezTo>
                  <a:pt x="5002337" y="546140"/>
                  <a:pt x="5019950" y="528527"/>
                  <a:pt x="5019950" y="528527"/>
                </a:cubicBezTo>
                <a:cubicBezTo>
                  <a:pt x="5019950" y="528527"/>
                  <a:pt x="5037563" y="510914"/>
                  <a:pt x="5055176" y="493301"/>
                </a:cubicBezTo>
                <a:cubicBezTo>
                  <a:pt x="5055176" y="493301"/>
                  <a:pt x="5037563" y="510914"/>
                  <a:pt x="5055161" y="528512"/>
                </a:cubicBezTo>
                <a:cubicBezTo>
                  <a:pt x="5063963" y="537314"/>
                  <a:pt x="5072770" y="528508"/>
                  <a:pt x="5077175" y="519697"/>
                </a:cubicBezTo>
                <a:lnTo>
                  <a:pt x="5074185" y="513716"/>
                </a:lnTo>
                <a:lnTo>
                  <a:pt x="5114604" y="482268"/>
                </a:lnTo>
                <a:cubicBezTo>
                  <a:pt x="5134420" y="466858"/>
                  <a:pt x="5152033" y="449245"/>
                  <a:pt x="5160849" y="422825"/>
                </a:cubicBezTo>
                <a:cubicBezTo>
                  <a:pt x="5178453" y="440429"/>
                  <a:pt x="5143231" y="440443"/>
                  <a:pt x="5160835" y="458047"/>
                </a:cubicBezTo>
                <a:cubicBezTo>
                  <a:pt x="5178453" y="440429"/>
                  <a:pt x="5196075" y="387599"/>
                  <a:pt x="5248910" y="369972"/>
                </a:cubicBezTo>
                <a:cubicBezTo>
                  <a:pt x="5266523" y="352359"/>
                  <a:pt x="5301754" y="317128"/>
                  <a:pt x="5319367" y="299515"/>
                </a:cubicBezTo>
                <a:cubicBezTo>
                  <a:pt x="5354564" y="334713"/>
                  <a:pt x="5389809" y="264270"/>
                  <a:pt x="5442639" y="246638"/>
                </a:cubicBezTo>
                <a:cubicBezTo>
                  <a:pt x="5442653" y="211427"/>
                  <a:pt x="5477865" y="211412"/>
                  <a:pt x="5495478" y="193799"/>
                </a:cubicBezTo>
                <a:cubicBezTo>
                  <a:pt x="5513096" y="176182"/>
                  <a:pt x="5513096" y="176182"/>
                  <a:pt x="5513096" y="176182"/>
                </a:cubicBezTo>
                <a:cubicBezTo>
                  <a:pt x="5530709" y="158569"/>
                  <a:pt x="5530709" y="158569"/>
                  <a:pt x="5530709" y="158569"/>
                </a:cubicBezTo>
                <a:cubicBezTo>
                  <a:pt x="5548312" y="176172"/>
                  <a:pt x="5565926" y="158559"/>
                  <a:pt x="5583543" y="140942"/>
                </a:cubicBezTo>
                <a:cubicBezTo>
                  <a:pt x="5583543" y="140942"/>
                  <a:pt x="5601156" y="123329"/>
                  <a:pt x="5601156" y="123329"/>
                </a:cubicBezTo>
                <a:cubicBezTo>
                  <a:pt x="5636368" y="123315"/>
                  <a:pt x="5601156" y="123329"/>
                  <a:pt x="5618769" y="105716"/>
                </a:cubicBezTo>
                <a:cubicBezTo>
                  <a:pt x="5636368" y="123315"/>
                  <a:pt x="5671613" y="52872"/>
                  <a:pt x="5706825" y="52858"/>
                </a:cubicBezTo>
                <a:cubicBezTo>
                  <a:pt x="5724438" y="35244"/>
                  <a:pt x="5759650" y="35231"/>
                  <a:pt x="5794881" y="0"/>
                </a:cubicBezTo>
                <a:close/>
              </a:path>
            </a:pathLst>
          </a:cu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8"/>
            </p:custDataLst>
          </p:nvPr>
        </p:nvSpPr>
        <p:spPr>
          <a:xfrm>
            <a:off x="1264920" y="2138045"/>
            <a:ext cx="5690235" cy="1291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1" i="0" u="none" strike="noStrike" kern="1200" cap="none" spc="3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汉仪细秀体简 L" panose="00020600040101010101" charset="-122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1287780" y="3429000"/>
            <a:ext cx="5667375" cy="651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accent6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image" Target="../media/image1.jpeg"/><Relationship Id="rId12" Type="http://schemas.openxmlformats.org/officeDocument/2006/relationships/tags" Target="../tags/tag13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黑白色的花&#10;&#10;中度可信度描述已自动生成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10000"/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838200" y="365125"/>
            <a:ext cx="10515600" cy="8857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838200" y="1423358"/>
            <a:ext cx="10515600" cy="475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600" b="0" i="0" u="none" strike="noStrike" kern="1200" cap="none" spc="300" normalizeH="0" baseline="0" smtClean="0">
          <a:ln>
            <a:noFill/>
            <a:prstDash val="sysDot"/>
          </a:ln>
          <a:solidFill>
            <a:schemeClr val="accent1"/>
          </a:solidFill>
          <a:latin typeface="+mj-ea"/>
          <a:ea typeface="+mj-ea"/>
          <a:cs typeface="汉仪细秀体简 L" panose="00020600040101010101" charset="-122"/>
          <a:sym typeface="汉仪细秀体简 L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细秀体简 L" panose="00020600040101010101" charset="-122"/>
          <a:ea typeface="汉仪细秀体简 L" panose="00020600040101010101" charset="-122"/>
          <a:cs typeface="汉仪细秀体简 L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汉仪细秀体简 L" panose="00020600040101010101" charset="-122"/>
          <a:ea typeface="汉仪细秀体简 L" panose="00020600040101010101" charset="-122"/>
          <a:cs typeface="汉仪细秀体简 L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汉仪细秀体简 L" panose="00020600040101010101" charset="-122"/>
          <a:ea typeface="汉仪细秀体简 L" panose="00020600040101010101" charset="-122"/>
          <a:cs typeface="汉仪细秀体简 L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汉仪细秀体简 L" panose="00020600040101010101" charset="-122"/>
          <a:ea typeface="汉仪细秀体简 L" panose="00020600040101010101" charset="-122"/>
          <a:cs typeface="汉仪细秀体简 L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汉仪细秀体简 L" panose="00020600040101010101" charset="-122"/>
          <a:ea typeface="汉仪细秀体简 L" panose="00020600040101010101" charset="-122"/>
          <a:cs typeface="汉仪细秀体简 L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171.xml"/><Relationship Id="rId11" Type="http://schemas.openxmlformats.org/officeDocument/2006/relationships/image" Target="../media/image8.jpeg"/><Relationship Id="rId10" Type="http://schemas.openxmlformats.org/officeDocument/2006/relationships/tags" Target="../tags/tag170.xml"/><Relationship Id="rId1" Type="http://schemas.openxmlformats.org/officeDocument/2006/relationships/tags" Target="../tags/tag16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image" Target="../media/image13.jpe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image" Target="../media/image15.jpeg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image" Target="../media/image14.jpeg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image" Target="../media/image16.jpe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217.xml"/><Relationship Id="rId1" Type="http://schemas.openxmlformats.org/officeDocument/2006/relationships/tags" Target="../tags/tag20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tags" Target="../tags/tag21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image" Target="../media/image17.jpeg"/><Relationship Id="rId2" Type="http://schemas.openxmlformats.org/officeDocument/2006/relationships/tags" Target="../tags/tag236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243.xml"/><Relationship Id="rId1" Type="http://schemas.openxmlformats.org/officeDocument/2006/relationships/tags" Target="../tags/tag23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image" Target="../media/image18.jpeg"/><Relationship Id="rId3" Type="http://schemas.openxmlformats.org/officeDocument/2006/relationships/tags" Target="../tags/tag249.xml"/><Relationship Id="rId26" Type="http://schemas.openxmlformats.org/officeDocument/2006/relationships/slideLayout" Target="../slideLayouts/slideLayout18.xml"/><Relationship Id="rId25" Type="http://schemas.openxmlformats.org/officeDocument/2006/relationships/tags" Target="../tags/tag267.xml"/><Relationship Id="rId24" Type="http://schemas.openxmlformats.org/officeDocument/2006/relationships/image" Target="../media/image21.jpeg"/><Relationship Id="rId23" Type="http://schemas.openxmlformats.org/officeDocument/2006/relationships/tags" Target="../tags/tag266.xml"/><Relationship Id="rId22" Type="http://schemas.openxmlformats.org/officeDocument/2006/relationships/tags" Target="../tags/tag265.xml"/><Relationship Id="rId21" Type="http://schemas.openxmlformats.org/officeDocument/2006/relationships/tags" Target="../tags/tag264.xml"/><Relationship Id="rId20" Type="http://schemas.openxmlformats.org/officeDocument/2006/relationships/image" Target="../media/image20.jpeg"/><Relationship Id="rId2" Type="http://schemas.openxmlformats.org/officeDocument/2006/relationships/tags" Target="../tags/tag248.xml"/><Relationship Id="rId19" Type="http://schemas.openxmlformats.org/officeDocument/2006/relationships/tags" Target="../tags/tag263.xml"/><Relationship Id="rId18" Type="http://schemas.openxmlformats.org/officeDocument/2006/relationships/tags" Target="../tags/tag262.xml"/><Relationship Id="rId17" Type="http://schemas.openxmlformats.org/officeDocument/2006/relationships/tags" Target="../tags/tag261.xml"/><Relationship Id="rId16" Type="http://schemas.openxmlformats.org/officeDocument/2006/relationships/tags" Target="../tags/tag260.xml"/><Relationship Id="rId15" Type="http://schemas.openxmlformats.org/officeDocument/2006/relationships/tags" Target="../tags/tag259.xml"/><Relationship Id="rId14" Type="http://schemas.openxmlformats.org/officeDocument/2006/relationships/tags" Target="../tags/tag258.xml"/><Relationship Id="rId13" Type="http://schemas.openxmlformats.org/officeDocument/2006/relationships/tags" Target="../tags/tag257.xml"/><Relationship Id="rId12" Type="http://schemas.openxmlformats.org/officeDocument/2006/relationships/tags" Target="../tags/tag256.xml"/><Relationship Id="rId11" Type="http://schemas.openxmlformats.org/officeDocument/2006/relationships/tags" Target="../tags/tag255.xml"/><Relationship Id="rId10" Type="http://schemas.openxmlformats.org/officeDocument/2006/relationships/image" Target="../media/image19.jpeg"/><Relationship Id="rId1" Type="http://schemas.openxmlformats.org/officeDocument/2006/relationships/tags" Target="../tags/tag24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image" Target="../media/image22.jpeg"/><Relationship Id="rId10" Type="http://schemas.openxmlformats.org/officeDocument/2006/relationships/notesSlide" Target="../notesSlides/notesSlide7.xml"/><Relationship Id="rId1" Type="http://schemas.openxmlformats.org/officeDocument/2006/relationships/tags" Target="../tags/tag26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288.xml"/><Relationship Id="rId16" Type="http://schemas.openxmlformats.org/officeDocument/2006/relationships/image" Target="../media/image25.jpeg"/><Relationship Id="rId15" Type="http://schemas.openxmlformats.org/officeDocument/2006/relationships/tags" Target="../tags/tag287.xml"/><Relationship Id="rId14" Type="http://schemas.openxmlformats.org/officeDocument/2006/relationships/image" Target="../media/image24.jpeg"/><Relationship Id="rId13" Type="http://schemas.openxmlformats.org/officeDocument/2006/relationships/tags" Target="../tags/tag286.xml"/><Relationship Id="rId12" Type="http://schemas.openxmlformats.org/officeDocument/2006/relationships/image" Target="../media/image23.jpeg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image" Target="../media/image26.jpeg"/><Relationship Id="rId2" Type="http://schemas.openxmlformats.org/officeDocument/2006/relationships/tags" Target="../tags/tag293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300.xml"/><Relationship Id="rId1" Type="http://schemas.openxmlformats.org/officeDocument/2006/relationships/tags" Target="../tags/tag29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image" Target="../media/image27.jpeg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314.xml"/><Relationship Id="rId16" Type="http://schemas.openxmlformats.org/officeDocument/2006/relationships/image" Target="../media/image29.jpeg"/><Relationship Id="rId15" Type="http://schemas.openxmlformats.org/officeDocument/2006/relationships/tags" Target="../tags/tag313.xml"/><Relationship Id="rId14" Type="http://schemas.openxmlformats.org/officeDocument/2006/relationships/tags" Target="../tags/tag312.xml"/><Relationship Id="rId13" Type="http://schemas.openxmlformats.org/officeDocument/2006/relationships/tags" Target="../tags/tag311.xml"/><Relationship Id="rId12" Type="http://schemas.openxmlformats.org/officeDocument/2006/relationships/image" Target="../media/image28.jpeg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image" Target="../media/image30.jpeg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tags" Target="../tags/tag323.xml"/><Relationship Id="rId1" Type="http://schemas.openxmlformats.org/officeDocument/2006/relationships/tags" Target="../tags/tag31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tags" Target="../tags/tag32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jpeg"/><Relationship Id="rId8" Type="http://schemas.openxmlformats.org/officeDocument/2006/relationships/tags" Target="../tags/tag334.xml"/><Relationship Id="rId7" Type="http://schemas.openxmlformats.org/officeDocument/2006/relationships/image" Target="../media/image33.jpeg"/><Relationship Id="rId6" Type="http://schemas.openxmlformats.org/officeDocument/2006/relationships/tags" Target="../tags/tag333.xml"/><Relationship Id="rId5" Type="http://schemas.openxmlformats.org/officeDocument/2006/relationships/image" Target="../media/image32.jpeg"/><Relationship Id="rId4" Type="http://schemas.openxmlformats.org/officeDocument/2006/relationships/tags" Target="../tags/tag332.xml"/><Relationship Id="rId3" Type="http://schemas.openxmlformats.org/officeDocument/2006/relationships/image" Target="../media/image31.jpeg"/><Relationship Id="rId24" Type="http://schemas.openxmlformats.org/officeDocument/2006/relationships/notesSlide" Target="../notesSlides/notesSlide10.xml"/><Relationship Id="rId23" Type="http://schemas.openxmlformats.org/officeDocument/2006/relationships/slideLayout" Target="../slideLayouts/slideLayout18.xml"/><Relationship Id="rId22" Type="http://schemas.openxmlformats.org/officeDocument/2006/relationships/tags" Target="../tags/tag347.xml"/><Relationship Id="rId21" Type="http://schemas.openxmlformats.org/officeDocument/2006/relationships/tags" Target="../tags/tag346.xml"/><Relationship Id="rId20" Type="http://schemas.openxmlformats.org/officeDocument/2006/relationships/tags" Target="../tags/tag345.xml"/><Relationship Id="rId2" Type="http://schemas.openxmlformats.org/officeDocument/2006/relationships/tags" Target="../tags/tag331.xml"/><Relationship Id="rId19" Type="http://schemas.openxmlformats.org/officeDocument/2006/relationships/tags" Target="../tags/tag344.xml"/><Relationship Id="rId18" Type="http://schemas.openxmlformats.org/officeDocument/2006/relationships/tags" Target="../tags/tag343.xml"/><Relationship Id="rId17" Type="http://schemas.openxmlformats.org/officeDocument/2006/relationships/tags" Target="../tags/tag342.xml"/><Relationship Id="rId16" Type="http://schemas.openxmlformats.org/officeDocument/2006/relationships/tags" Target="../tags/tag341.xml"/><Relationship Id="rId15" Type="http://schemas.openxmlformats.org/officeDocument/2006/relationships/tags" Target="../tags/tag340.xml"/><Relationship Id="rId14" Type="http://schemas.openxmlformats.org/officeDocument/2006/relationships/tags" Target="../tags/tag339.xml"/><Relationship Id="rId13" Type="http://schemas.openxmlformats.org/officeDocument/2006/relationships/tags" Target="../tags/tag338.xml"/><Relationship Id="rId12" Type="http://schemas.openxmlformats.org/officeDocument/2006/relationships/tags" Target="../tags/tag337.xml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tags" Target="../tags/tag33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image" Target="../media/image35.jpe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360.xml"/><Relationship Id="rId13" Type="http://schemas.openxmlformats.org/officeDocument/2006/relationships/tags" Target="../tags/tag359.xml"/><Relationship Id="rId12" Type="http://schemas.openxmlformats.org/officeDocument/2006/relationships/tags" Target="../tags/tag358.xml"/><Relationship Id="rId11" Type="http://schemas.openxmlformats.org/officeDocument/2006/relationships/tags" Target="../tags/tag357.xml"/><Relationship Id="rId10" Type="http://schemas.openxmlformats.org/officeDocument/2006/relationships/tags" Target="../tags/tag356.xml"/><Relationship Id="rId1" Type="http://schemas.openxmlformats.org/officeDocument/2006/relationships/tags" Target="../tags/tag34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69.xml"/><Relationship Id="rId8" Type="http://schemas.openxmlformats.org/officeDocument/2006/relationships/tags" Target="../tags/tag368.xml"/><Relationship Id="rId7" Type="http://schemas.openxmlformats.org/officeDocument/2006/relationships/tags" Target="../tags/tag367.xml"/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377.xml"/><Relationship Id="rId16" Type="http://schemas.openxmlformats.org/officeDocument/2006/relationships/tags" Target="../tags/tag376.xml"/><Relationship Id="rId15" Type="http://schemas.openxmlformats.org/officeDocument/2006/relationships/tags" Target="../tags/tag375.xml"/><Relationship Id="rId14" Type="http://schemas.openxmlformats.org/officeDocument/2006/relationships/tags" Target="../tags/tag374.xml"/><Relationship Id="rId13" Type="http://schemas.openxmlformats.org/officeDocument/2006/relationships/tags" Target="../tags/tag373.xml"/><Relationship Id="rId12" Type="http://schemas.openxmlformats.org/officeDocument/2006/relationships/tags" Target="../tags/tag372.xml"/><Relationship Id="rId11" Type="http://schemas.openxmlformats.org/officeDocument/2006/relationships/tags" Target="../tags/tag371.xml"/><Relationship Id="rId10" Type="http://schemas.openxmlformats.org/officeDocument/2006/relationships/tags" Target="../tags/tag370.xml"/><Relationship Id="rId1" Type="http://schemas.openxmlformats.org/officeDocument/2006/relationships/tags" Target="../tags/tag36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" Type="http://schemas.openxmlformats.org/officeDocument/2006/relationships/tags" Target="../tags/tag37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image" Target="../media/image36.jpeg"/><Relationship Id="rId2" Type="http://schemas.openxmlformats.org/officeDocument/2006/relationships/tags" Target="../tags/tag382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395.xml"/><Relationship Id="rId15" Type="http://schemas.openxmlformats.org/officeDocument/2006/relationships/tags" Target="../tags/tag394.xml"/><Relationship Id="rId14" Type="http://schemas.openxmlformats.org/officeDocument/2006/relationships/tags" Target="../tags/tag393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tags" Target="../tags/tag38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03.xml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image" Target="../media/image37.jpeg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407.xml"/><Relationship Id="rId13" Type="http://schemas.openxmlformats.org/officeDocument/2006/relationships/tags" Target="../tags/tag406.xml"/><Relationship Id="rId12" Type="http://schemas.openxmlformats.org/officeDocument/2006/relationships/tags" Target="../tags/tag405.xml"/><Relationship Id="rId11" Type="http://schemas.openxmlformats.org/officeDocument/2006/relationships/tags" Target="../tags/tag404.xml"/><Relationship Id="rId10" Type="http://schemas.openxmlformats.org/officeDocument/2006/relationships/image" Target="../media/image38.jpeg"/><Relationship Id="rId1" Type="http://schemas.openxmlformats.org/officeDocument/2006/relationships/tags" Target="../tags/tag39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15.xml"/><Relationship Id="rId8" Type="http://schemas.openxmlformats.org/officeDocument/2006/relationships/tags" Target="../tags/tag414.xml"/><Relationship Id="rId7" Type="http://schemas.openxmlformats.org/officeDocument/2006/relationships/tags" Target="../tags/tag413.xml"/><Relationship Id="rId6" Type="http://schemas.openxmlformats.org/officeDocument/2006/relationships/tags" Target="../tags/tag412.xml"/><Relationship Id="rId5" Type="http://schemas.openxmlformats.org/officeDocument/2006/relationships/tags" Target="../tags/tag411.xml"/><Relationship Id="rId4" Type="http://schemas.openxmlformats.org/officeDocument/2006/relationships/tags" Target="../tags/tag410.xml"/><Relationship Id="rId3" Type="http://schemas.openxmlformats.org/officeDocument/2006/relationships/image" Target="../media/image39.jpeg"/><Relationship Id="rId2" Type="http://schemas.openxmlformats.org/officeDocument/2006/relationships/tags" Target="../tags/tag409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422.xml"/><Relationship Id="rId15" Type="http://schemas.openxmlformats.org/officeDocument/2006/relationships/tags" Target="../tags/tag421.xml"/><Relationship Id="rId14" Type="http://schemas.openxmlformats.org/officeDocument/2006/relationships/tags" Target="../tags/tag420.xml"/><Relationship Id="rId13" Type="http://schemas.openxmlformats.org/officeDocument/2006/relationships/tags" Target="../tags/tag419.xml"/><Relationship Id="rId12" Type="http://schemas.openxmlformats.org/officeDocument/2006/relationships/tags" Target="../tags/tag418.xml"/><Relationship Id="rId11" Type="http://schemas.openxmlformats.org/officeDocument/2006/relationships/tags" Target="../tags/tag417.xml"/><Relationship Id="rId10" Type="http://schemas.openxmlformats.org/officeDocument/2006/relationships/tags" Target="../tags/tag416.xml"/><Relationship Id="rId1" Type="http://schemas.openxmlformats.org/officeDocument/2006/relationships/tags" Target="../tags/tag40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424.xml"/><Relationship Id="rId1" Type="http://schemas.openxmlformats.org/officeDocument/2006/relationships/tags" Target="../tags/tag4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改革开放以来中国电影文化发展研究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202690" y="4234815"/>
            <a:ext cx="3634105" cy="659130"/>
          </a:xfrm>
        </p:spPr>
        <p:txBody>
          <a:bodyPr/>
          <a:lstStyle/>
          <a:p>
            <a:r>
              <a:rPr lang="zh-CN" altLang="en-US" dirty="0"/>
              <a:t>汇报人: 高济祺、刘欣语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7" name="序号"/>
          <p:cNvSpPr txBox="1"/>
          <p:nvPr>
            <p:custDataLst>
              <p:tags r:id="rId2"/>
            </p:custDataLst>
          </p:nvPr>
        </p:nvSpPr>
        <p:spPr>
          <a:xfrm>
            <a:off x="904240" y="2477135"/>
            <a:ext cx="946785" cy="92773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01.</a:t>
            </a:r>
            <a:endParaRPr lang="zh-CN" altLang="en-US" sz="3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8" name="标题"/>
          <p:cNvSpPr txBox="1"/>
          <p:nvPr>
            <p:custDataLst>
              <p:tags r:id="rId3"/>
            </p:custDataLst>
          </p:nvPr>
        </p:nvSpPr>
        <p:spPr>
          <a:xfrm>
            <a:off x="1967865" y="2475865"/>
            <a:ext cx="2776220" cy="9359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改革开放初期的电影复苏（1978-1990）</a:t>
            </a:r>
            <a:endParaRPr lang="zh-CN" altLang="en-US" sz="2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4"/>
            </p:custDataLst>
          </p:nvPr>
        </p:nvSpPr>
        <p:spPr>
          <a:xfrm>
            <a:off x="904240" y="3574415"/>
            <a:ext cx="946785" cy="92773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03.</a:t>
            </a:r>
            <a:endParaRPr lang="zh-CN" altLang="en-US" sz="3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1" name="标题"/>
          <p:cNvSpPr txBox="1"/>
          <p:nvPr>
            <p:custDataLst>
              <p:tags r:id="rId5"/>
            </p:custDataLst>
          </p:nvPr>
        </p:nvSpPr>
        <p:spPr>
          <a:xfrm>
            <a:off x="1967865" y="3574415"/>
            <a:ext cx="2776220" cy="92392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新时代电影产业腾飞（2010-2020）</a:t>
            </a:r>
            <a:endParaRPr lang="zh-CN" altLang="en-US" sz="2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2" name="序号"/>
          <p:cNvSpPr txBox="1"/>
          <p:nvPr>
            <p:custDataLst>
              <p:tags r:id="rId6"/>
            </p:custDataLst>
          </p:nvPr>
        </p:nvSpPr>
        <p:spPr>
          <a:xfrm>
            <a:off x="5054600" y="2472690"/>
            <a:ext cx="946785" cy="92773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02.</a:t>
            </a:r>
            <a:endParaRPr lang="zh-CN" altLang="en-US" sz="3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3" name="标题"/>
          <p:cNvSpPr txBox="1"/>
          <p:nvPr>
            <p:custDataLst>
              <p:tags r:id="rId7"/>
            </p:custDataLst>
          </p:nvPr>
        </p:nvSpPr>
        <p:spPr>
          <a:xfrm>
            <a:off x="6118225" y="2484755"/>
            <a:ext cx="2938780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市场经济转型期的探索（1990-2010）</a:t>
            </a:r>
            <a:endParaRPr lang="zh-CN" altLang="en-US" sz="2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4" name="序号"/>
          <p:cNvSpPr txBox="1"/>
          <p:nvPr>
            <p:custDataLst>
              <p:tags r:id="rId8"/>
            </p:custDataLst>
          </p:nvPr>
        </p:nvSpPr>
        <p:spPr>
          <a:xfrm>
            <a:off x="5054600" y="3569970"/>
            <a:ext cx="946785" cy="92773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04.</a:t>
            </a:r>
            <a:endParaRPr lang="zh-CN" altLang="en-US" sz="3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5" name="标题"/>
          <p:cNvSpPr txBox="1"/>
          <p:nvPr>
            <p:custDataLst>
              <p:tags r:id="rId9"/>
            </p:custDataLst>
          </p:nvPr>
        </p:nvSpPr>
        <p:spPr>
          <a:xfrm>
            <a:off x="6118225" y="3574415"/>
            <a:ext cx="2938780" cy="92837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电影文化发展核心驱动力</a:t>
            </a:r>
            <a:endParaRPr lang="zh-CN" altLang="en-US" sz="2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6" name="序号"/>
          <p:cNvSpPr txBox="1"/>
          <p:nvPr>
            <p:custDataLst>
              <p:tags r:id="rId10"/>
            </p:custDataLst>
          </p:nvPr>
        </p:nvSpPr>
        <p:spPr>
          <a:xfrm>
            <a:off x="904240" y="4671695"/>
            <a:ext cx="946785" cy="92773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05.</a:t>
            </a:r>
            <a:endParaRPr lang="zh-CN" altLang="en-US" sz="3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7" name="标题"/>
          <p:cNvSpPr txBox="1"/>
          <p:nvPr>
            <p:custDataLst>
              <p:tags r:id="rId11"/>
            </p:custDataLst>
          </p:nvPr>
        </p:nvSpPr>
        <p:spPr>
          <a:xfrm>
            <a:off x="1967865" y="4656455"/>
            <a:ext cx="2776220" cy="9486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国际传播与文化对话</a:t>
            </a:r>
            <a:endParaRPr lang="zh-CN" altLang="en-US" sz="2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8" name="序号"/>
          <p:cNvSpPr txBox="1"/>
          <p:nvPr>
            <p:custDataLst>
              <p:tags r:id="rId12"/>
            </p:custDataLst>
          </p:nvPr>
        </p:nvSpPr>
        <p:spPr>
          <a:xfrm>
            <a:off x="5054600" y="4667250"/>
            <a:ext cx="946785" cy="92773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06.</a:t>
            </a:r>
            <a:endParaRPr lang="zh-CN" altLang="en-US" sz="3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  <p:sp>
        <p:nvSpPr>
          <p:cNvPr id="29" name="标题"/>
          <p:cNvSpPr txBox="1"/>
          <p:nvPr>
            <p:custDataLst>
              <p:tags r:id="rId13"/>
            </p:custDataLst>
          </p:nvPr>
        </p:nvSpPr>
        <p:spPr>
          <a:xfrm>
            <a:off x="6118225" y="4679950"/>
            <a:ext cx="2938780" cy="92138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200" dirty="0">
                <a:solidFill>
                  <a:schemeClr val="accent1"/>
                </a:solidFill>
                <a:latin typeface="汉仪细秀体简 L" panose="00020600040101010101" charset="-122"/>
                <a:ea typeface="汉仪细秀体简 L" panose="00020600040101010101" charset="-122"/>
                <a:cs typeface="汉仪细秀体简 L" panose="00020600040101010101" charset="-122"/>
                <a:sym typeface="+mn-ea"/>
              </a:rPr>
              <a:t>发展挑战与未来展望</a:t>
            </a:r>
            <a:endParaRPr lang="zh-CN" altLang="en-US" sz="2200" dirty="0">
              <a:solidFill>
                <a:schemeClr val="accent1"/>
              </a:solidFill>
              <a:latin typeface="汉仪细秀体简 L" panose="00020600040101010101" charset="-122"/>
              <a:ea typeface="汉仪细秀体简 L" panose="00020600040101010101" charset="-122"/>
              <a:cs typeface="汉仪细秀体简 L" panose="00020600040101010101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改革开放初期的电影复苏（1978-1990）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思想解放与创作解冻</a:t>
            </a:r>
            <a:endParaRPr lang="zh-CN" altLang="en-US"/>
          </a:p>
        </p:txBody>
      </p:sp>
      <p:sp>
        <p:nvSpPr>
          <p:cNvPr id="66" name="圆角矩形 65"/>
          <p:cNvSpPr/>
          <p:nvPr>
            <p:custDataLst>
              <p:tags r:id="rId2"/>
            </p:custDataLst>
          </p:nvPr>
        </p:nvSpPr>
        <p:spPr>
          <a:xfrm>
            <a:off x="1000441" y="3030616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" name="圆角矩形 35"/>
          <p:cNvSpPr/>
          <p:nvPr>
            <p:custDataLst>
              <p:tags r:id="rId3"/>
            </p:custDataLst>
          </p:nvPr>
        </p:nvSpPr>
        <p:spPr>
          <a:xfrm>
            <a:off x="635316" y="3336051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现实主义题材复苏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4"/>
            </p:custDataLst>
          </p:nvPr>
        </p:nvSpPr>
        <p:spPr>
          <a:xfrm>
            <a:off x="1000441" y="1374536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5"/>
            </p:custDataLst>
          </p:nvPr>
        </p:nvSpPr>
        <p:spPr>
          <a:xfrm>
            <a:off x="635316" y="1680606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电影审查制度转型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2968942" y="1441211"/>
            <a:ext cx="4512039" cy="11987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1979年《庐山恋》突破爱情题材禁区，成为新中国首部吻戏电影，标志审查尺度放宽。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2968942" y="3029981"/>
            <a:ext cx="4512039" cy="13329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《芙蓉镇》（1986）通过个体命运折射历史反思，体现创作对文革题材的解冻处理。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3" name="圆角矩形 72"/>
          <p:cNvSpPr/>
          <p:nvPr>
            <p:custDataLst>
              <p:tags r:id="rId8"/>
            </p:custDataLst>
          </p:nvPr>
        </p:nvSpPr>
        <p:spPr>
          <a:xfrm>
            <a:off x="1000441" y="4686062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" name="圆角矩形 35"/>
          <p:cNvSpPr/>
          <p:nvPr>
            <p:custDataLst>
              <p:tags r:id="rId9"/>
            </p:custDataLst>
          </p:nvPr>
        </p:nvSpPr>
        <p:spPr>
          <a:xfrm>
            <a:off x="635316" y="4992132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创作群体代际更迭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2968942" y="4685427"/>
            <a:ext cx="4512039" cy="13329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第四代导演谢飞《本命年》、吴贻弓《城南旧事》等作品形成新美学体系。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915" y="1374536"/>
            <a:ext cx="3423168" cy="4854052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r="8333"/>
          <a:stretch>
            <a:fillRect/>
          </a:stretch>
        </p:blipFill>
        <p:spPr>
          <a:xfrm>
            <a:off x="6278572" y="3928447"/>
            <a:ext cx="1620083" cy="1620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图片 1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" r="202"/>
          <a:stretch>
            <a:fillRect/>
          </a:stretch>
        </p:blipFill>
        <p:spPr>
          <a:xfrm>
            <a:off x="4323307" y="3928447"/>
            <a:ext cx="1620083" cy="1620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78572" y="1769335"/>
            <a:ext cx="1620083" cy="1620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2" b="12542"/>
          <a:stretch>
            <a:fillRect/>
          </a:stretch>
        </p:blipFill>
        <p:spPr>
          <a:xfrm>
            <a:off x="4318226" y="1769335"/>
            <a:ext cx="1620083" cy="1620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第四代导演的崛起</a:t>
            </a:r>
            <a:endParaRPr lang="zh-CN" altLang="en-US" dirty="0"/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696000" y="2324989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谢晋执导《天云山传奇》开创伤痕电影先河，用影像直面历史伤痕，引发社会深度反思。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696000" y="1668365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现实主义风格的确立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96000" y="4625713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黄蜀芹《人·鬼·情》通过戏曲演员命运，探讨女性意识觉醒，建立性别议题银幕话语体系。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696000" y="3960198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人文关怀的深度表达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8209072" y="2336420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郑洞天《邻居》采用长镜头与纪实美学，展现筒子楼生活实景，推动中国新现实主义发展。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8209072" y="1668365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电影语言的本土革新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8209072" y="4625713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吴贻弓《城南旧事》获马尼拉国际电影节金鹰奖，成为中国电影"新浪潮"海外传播里程碑。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8209072" y="3961468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国际影坛的突破亮相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1" name="八边形 30"/>
          <p:cNvSpPr/>
          <p:nvPr>
            <p:custDataLst>
              <p:tags r:id="rId14"/>
            </p:custDataLst>
          </p:nvPr>
        </p:nvSpPr>
        <p:spPr>
          <a:xfrm>
            <a:off x="4318226" y="2882548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2" name="八边形 31"/>
          <p:cNvSpPr/>
          <p:nvPr>
            <p:custDataLst>
              <p:tags r:id="rId15"/>
            </p:custDataLst>
          </p:nvPr>
        </p:nvSpPr>
        <p:spPr>
          <a:xfrm>
            <a:off x="7391785" y="2882548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3" name="八边形 32"/>
          <p:cNvSpPr/>
          <p:nvPr>
            <p:custDataLst>
              <p:tags r:id="rId16"/>
            </p:custDataLst>
          </p:nvPr>
        </p:nvSpPr>
        <p:spPr>
          <a:xfrm>
            <a:off x="4318226" y="5041659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03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4" name="八边形 33"/>
          <p:cNvSpPr/>
          <p:nvPr>
            <p:custDataLst>
              <p:tags r:id="rId17"/>
            </p:custDataLst>
          </p:nvPr>
        </p:nvSpPr>
        <p:spPr>
          <a:xfrm>
            <a:off x="7391785" y="5041659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04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data/temp/5c60adb8-0ca4-11f0-9bae-96790d27263d.jpg5c60adb8-0ca4-11f0-9bae-96790d27263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1" b="41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525270" y="3378835"/>
            <a:ext cx="9474200" cy="720090"/>
          </a:xfrm>
        </p:spPr>
        <p:txBody>
          <a:bodyPr anchor="ctr" anchorCtr="0"/>
          <a:lstStyle/>
          <a:p>
            <a:r>
              <a:rPr lang="zh-CN" altLang="en-US">
                <a:solidFill>
                  <a:srgbClr val="000000"/>
                </a:solidFill>
              </a:rPr>
              <a:t>现实主义题材复兴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527175" y="4785361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《邻居》通过筒子楼住房矛盾展现改革阵痛，开创社会写实电影新范式。</a:t>
            </a:r>
            <a:endParaRPr lang="zh-CN" altLang="en-US" sz="14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527175" y="4325621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社会问题揭露型创作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8353425" y="4785361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谢晋《芙蓉镇》将古华小说搬上银幕，用胡玉音命运反思特殊历史时期。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8353425" y="4325621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伤痕文学影像化探索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940300" y="4785361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《野山》以秦岭农民换妻故事，折射农村经济改革对传统伦理的冲击。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940300" y="4325621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普通劳动者叙事回归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市场经济转型期的探索（1990-2010）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院线制度改革启动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163994" y="4485116"/>
            <a:ext cx="2228208" cy="4826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</a:rPr>
              <a:t>政策破冰确立院线体系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3163994" y="5024868"/>
            <a:ext cx="2228208" cy="15642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2001年广电总局发布《关于改革电影发行放映机制的通知》，打破省市电影公司区域垄断格局，上海联和院线成为首批试点。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16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3" b="3923"/>
          <a:stretch>
            <a:fillRect/>
          </a:stretch>
        </p:blipFill>
        <p:spPr>
          <a:xfrm>
            <a:off x="3432281" y="1663021"/>
            <a:ext cx="1748878" cy="2717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17" name="椭圆 16"/>
          <p:cNvSpPr/>
          <p:nvPr>
            <p:custDataLst>
              <p:tags r:id="rId6"/>
            </p:custDataLst>
          </p:nvPr>
        </p:nvSpPr>
        <p:spPr>
          <a:xfrm>
            <a:off x="3120763" y="1853815"/>
            <a:ext cx="628142" cy="628142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8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2" b="14162"/>
          <a:stretch>
            <a:fillRect/>
          </a:stretch>
        </p:blipFill>
        <p:spPr>
          <a:xfrm>
            <a:off x="7101196" y="1663021"/>
            <a:ext cx="1748878" cy="271701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19" name="椭圆 18"/>
          <p:cNvSpPr/>
          <p:nvPr>
            <p:custDataLst>
              <p:tags r:id="rId9"/>
            </p:custDataLst>
          </p:nvPr>
        </p:nvSpPr>
        <p:spPr>
          <a:xfrm>
            <a:off x="6782049" y="2376333"/>
            <a:ext cx="628142" cy="628142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6825280" y="4485116"/>
            <a:ext cx="2228208" cy="4826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</a:rPr>
              <a:t>民营资本激活市场结构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6825280" y="5024868"/>
            <a:ext cx="2228207" cy="15642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2005年万达院线成立标志民营资本正式进场，多厅影院模式推动观影体验升级，北京万达影城开业首年票房破亿。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2"/>
    </p:custData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/data/temp/5c9fbb75-0ca4-11f0-abb9-a6ad609f0a4f.jpg5c9fbb75-0ca4-11f0-abb9-a6ad609f0a4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332" b="332"/>
          <a:stretch>
            <a:fillRect/>
          </a:stretch>
        </p:blipFill>
        <p:spPr>
          <a:xfrm>
            <a:off x="6511675" y="0"/>
            <a:ext cx="568032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94" h="10777">
                <a:moveTo>
                  <a:pt x="6575" y="5764"/>
                </a:moveTo>
                <a:cubicBezTo>
                  <a:pt x="6666" y="5764"/>
                  <a:pt x="6756" y="5799"/>
                  <a:pt x="6826" y="5868"/>
                </a:cubicBezTo>
                <a:lnTo>
                  <a:pt x="8894" y="7937"/>
                </a:lnTo>
                <a:lnTo>
                  <a:pt x="8894" y="9625"/>
                </a:lnTo>
                <a:lnTo>
                  <a:pt x="7742" y="10777"/>
                </a:lnTo>
                <a:lnTo>
                  <a:pt x="4807" y="10777"/>
                </a:lnTo>
                <a:lnTo>
                  <a:pt x="3362" y="9332"/>
                </a:lnTo>
                <a:cubicBezTo>
                  <a:pt x="3223" y="9193"/>
                  <a:pt x="3223" y="8969"/>
                  <a:pt x="3362" y="8830"/>
                </a:cubicBezTo>
                <a:lnTo>
                  <a:pt x="6324" y="5868"/>
                </a:lnTo>
                <a:cubicBezTo>
                  <a:pt x="6393" y="5799"/>
                  <a:pt x="6484" y="5764"/>
                  <a:pt x="6575" y="5764"/>
                </a:cubicBezTo>
                <a:close/>
                <a:moveTo>
                  <a:pt x="8894" y="3298"/>
                </a:moveTo>
                <a:lnTo>
                  <a:pt x="8894" y="7694"/>
                </a:lnTo>
                <a:lnTo>
                  <a:pt x="6947" y="5747"/>
                </a:lnTo>
                <a:cubicBezTo>
                  <a:pt x="6808" y="5609"/>
                  <a:pt x="6808" y="5384"/>
                  <a:pt x="6947" y="5246"/>
                </a:cubicBezTo>
                <a:lnTo>
                  <a:pt x="8894" y="3298"/>
                </a:lnTo>
                <a:close/>
                <a:moveTo>
                  <a:pt x="3317" y="2506"/>
                </a:moveTo>
                <a:cubicBezTo>
                  <a:pt x="3408" y="2506"/>
                  <a:pt x="3498" y="2541"/>
                  <a:pt x="3568" y="2610"/>
                </a:cubicBezTo>
                <a:lnTo>
                  <a:pt x="6229" y="5272"/>
                </a:lnTo>
                <a:cubicBezTo>
                  <a:pt x="6368" y="5410"/>
                  <a:pt x="6368" y="5635"/>
                  <a:pt x="6229" y="5773"/>
                </a:cubicBezTo>
                <a:lnTo>
                  <a:pt x="3267" y="8736"/>
                </a:lnTo>
                <a:cubicBezTo>
                  <a:pt x="3129" y="8874"/>
                  <a:pt x="2904" y="8874"/>
                  <a:pt x="2766" y="8736"/>
                </a:cubicBezTo>
                <a:lnTo>
                  <a:pt x="104" y="6074"/>
                </a:lnTo>
                <a:cubicBezTo>
                  <a:pt x="-35" y="5935"/>
                  <a:pt x="-35" y="5711"/>
                  <a:pt x="104" y="5572"/>
                </a:cubicBezTo>
                <a:lnTo>
                  <a:pt x="3066" y="2610"/>
                </a:lnTo>
                <a:cubicBezTo>
                  <a:pt x="3135" y="2541"/>
                  <a:pt x="3226" y="2506"/>
                  <a:pt x="3317" y="2506"/>
                </a:cubicBezTo>
                <a:close/>
                <a:moveTo>
                  <a:pt x="5676" y="0"/>
                </a:moveTo>
                <a:lnTo>
                  <a:pt x="8127" y="0"/>
                </a:lnTo>
                <a:lnTo>
                  <a:pt x="8894" y="767"/>
                </a:lnTo>
                <a:lnTo>
                  <a:pt x="8894" y="3109"/>
                </a:lnTo>
                <a:lnTo>
                  <a:pt x="6852" y="5151"/>
                </a:lnTo>
                <a:cubicBezTo>
                  <a:pt x="6713" y="5289"/>
                  <a:pt x="6489" y="5289"/>
                  <a:pt x="6350" y="5151"/>
                </a:cubicBezTo>
                <a:lnTo>
                  <a:pt x="3689" y="2489"/>
                </a:lnTo>
                <a:cubicBezTo>
                  <a:pt x="3550" y="2351"/>
                  <a:pt x="3550" y="2126"/>
                  <a:pt x="3689" y="1988"/>
                </a:cubicBezTo>
                <a:lnTo>
                  <a:pt x="5676" y="0"/>
                </a:lnTo>
                <a:close/>
              </a:path>
            </a:pathLst>
          </a:cu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45"/>
            <a:ext cx="8252460" cy="720090"/>
          </a:xfrm>
        </p:spPr>
        <p:txBody>
          <a:bodyPr/>
          <a:lstStyle/>
          <a:p>
            <a:r>
              <a:rPr lang="zh-CN" altLang="en-US"/>
              <a:t>院线制度改革启动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1636899" y="2212456"/>
            <a:ext cx="4319176" cy="15243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2002年《英雄》首次采用市场化分账模式，片方获得40%票房分成，确立制片-发行-院线三方利益分配基准。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636899" y="1706263"/>
            <a:ext cx="4319176" cy="4584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分账模式重塑产业生态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695735" y="2097990"/>
            <a:ext cx="721134" cy="7211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1637535" y="4317355"/>
            <a:ext cx="4319176" cy="4584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国际标准接轨行业升级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8"/>
            </p:custDataLst>
          </p:nvPr>
        </p:nvSpPr>
        <p:spPr>
          <a:xfrm>
            <a:off x="695735" y="4365049"/>
            <a:ext cx="721134" cy="7211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636263" y="4824184"/>
            <a:ext cx="4319176" cy="15223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2004年UME国际影城登陆北京，引入ISO认证管理体系，推动国内影院标准化建设进程。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第五代导演国际突围</a:t>
            </a:r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696595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961406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张艺谋《红高粱》1988年斩获柏林金熊奖，成为首部获国际A类电影节最高奖的华语电影。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>
            <a:off x="961406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4581" y="2832999"/>
            <a:ext cx="2703989" cy="4553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柏林金熊奖首破坚冰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: 圆角 2"/>
          <p:cNvSpPr/>
          <p:nvPr>
            <p:custDataLst>
              <p:tags r:id="rId6"/>
            </p:custDataLst>
          </p:nvPr>
        </p:nvSpPr>
        <p:spPr>
          <a:xfrm>
            <a:off x="4481418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4746228" y="365283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陈凯歌《霸王别姬》1993年摘得戛纳金棕榈，以京剧文化为载体实现跨文化共鸣。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4746228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4751944" y="2845064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戛纳金棕榈东方叙事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3" name="矩形: 圆角 2"/>
          <p:cNvSpPr/>
          <p:nvPr>
            <p:custDataLst>
              <p:tags r:id="rId10"/>
            </p:custDataLst>
          </p:nvPr>
        </p:nvSpPr>
        <p:spPr>
          <a:xfrm>
            <a:off x="8266240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531051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张艺谋《英雄》2002年创北美外语片票房纪录，确立中国武侠电影国际商业范式。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圆角矩形 64"/>
          <p:cNvSpPr/>
          <p:nvPr>
            <p:custDataLst>
              <p:tags r:id="rId12"/>
            </p:custDataLst>
          </p:nvPr>
        </p:nvSpPr>
        <p:spPr>
          <a:xfrm>
            <a:off x="8531051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 flipV="1">
            <a:off x="882026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4"/>
            </p:custDataLst>
          </p:nvPr>
        </p:nvCxnSpPr>
        <p:spPr>
          <a:xfrm>
            <a:off x="4666849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5"/>
            </p:custDataLst>
          </p:nvPr>
        </p:nvCxnSpPr>
        <p:spPr>
          <a:xfrm flipV="1">
            <a:off x="8451671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531051" y="2850145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武侠美学全球输出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201535" cy="720090"/>
          </a:xfrm>
        </p:spPr>
        <p:txBody>
          <a:bodyPr/>
          <a:lstStyle/>
          <a:p>
            <a:r>
              <a:rPr lang="zh-CN" altLang="en-US"/>
              <a:t>主旋律电影商业化尝试</a:t>
            </a:r>
            <a:endParaRPr lang="zh-CN" altLang="en-US"/>
          </a:p>
        </p:txBody>
      </p:sp>
      <p:pic>
        <p:nvPicPr>
          <p:cNvPr id="7" name="图片 6" descr="/data/temp/5f06d350-0ca4-11f0-82a5-164c3154ad90.jpg5f06d350-0ca4-11f0-82a5-164c3154ad90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116" r="116"/>
          <a:stretch>
            <a:fillRect/>
          </a:stretch>
        </p:blipFill>
        <p:spPr>
          <a:xfrm>
            <a:off x="6718300" y="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1604754" y="2286687"/>
            <a:ext cx="4357260" cy="137811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《集结号》开创战争片新范式，将人性刻画与宏大叙事结合，实现4.2亿票房突破。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604118" y="1804664"/>
            <a:ext cx="4357727" cy="4617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类型片元素融合创新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704850" y="1870712"/>
            <a:ext cx="603774" cy="60377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613010" y="4463729"/>
            <a:ext cx="4357260" cy="137811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《建国大业》采用172位明星参演模式，首映三日票房即破亿元，开创献礼片商业新路径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613010" y="3981706"/>
            <a:ext cx="4357727" cy="4617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明星效应与流量引入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13106" y="4048389"/>
            <a:ext cx="603774" cy="603774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新时代电影产业腾飞（2010-2020）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民营影视公司崛起</a:t>
            </a:r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697865" y="1598974"/>
            <a:ext cx="5260959" cy="2158619"/>
          </a:xfrm>
          <a:prstGeom prst="roundRect">
            <a:avLst>
              <a:gd name="adj" fmla="val 8702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5000">
                <a:schemeClr val="accent1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>
            <a:noFill/>
          </a:ln>
          <a:effectLst>
            <a:outerShdw blurRad="215900" dist="38100" dir="5400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" r="2140"/>
          <a:stretch>
            <a:fillRect/>
          </a:stretch>
        </p:blipFill>
        <p:spPr>
          <a:xfrm>
            <a:off x="699135" y="1598974"/>
            <a:ext cx="1377477" cy="2158619"/>
          </a:xfrm>
          <a:prstGeom prst="roundRect">
            <a:avLst>
              <a:gd name="adj" fmla="val 11894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accent1">
                <a:lumMod val="75000"/>
                <a:alpha val="12000"/>
              </a:schemeClr>
            </a:outerShdw>
          </a:effectLst>
        </p:spPr>
      </p:pic>
      <p:sp>
        <p:nvSpPr>
          <p:cNvPr id="7" name="正文"/>
          <p:cNvSpPr txBox="1"/>
          <p:nvPr>
            <p:custDataLst>
              <p:tags r:id="rId5"/>
            </p:custDataLst>
          </p:nvPr>
        </p:nvSpPr>
        <p:spPr>
          <a:xfrm>
            <a:off x="2404311" y="2380751"/>
            <a:ext cx="3322076" cy="12322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华谊兄弟2014年票房达41亿，占国产片市场28%，开创民营影视主导产业格局。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2404311" y="1758378"/>
            <a:ext cx="3321441" cy="4064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</a:rPr>
              <a:t>市场份额突破性增长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2411932" y="2272788"/>
            <a:ext cx="315632" cy="0"/>
          </a:xfrm>
          <a:prstGeom prst="line">
            <a:avLst/>
          </a:prstGeom>
          <a:ln w="4445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26000"/>
                  </a:schemeClr>
                </a:gs>
              </a:gsLst>
              <a:lin ang="0"/>
              <a:tileRect/>
            </a:gradFill>
            <a:round/>
          </a:ln>
          <a:effectLst>
            <a:outerShdw blurRad="50800" dist="25400" dir="5400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6233176" y="1598974"/>
            <a:ext cx="5260959" cy="2158619"/>
          </a:xfrm>
          <a:prstGeom prst="roundRect">
            <a:avLst>
              <a:gd name="adj" fmla="val 8702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5000">
                <a:schemeClr val="accent1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>
            <a:noFill/>
          </a:ln>
          <a:effectLst>
            <a:outerShdw blurRad="215900" dist="38100" dir="5400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3" name="图片 12" descr="/data/temp/618f2840-0ca4-11f0-9c34-4a38ab39fbd4.jpg618f2840-0ca4-11f0-9c34-4a38ab39fbd4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 t="49" b="49"/>
          <a:stretch>
            <a:fillRect/>
          </a:stretch>
        </p:blipFill>
        <p:spPr>
          <a:xfrm>
            <a:off x="6234446" y="1598974"/>
            <a:ext cx="1377477" cy="2158619"/>
          </a:xfrm>
          <a:prstGeom prst="roundRect">
            <a:avLst>
              <a:gd name="adj" fmla="val 11894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accent1">
                <a:lumMod val="75000"/>
                <a:alpha val="12000"/>
              </a:schemeClr>
            </a:outerShdw>
          </a:effectLst>
        </p:spPr>
      </p:pic>
      <p:sp>
        <p:nvSpPr>
          <p:cNvPr id="14" name="正文"/>
          <p:cNvSpPr txBox="1"/>
          <p:nvPr>
            <p:custDataLst>
              <p:tags r:id="rId11"/>
            </p:custDataLst>
          </p:nvPr>
        </p:nvSpPr>
        <p:spPr>
          <a:xfrm>
            <a:off x="7939622" y="2380751"/>
            <a:ext cx="3322076" cy="12322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博纳影业构建制作-发行-院线全链条，2016年建成首家民营IMAX影院矩阵。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7939622" y="1758378"/>
            <a:ext cx="3321441" cy="4064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全产业链深度布局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3"/>
            </p:custDataLst>
          </p:nvPr>
        </p:nvCxnSpPr>
        <p:spPr>
          <a:xfrm>
            <a:off x="7947243" y="2272788"/>
            <a:ext cx="315632" cy="0"/>
          </a:xfrm>
          <a:prstGeom prst="line">
            <a:avLst/>
          </a:prstGeom>
          <a:ln w="4445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26000"/>
                  </a:schemeClr>
                </a:gs>
              </a:gsLst>
              <a:lin ang="0"/>
              <a:tileRect/>
            </a:gradFill>
            <a:round/>
          </a:ln>
          <a:effectLst>
            <a:outerShdw blurRad="50800" dist="25400" dir="5400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>
            <p:custDataLst>
              <p:tags r:id="rId14"/>
            </p:custDataLst>
          </p:nvPr>
        </p:nvSpPr>
        <p:spPr>
          <a:xfrm>
            <a:off x="696595" y="4095452"/>
            <a:ext cx="5260959" cy="2158619"/>
          </a:xfrm>
          <a:prstGeom prst="roundRect">
            <a:avLst>
              <a:gd name="adj" fmla="val 8702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5000">
                <a:schemeClr val="accent1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>
            <a:noFill/>
          </a:ln>
          <a:effectLst>
            <a:outerShdw blurRad="215900" dist="38100" dir="5400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正文"/>
          <p:cNvSpPr txBox="1"/>
          <p:nvPr>
            <p:custDataLst>
              <p:tags r:id="rId15"/>
            </p:custDataLst>
          </p:nvPr>
        </p:nvSpPr>
        <p:spPr>
          <a:xfrm>
            <a:off x="2403041" y="4877229"/>
            <a:ext cx="3322076" cy="12322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光线传媒通过并购猫眼布局线上票务，形成内容+渠道双轮驱动生态体系。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6"/>
            </p:custDataLst>
          </p:nvPr>
        </p:nvSpPr>
        <p:spPr>
          <a:xfrm>
            <a:off x="2403041" y="4254856"/>
            <a:ext cx="3321441" cy="4064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资本运作模式创新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7"/>
            </p:custDataLst>
          </p:nvPr>
        </p:nvCxnSpPr>
        <p:spPr>
          <a:xfrm>
            <a:off x="2410662" y="4769267"/>
            <a:ext cx="315632" cy="0"/>
          </a:xfrm>
          <a:prstGeom prst="line">
            <a:avLst/>
          </a:prstGeom>
          <a:ln w="4445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26000"/>
                  </a:schemeClr>
                </a:gs>
              </a:gsLst>
              <a:lin ang="0"/>
              <a:tileRect/>
            </a:gradFill>
            <a:round/>
          </a:ln>
          <a:effectLst>
            <a:outerShdw blurRad="50800" dist="25400" dir="5400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>
            <p:custDataLst>
              <p:tags r:id="rId18"/>
            </p:custDataLst>
          </p:nvPr>
        </p:nvSpPr>
        <p:spPr>
          <a:xfrm>
            <a:off x="6231906" y="4095452"/>
            <a:ext cx="5260959" cy="2158619"/>
          </a:xfrm>
          <a:prstGeom prst="roundRect">
            <a:avLst>
              <a:gd name="adj" fmla="val 8702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5000">
                <a:schemeClr val="accent1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>
            <a:noFill/>
          </a:ln>
          <a:effectLst>
            <a:outerShdw blurRad="215900" dist="38100" dir="5400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1" r="5331"/>
          <a:stretch>
            <a:fillRect/>
          </a:stretch>
        </p:blipFill>
        <p:spPr>
          <a:xfrm>
            <a:off x="6233176" y="4095452"/>
            <a:ext cx="1377477" cy="2158619"/>
          </a:xfrm>
          <a:prstGeom prst="roundRect">
            <a:avLst>
              <a:gd name="adj" fmla="val 11894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accent1">
                <a:lumMod val="75000"/>
                <a:alpha val="12000"/>
              </a:schemeClr>
            </a:outerShdw>
          </a:effectLst>
        </p:spPr>
      </p:pic>
      <p:sp>
        <p:nvSpPr>
          <p:cNvPr id="25" name="正文"/>
          <p:cNvSpPr txBox="1"/>
          <p:nvPr>
            <p:custDataLst>
              <p:tags r:id="rId21"/>
            </p:custDataLst>
          </p:nvPr>
        </p:nvSpPr>
        <p:spPr>
          <a:xfrm>
            <a:off x="7938352" y="4877229"/>
            <a:ext cx="3322076" cy="12322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万达影视推出《我不是药神》，以社会痛点切入实现54亿票房与人文价值双赢。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22"/>
            </p:custDataLst>
          </p:nvPr>
        </p:nvSpPr>
        <p:spPr>
          <a:xfrm>
            <a:off x="7938352" y="4254856"/>
            <a:ext cx="3321441" cy="4064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现实题材创作突破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23"/>
            </p:custDataLst>
          </p:nvPr>
        </p:nvCxnSpPr>
        <p:spPr>
          <a:xfrm>
            <a:off x="7945973" y="4769267"/>
            <a:ext cx="315632" cy="0"/>
          </a:xfrm>
          <a:prstGeom prst="line">
            <a:avLst/>
          </a:prstGeom>
          <a:ln w="4445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26000"/>
                  </a:schemeClr>
                </a:gs>
              </a:gsLst>
              <a:lin ang="0"/>
              <a:tileRect/>
            </a:gradFill>
            <a:round/>
          </a:ln>
          <a:effectLst>
            <a:outerShdw blurRad="50800" dist="25400" dir="5400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" y="4054811"/>
            <a:ext cx="1696720" cy="22748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25"/>
    </p:custData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data/temp/600fad3d-0ca4-11f0-8a4e-ca41fc214910.jpg600fad3d-0ca4-11f0-8a4e-ca41fc214910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37" r="137"/>
          <a:stretch>
            <a:fillRect/>
          </a:stretch>
        </p:blipFill>
        <p:spPr>
          <a:xfrm>
            <a:off x="0" y="0"/>
            <a:ext cx="6029326" cy="6858000"/>
          </a:xfrm>
          <a:custGeom>
            <a:avLst/>
            <a:gdLst>
              <a:gd name="connsiteX0" fmla="*/ 0 w 5313759"/>
              <a:gd name="connsiteY0" fmla="*/ 0 h 6858000"/>
              <a:gd name="connsiteX1" fmla="*/ 5313759 w 5313759"/>
              <a:gd name="connsiteY1" fmla="*/ 0 h 6858000"/>
              <a:gd name="connsiteX2" fmla="*/ 5313759 w 5313759"/>
              <a:gd name="connsiteY2" fmla="*/ 6858000 h 6858000"/>
              <a:gd name="connsiteX3" fmla="*/ 0 w 531375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3759" h="6858000">
                <a:moveTo>
                  <a:pt x="0" y="0"/>
                </a:moveTo>
                <a:lnTo>
                  <a:pt x="5313759" y="0"/>
                </a:lnTo>
                <a:lnTo>
                  <a:pt x="5313759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788150" y="608330"/>
            <a:ext cx="4721860" cy="706120"/>
          </a:xfrm>
        </p:spPr>
        <p:txBody>
          <a:bodyPr lIns="0" tIns="0" rIns="0" bIns="0" anchor="b">
            <a:normAutofit/>
          </a:bodyPr>
          <a:lstStyle/>
          <a:p>
            <a:r>
              <a:rPr lang="zh-CN" altLang="en-US" dirty="0"/>
              <a:t>类型片体系成熟</a:t>
            </a:r>
            <a:endParaRPr lang="zh-CN" altLang="en-US" dirty="0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787992" y="1612939"/>
            <a:ext cx="4722176" cy="4929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主旋律电影商业化突破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787992" y="2133656"/>
            <a:ext cx="4722176" cy="1691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《战狼2》《红海行动》融合主流价值与商业元素，票房破纪录，形成新主流电影模式。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6787992" y="3980933"/>
            <a:ext cx="4722176" cy="4929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现实题材创作深度化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6787992" y="4501650"/>
            <a:ext cx="4722176" cy="1691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《我不是药神》《亲爱的》聚焦社会议题，引发全民讨论，实现艺术价值与社会价值统一。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>
            <a:noAutofit/>
          </a:bodyPr>
          <a:lstStyle/>
          <a:p>
            <a:r>
              <a:rPr lang="zh-CN" altLang="en-US" dirty="0">
                <a:sym typeface="+mn-ea"/>
              </a:rPr>
              <a:t>电影工业化体系建设</a:t>
            </a:r>
            <a:endParaRPr lang="zh-CN" altLang="en-US" dirty="0">
              <a:sym typeface="+mn-ea"/>
            </a:endParaRPr>
          </a:p>
        </p:txBody>
      </p:sp>
      <p:sp>
        <p:nvSpPr>
          <p:cNvPr id="5" name="矩形: 圆角 3"/>
          <p:cNvSpPr/>
          <p:nvPr>
            <p:custDataLst>
              <p:tags r:id="rId2"/>
            </p:custDataLst>
          </p:nvPr>
        </p:nvSpPr>
        <p:spPr>
          <a:xfrm>
            <a:off x="8619808" y="2813050"/>
            <a:ext cx="2872920" cy="213706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1"/>
          <p:cNvSpPr/>
          <p:nvPr>
            <p:custDataLst>
              <p:tags r:id="rId3"/>
            </p:custDataLst>
          </p:nvPr>
        </p:nvSpPr>
        <p:spPr>
          <a:xfrm>
            <a:off x="4656137" y="2813050"/>
            <a:ext cx="2872920" cy="213706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2"/>
          <p:cNvSpPr/>
          <p:nvPr>
            <p:custDataLst>
              <p:tags r:id="rId4"/>
            </p:custDataLst>
          </p:nvPr>
        </p:nvSpPr>
        <p:spPr>
          <a:xfrm>
            <a:off x="692467" y="2813050"/>
            <a:ext cx="2872920" cy="2137065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778827" y="5106670"/>
            <a:ext cx="2700000" cy="128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MoreVFX建成亚洲最大虚拟摄制棚，主导《流浪地球》特效制作，突破好莱坞技术垄断。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6"/>
            </p:custDataLst>
          </p:nvPr>
        </p:nvSpPr>
        <p:spPr>
          <a:xfrm>
            <a:off x="998537" y="3965575"/>
            <a:ext cx="2260599" cy="867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FFFF"/>
                </a:solidFill>
                <a:latin typeface="+mn-ea"/>
                <a:cs typeface="+mn-ea"/>
              </a:rPr>
              <a:t>特效技术自主研发</a:t>
            </a:r>
            <a:endParaRPr kumimoji="1" lang="zh-CN" altLang="en-US" sz="20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4742497" y="5106670"/>
            <a:ext cx="2700000" cy="128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青岛东方影都建成40个国际标准摄影棚，《疯狂的外星人》实现全流程工业化摄制。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962207" y="3965575"/>
            <a:ext cx="2260599" cy="867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FFFFFF"/>
                </a:solidFill>
                <a:latin typeface="+mn-ea"/>
                <a:cs typeface="+mn-ea"/>
              </a:rPr>
              <a:t>影视基地集群发展</a:t>
            </a:r>
            <a:endParaRPr kumimoji="1" lang="zh-CN" altLang="en-US" sz="20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8706168" y="5106670"/>
            <a:ext cx="2700000" cy="12796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《红海行动》采用好莱坞式模块化制片体系，建立军事题材电影工业化生产标准。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8925878" y="3965575"/>
            <a:ext cx="2260600" cy="867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FFFFFF"/>
                </a:solidFill>
                <a:latin typeface="+mn-ea"/>
                <a:cs typeface="+mn-ea"/>
              </a:rPr>
              <a:t>标准化流程应用</a:t>
            </a:r>
            <a:endParaRPr kumimoji="1" lang="zh-CN" altLang="en-US" sz="20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28" name="图片 27" descr="/data/temp/615b0813-0ca4-11f0-8aed-ee02782ace28.jpg615b0813-0ca4-11f0-8aed-ee02782ace28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1013141" y="1656080"/>
            <a:ext cx="2232000" cy="2232000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pic>
        <p:nvPicPr>
          <p:cNvPr id="29" name="图片 28" descr="/data/temp/615b0863-0ca4-11f0-8aed-ee02782ace28.jpg615b0863-0ca4-11f0-8aed-ee02782ace2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4976812" y="1656080"/>
            <a:ext cx="2232000" cy="2232000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pic>
        <p:nvPicPr>
          <p:cNvPr id="30" name="图片 29" descr="/data/temp/615b099b-0ca4-11f0-8aed-ee02782ace28.jpg615b099b-0ca4-11f0-8aed-ee02782ace2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8939848" y="1656080"/>
            <a:ext cx="2232000" cy="2232000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</p:spTree>
    <p:custDataLst>
      <p:tags r:id="rId17"/>
    </p:custData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电影文化发展核心驱动力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 24"/>
          <p:cNvSpPr/>
          <p:nvPr>
            <p:custDataLst>
              <p:tags r:id="rId1"/>
            </p:custDataLst>
          </p:nvPr>
        </p:nvSpPr>
        <p:spPr>
          <a:xfrm flipH="1">
            <a:off x="11680457" y="5709056"/>
            <a:ext cx="511543" cy="1148944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806" h="1809">
                <a:moveTo>
                  <a:pt x="0" y="0"/>
                </a:moveTo>
                <a:lnTo>
                  <a:pt x="806" y="1809"/>
                </a:lnTo>
                <a:lnTo>
                  <a:pt x="0" y="18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1" name="图片 10" descr="/data/temp/622e4327-0ca4-11f0-9bae-9e452991ffe9.jpg622e4327-0ca4-11f0-9bae-9e452991ffe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62" b="162"/>
          <a:stretch>
            <a:fillRect/>
          </a:stretch>
        </p:blipFill>
        <p:spPr>
          <a:xfrm flipH="1">
            <a:off x="0" y="1"/>
            <a:ext cx="6414770" cy="6857365"/>
          </a:xfrm>
          <a:custGeom>
            <a:avLst/>
            <a:gdLst>
              <a:gd name="connsiteX0" fmla="*/ 4524548 w 6414770"/>
              <a:gd name="connsiteY0" fmla="*/ 3601085 h 6857365"/>
              <a:gd name="connsiteX1" fmla="*/ 1753918 w 6414770"/>
              <a:gd name="connsiteY1" fmla="*/ 3601085 h 6857365"/>
              <a:gd name="connsiteX2" fmla="*/ 3342125 w 6414770"/>
              <a:gd name="connsiteY2" fmla="*/ 6857365 h 6857365"/>
              <a:gd name="connsiteX3" fmla="*/ 6112755 w 6414770"/>
              <a:gd name="connsiteY3" fmla="*/ 6857365 h 6857365"/>
              <a:gd name="connsiteX4" fmla="*/ 2768523 w 6414770"/>
              <a:gd name="connsiteY4" fmla="*/ 0 h 6857365"/>
              <a:gd name="connsiteX5" fmla="*/ 0 w 6414770"/>
              <a:gd name="connsiteY5" fmla="*/ 0 h 6857365"/>
              <a:gd name="connsiteX6" fmla="*/ 0 w 6414770"/>
              <a:gd name="connsiteY6" fmla="*/ 5080 h 6857365"/>
              <a:gd name="connsiteX7" fmla="*/ 1640159 w 6414770"/>
              <a:gd name="connsiteY7" fmla="*/ 3367405 h 6857365"/>
              <a:gd name="connsiteX8" fmla="*/ 4410587 w 6414770"/>
              <a:gd name="connsiteY8" fmla="*/ 3367405 h 6857365"/>
              <a:gd name="connsiteX9" fmla="*/ 5389933 w 6414770"/>
              <a:gd name="connsiteY9" fmla="*/ 0 h 6857365"/>
              <a:gd name="connsiteX10" fmla="*/ 3056429 w 6414770"/>
              <a:gd name="connsiteY10" fmla="*/ 0 h 6857365"/>
              <a:gd name="connsiteX11" fmla="*/ 6400801 w 6414770"/>
              <a:gd name="connsiteY11" fmla="*/ 6857365 h 6857365"/>
              <a:gd name="connsiteX12" fmla="*/ 6414770 w 6414770"/>
              <a:gd name="connsiteY12" fmla="*/ 6857365 h 6857365"/>
              <a:gd name="connsiteX13" fmla="*/ 6414770 w 6414770"/>
              <a:gd name="connsiteY13" fmla="*/ 2100580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14770" h="6857365">
                <a:moveTo>
                  <a:pt x="4524548" y="3601085"/>
                </a:moveTo>
                <a:lnTo>
                  <a:pt x="1753918" y="3601085"/>
                </a:lnTo>
                <a:lnTo>
                  <a:pt x="3342125" y="6857365"/>
                </a:lnTo>
                <a:lnTo>
                  <a:pt x="6112755" y="6857365"/>
                </a:lnTo>
                <a:close/>
                <a:moveTo>
                  <a:pt x="2768523" y="0"/>
                </a:moveTo>
                <a:lnTo>
                  <a:pt x="0" y="0"/>
                </a:lnTo>
                <a:lnTo>
                  <a:pt x="0" y="5080"/>
                </a:lnTo>
                <a:lnTo>
                  <a:pt x="1640159" y="3367405"/>
                </a:lnTo>
                <a:lnTo>
                  <a:pt x="4410587" y="3367405"/>
                </a:lnTo>
                <a:close/>
                <a:moveTo>
                  <a:pt x="5389933" y="0"/>
                </a:moveTo>
                <a:lnTo>
                  <a:pt x="3056429" y="0"/>
                </a:lnTo>
                <a:lnTo>
                  <a:pt x="6400801" y="6857365"/>
                </a:lnTo>
                <a:lnTo>
                  <a:pt x="6414770" y="6857365"/>
                </a:lnTo>
                <a:lnTo>
                  <a:pt x="6414770" y="2100580"/>
                </a:lnTo>
                <a:close/>
              </a:path>
            </a:pathLst>
          </a:custGeom>
          <a:ln w="9525" cap="flat" cmpd="sng" algn="ctr">
            <a:solidFill>
              <a:schemeClr val="accent1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2" name="任意多边形 13"/>
          <p:cNvSpPr/>
          <p:nvPr>
            <p:custDataLst>
              <p:tags r:id="rId4"/>
            </p:custDataLst>
          </p:nvPr>
        </p:nvSpPr>
        <p:spPr>
          <a:xfrm>
            <a:off x="5080" y="0"/>
            <a:ext cx="3358341" cy="6857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9" h="10799">
                <a:moveTo>
                  <a:pt x="1614" y="0"/>
                </a:moveTo>
                <a:lnTo>
                  <a:pt x="5289" y="0"/>
                </a:lnTo>
                <a:lnTo>
                  <a:pt x="22" y="10799"/>
                </a:lnTo>
                <a:lnTo>
                  <a:pt x="0" y="10799"/>
                </a:lnTo>
                <a:lnTo>
                  <a:pt x="0" y="3308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23109" y="481013"/>
            <a:ext cx="5488165" cy="792000"/>
          </a:xfrm>
        </p:spPr>
        <p:txBody>
          <a:bodyPr anchor="b"/>
          <a:lstStyle/>
          <a:p>
            <a:pPr algn="l"/>
            <a:r>
              <a:rPr lang="zh-CN" altLang="en-US" dirty="0"/>
              <a:t>政策法规演进</a:t>
            </a:r>
            <a:endParaRPr lang="zh-CN" altLang="en-US" dirty="0"/>
          </a:p>
        </p:txBody>
      </p:sp>
      <p:sp>
        <p:nvSpPr>
          <p:cNvPr id="2" name="正文"/>
          <p:cNvSpPr txBox="1"/>
          <p:nvPr>
            <p:custDataLst>
              <p:tags r:id="rId6"/>
            </p:custDataLst>
          </p:nvPr>
        </p:nvSpPr>
        <p:spPr>
          <a:xfrm>
            <a:off x="6335616" y="2279668"/>
            <a:ext cx="5380390" cy="16399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《电影管理条例》打破国营垄断，民营资本入场激活产业活力，华谊兄弟成为首批受益影视公司。</a:t>
            </a:r>
            <a:endParaRPr lang="zh-CN" altLang="en-US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标题"/>
          <p:cNvSpPr txBox="1"/>
          <p:nvPr>
            <p:custDataLst>
              <p:tags r:id="rId7"/>
            </p:custDataLst>
          </p:nvPr>
        </p:nvSpPr>
        <p:spPr>
          <a:xfrm>
            <a:off x="6335616" y="1479531"/>
            <a:ext cx="5380390" cy="72667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 spc="30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电影产业市场化改革（2002年）</a:t>
            </a:r>
            <a:endParaRPr lang="zh-CN" altLang="en-US" sz="2400" b="1" spc="30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正文"/>
          <p:cNvSpPr txBox="1"/>
          <p:nvPr>
            <p:custDataLst>
              <p:tags r:id="rId8"/>
            </p:custDataLst>
          </p:nvPr>
        </p:nvSpPr>
        <p:spPr>
          <a:xfrm>
            <a:off x="5133505" y="4791210"/>
            <a:ext cx="5382250" cy="16399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pc="13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《电影产业促进法》简化摄制审批流程，吴京《战狼2》成为首个"零前置审批"国产军事题材电影案例。</a:t>
            </a:r>
            <a:endParaRPr lang="zh-CN" altLang="en-US" spc="13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标题"/>
          <p:cNvSpPr txBox="1"/>
          <p:nvPr>
            <p:custDataLst>
              <p:tags r:id="rId9"/>
            </p:custDataLst>
          </p:nvPr>
        </p:nvSpPr>
        <p:spPr>
          <a:xfrm>
            <a:off x="5133505" y="3990438"/>
            <a:ext cx="5380390" cy="72667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电影审批权下放（2016年）</a:t>
            </a:r>
            <a:endParaRPr lang="zh-CN" altLang="en-US" sz="2400" b="1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市场机制完善</a:t>
            </a:r>
            <a:endParaRPr lang="zh-CN" altLang="en-US"/>
          </a:p>
        </p:txBody>
      </p:sp>
      <p:sp>
        <p:nvSpPr>
          <p:cNvPr id="34" name="任意多边形: 形状 33"/>
          <p:cNvSpPr/>
          <p:nvPr>
            <p:custDataLst>
              <p:tags r:id="rId2"/>
            </p:custDataLst>
          </p:nvPr>
        </p:nvSpPr>
        <p:spPr>
          <a:xfrm>
            <a:off x="8075006" y="1888490"/>
            <a:ext cx="3420072" cy="2425161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3695" tIns="250532" rIns="349250" bIns="821980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《哪吒之魔童降世》衍生品开发规范版权授权，形成超20亿元周边产业链，保障创作者权益。</a:t>
            </a:r>
            <a:endParaRPr lang="zh-CN" altLang="en-US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3"/>
            </p:custDataLst>
          </p:nvPr>
        </p:nvSpPr>
        <p:spPr>
          <a:xfrm>
            <a:off x="4386282" y="1888490"/>
            <a:ext cx="3420072" cy="2425161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1790" tIns="241642" rIns="351156" bIns="830870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《流浪地球》实施分线发行策略，同步登陆IMAX/杜比影院等高端影厅，提升观影品质标准。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695653" y="1888490"/>
            <a:ext cx="3420072" cy="2425161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1750" tIns="232752" rIns="351195" bIns="839760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《战狼2》通过民间资本与国有基金协同投资，创下56.9亿元票房纪录，推动制片模式革新。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“_#color-824&amp;2665"/>
          <p:cNvSpPr/>
          <p:nvPr>
            <p:custDataLst>
              <p:tags r:id="rId5"/>
            </p:custDataLst>
          </p:nvPr>
        </p:nvSpPr>
        <p:spPr>
          <a:xfrm>
            <a:off x="3466641" y="3524536"/>
            <a:ext cx="358838" cy="307394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 descr="/data/temp/640f6ea6-0ca4-11f0-8fb4-0abed96e16f7.jpg640f6ea6-0ca4-11f0-8fb4-0abed96e16f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897618" y="4548334"/>
            <a:ext cx="978071" cy="978071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2067492" y="4663925"/>
            <a:ext cx="2048233" cy="7468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多元化资本运作体系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“_#color-824&amp;2668"/>
          <p:cNvSpPr/>
          <p:nvPr>
            <p:custDataLst>
              <p:tags r:id="rId9"/>
            </p:custDataLst>
          </p:nvPr>
        </p:nvSpPr>
        <p:spPr>
          <a:xfrm>
            <a:off x="7157271" y="3533427"/>
            <a:ext cx="358838" cy="307394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5737798" y="4663925"/>
            <a:ext cx="2068556" cy="7468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院线分线发行改革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9" name="图片 8" descr="/data/temp/640f6fea-0ca4-11f0-8fb4-0abed96e16f7.jpg640f6fea-0ca4-11f0-8fb4-0abed96e16f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4591423" y="4548969"/>
            <a:ext cx="977436" cy="977436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" name="“_#color-824&amp;2668"/>
          <p:cNvSpPr/>
          <p:nvPr>
            <p:custDataLst>
              <p:tags r:id="rId13"/>
            </p:custDataLst>
          </p:nvPr>
        </p:nvSpPr>
        <p:spPr>
          <a:xfrm>
            <a:off x="10847900" y="3542319"/>
            <a:ext cx="358838" cy="308029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4"/>
            </p:custDataLst>
          </p:nvPr>
        </p:nvSpPr>
        <p:spPr>
          <a:xfrm>
            <a:off x="9428427" y="4663925"/>
            <a:ext cx="2068556" cy="7468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知识产权保护强化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1" name="图片 10" descr="/data/temp/640f6f0f-0ca4-11f0-8fb4-0abed96e16f7.jpg640f6f0f-0ca4-11f0-8fb4-0abed96e16f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8284593" y="4548969"/>
            <a:ext cx="977436" cy="977436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/data/temp/6453eb46-0ca4-11f0-ad10-c2c7432041d5.jpg6453eb46-0ca4-11f0-ad10-c2c7432041d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521" b="52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单圆角 1"/>
          <p:cNvSpPr/>
          <p:nvPr>
            <p:custDataLst>
              <p:tags r:id="rId3"/>
            </p:custDataLst>
          </p:nvPr>
        </p:nvSpPr>
        <p:spPr>
          <a:xfrm flipH="1">
            <a:off x="696913" y="3074459"/>
            <a:ext cx="11495087" cy="3793066"/>
          </a:xfrm>
          <a:prstGeom prst="round1Rect">
            <a:avLst>
              <a:gd name="adj" fmla="val 18129"/>
            </a:avLst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209040" y="3648710"/>
            <a:ext cx="10625455" cy="720090"/>
          </a:xfrm>
        </p:spPr>
        <p:txBody>
          <a:bodyPr/>
          <a:lstStyle/>
          <a:p>
            <a:r>
              <a:rPr lang="zh-CN" altLang="en-US" sz="4000"/>
              <a:t>艺术表达突破</a:t>
            </a:r>
            <a:endParaRPr lang="zh-CN" altLang="en-US" sz="4000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7000458" y="4763631"/>
            <a:ext cx="36992" cy="1222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210310" y="4763631"/>
            <a:ext cx="36992" cy="1222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612025" y="5154962"/>
            <a:ext cx="4429199" cy="83160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张艺谋《红高粱》以浓烈色彩符号重构民族叙事，首获柏林金熊奖推动中国电影艺术国际化进程。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2063062" y="4762982"/>
            <a:ext cx="3977721" cy="3387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</a:rPr>
              <a:t>第五代导演美学革新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1612674" y="4762982"/>
            <a:ext cx="450887" cy="338765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01、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7408014" y="5155611"/>
            <a:ext cx="4429249" cy="8313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贾樟柯《三峡好人》用纪实美学聚焦社会变迁，威尼斯金狮奖印证中国电影人文关怀新高度。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7863594" y="4763631"/>
            <a:ext cx="3973020" cy="3387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现实主义题材破冰表达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7408014" y="4763631"/>
            <a:ext cx="455580" cy="338765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2"/>
                </a:solidFill>
                <a:latin typeface="+mn-ea"/>
                <a:cs typeface="+mn-ea"/>
              </a:rPr>
              <a:t>02、</a:t>
            </a:r>
            <a:endParaRPr lang="en-US" altLang="zh-CN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</p:spTree>
    <p:custDataLst>
      <p:tags r:id="rId13"/>
    </p:custData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国际传播与文化对话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中外合拍片发展</a:t>
            </a:r>
            <a:endParaRPr lang="zh-CN" altLang="en-US"/>
          </a:p>
        </p:txBody>
      </p:sp>
      <p:pic>
        <p:nvPicPr>
          <p:cNvPr id="8" name="图片 7" descr="/data/temp/66b31ec4-0ca4-11f0-aa17-02d138c85016.jpg66b31ec4-0ca4-11f0-aa17-02d138c85016"/>
          <p:cNvPicPr/>
          <p:nvPr>
            <p:custDataLst>
              <p:tags r:id="rId2"/>
            </p:custDataLst>
          </p:nvPr>
        </p:nvPicPr>
        <p:blipFill rotWithShape="1">
          <a:blip r:embed="rId3"/>
          <a:srcRect l="526" r="526"/>
          <a:stretch>
            <a:fillRect/>
          </a:stretch>
        </p:blipFill>
        <p:spPr>
          <a:xfrm>
            <a:off x="6022541" y="1486312"/>
            <a:ext cx="1699966" cy="1538556"/>
          </a:xfrm>
          <a:custGeom>
            <a:avLst/>
            <a:gdLst>
              <a:gd name="connsiteX0" fmla="*/ 523564 w 1612801"/>
              <a:gd name="connsiteY0" fmla="*/ 0 h 1459667"/>
              <a:gd name="connsiteX1" fmla="*/ 1089218 w 1612801"/>
              <a:gd name="connsiteY1" fmla="*/ 0 h 1459667"/>
              <a:gd name="connsiteX2" fmla="*/ 1297027 w 1612801"/>
              <a:gd name="connsiteY2" fmla="*/ 119965 h 1459667"/>
              <a:gd name="connsiteX3" fmla="*/ 1579857 w 1612801"/>
              <a:gd name="connsiteY3" fmla="*/ 609835 h 1459667"/>
              <a:gd name="connsiteX4" fmla="*/ 1579877 w 1612801"/>
              <a:gd name="connsiteY4" fmla="*/ 849799 h 1459667"/>
              <a:gd name="connsiteX5" fmla="*/ 1297045 w 1612801"/>
              <a:gd name="connsiteY5" fmla="*/ 1339668 h 1459667"/>
              <a:gd name="connsiteX6" fmla="*/ 1089239 w 1612801"/>
              <a:gd name="connsiteY6" fmla="*/ 1459667 h 1459667"/>
              <a:gd name="connsiteX7" fmla="*/ 523584 w 1612801"/>
              <a:gd name="connsiteY7" fmla="*/ 1459667 h 1459667"/>
              <a:gd name="connsiteX8" fmla="*/ 315776 w 1612801"/>
              <a:gd name="connsiteY8" fmla="*/ 1339702 h 1459667"/>
              <a:gd name="connsiteX9" fmla="*/ 32944 w 1612801"/>
              <a:gd name="connsiteY9" fmla="*/ 849833 h 1459667"/>
              <a:gd name="connsiteX10" fmla="*/ 32925 w 1612801"/>
              <a:gd name="connsiteY10" fmla="*/ 609869 h 1459667"/>
              <a:gd name="connsiteX11" fmla="*/ 315756 w 1612801"/>
              <a:gd name="connsiteY11" fmla="*/ 119999 h 1459667"/>
              <a:gd name="connsiteX12" fmla="*/ 523564 w 1612801"/>
              <a:gd name="connsiteY12" fmla="*/ 0 h 14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12801" h="1459667">
                <a:moveTo>
                  <a:pt x="523564" y="0"/>
                </a:moveTo>
                <a:cubicBezTo>
                  <a:pt x="611386" y="1"/>
                  <a:pt x="1001395" y="1"/>
                  <a:pt x="1089218" y="0"/>
                </a:cubicBezTo>
                <a:cubicBezTo>
                  <a:pt x="1177042" y="1"/>
                  <a:pt x="1253114" y="43909"/>
                  <a:pt x="1297027" y="119965"/>
                </a:cubicBezTo>
                <a:cubicBezTo>
                  <a:pt x="1340938" y="196023"/>
                  <a:pt x="1535945" y="533779"/>
                  <a:pt x="1579857" y="609835"/>
                </a:cubicBezTo>
                <a:cubicBezTo>
                  <a:pt x="1623769" y="685893"/>
                  <a:pt x="1623789" y="773744"/>
                  <a:pt x="1579877" y="849799"/>
                </a:cubicBezTo>
                <a:cubicBezTo>
                  <a:pt x="1535964" y="925857"/>
                  <a:pt x="1340957" y="1263613"/>
                  <a:pt x="1297045" y="1339668"/>
                </a:cubicBezTo>
                <a:cubicBezTo>
                  <a:pt x="1253134" y="1415727"/>
                  <a:pt x="1177061" y="1459668"/>
                  <a:pt x="1089239" y="1459667"/>
                </a:cubicBezTo>
                <a:cubicBezTo>
                  <a:pt x="1001416" y="1459668"/>
                  <a:pt x="611407" y="1459668"/>
                  <a:pt x="523584" y="1459667"/>
                </a:cubicBezTo>
                <a:cubicBezTo>
                  <a:pt x="435760" y="1459668"/>
                  <a:pt x="359687" y="1415759"/>
                  <a:pt x="315776" y="1339702"/>
                </a:cubicBezTo>
                <a:cubicBezTo>
                  <a:pt x="271864" y="1263646"/>
                  <a:pt x="76857" y="925890"/>
                  <a:pt x="32944" y="849833"/>
                </a:cubicBezTo>
                <a:cubicBezTo>
                  <a:pt x="-10968" y="773776"/>
                  <a:pt x="-10987" y="685925"/>
                  <a:pt x="32925" y="609869"/>
                </a:cubicBezTo>
                <a:cubicBezTo>
                  <a:pt x="76837" y="533812"/>
                  <a:pt x="271844" y="196057"/>
                  <a:pt x="315756" y="119999"/>
                </a:cubicBezTo>
                <a:cubicBezTo>
                  <a:pt x="359669" y="43943"/>
                  <a:pt x="435740" y="1"/>
                  <a:pt x="523564" y="0"/>
                </a:cubicBezTo>
                <a:close/>
              </a:path>
            </a:pathLst>
          </a:custGeom>
          <a:solidFill>
            <a:schemeClr val="accent1"/>
          </a:solidFill>
          <a:ln w="76200">
            <a:solidFill>
              <a:schemeClr val="accent1">
                <a:alpha val="65000"/>
              </a:schemeClr>
            </a:solidFill>
          </a:ln>
        </p:spPr>
      </p:pic>
      <p:pic>
        <p:nvPicPr>
          <p:cNvPr id="12" name="图片 11" descr="/data/temp/66b31f35-0ca4-11f0-aa17-02d138c85016.jpg66b31f35-0ca4-11f0-aa17-02d138c85016"/>
          <p:cNvPicPr/>
          <p:nvPr>
            <p:custDataLst>
              <p:tags r:id="rId4"/>
            </p:custDataLst>
          </p:nvPr>
        </p:nvPicPr>
        <p:blipFill rotWithShape="1">
          <a:blip r:embed="rId5"/>
          <a:srcRect l="526" r="526"/>
          <a:stretch>
            <a:fillRect/>
          </a:stretch>
        </p:blipFill>
        <p:spPr>
          <a:xfrm>
            <a:off x="4424877" y="2454148"/>
            <a:ext cx="1699966" cy="1538556"/>
          </a:xfrm>
          <a:custGeom>
            <a:avLst/>
            <a:gdLst>
              <a:gd name="connsiteX0" fmla="*/ 523564 w 1612801"/>
              <a:gd name="connsiteY0" fmla="*/ 0 h 1459667"/>
              <a:gd name="connsiteX1" fmla="*/ 1089218 w 1612801"/>
              <a:gd name="connsiteY1" fmla="*/ 0 h 1459667"/>
              <a:gd name="connsiteX2" fmla="*/ 1297027 w 1612801"/>
              <a:gd name="connsiteY2" fmla="*/ 119965 h 1459667"/>
              <a:gd name="connsiteX3" fmla="*/ 1579857 w 1612801"/>
              <a:gd name="connsiteY3" fmla="*/ 609835 h 1459667"/>
              <a:gd name="connsiteX4" fmla="*/ 1579877 w 1612801"/>
              <a:gd name="connsiteY4" fmla="*/ 849799 h 1459667"/>
              <a:gd name="connsiteX5" fmla="*/ 1297045 w 1612801"/>
              <a:gd name="connsiteY5" fmla="*/ 1339668 h 1459667"/>
              <a:gd name="connsiteX6" fmla="*/ 1089239 w 1612801"/>
              <a:gd name="connsiteY6" fmla="*/ 1459667 h 1459667"/>
              <a:gd name="connsiteX7" fmla="*/ 523584 w 1612801"/>
              <a:gd name="connsiteY7" fmla="*/ 1459667 h 1459667"/>
              <a:gd name="connsiteX8" fmla="*/ 315776 w 1612801"/>
              <a:gd name="connsiteY8" fmla="*/ 1339702 h 1459667"/>
              <a:gd name="connsiteX9" fmla="*/ 32944 w 1612801"/>
              <a:gd name="connsiteY9" fmla="*/ 849833 h 1459667"/>
              <a:gd name="connsiteX10" fmla="*/ 32925 w 1612801"/>
              <a:gd name="connsiteY10" fmla="*/ 609869 h 1459667"/>
              <a:gd name="connsiteX11" fmla="*/ 315756 w 1612801"/>
              <a:gd name="connsiteY11" fmla="*/ 119999 h 1459667"/>
              <a:gd name="connsiteX12" fmla="*/ 523564 w 1612801"/>
              <a:gd name="connsiteY12" fmla="*/ 0 h 14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12801" h="1459667">
                <a:moveTo>
                  <a:pt x="523564" y="0"/>
                </a:moveTo>
                <a:cubicBezTo>
                  <a:pt x="611386" y="1"/>
                  <a:pt x="1001395" y="1"/>
                  <a:pt x="1089218" y="0"/>
                </a:cubicBezTo>
                <a:cubicBezTo>
                  <a:pt x="1177042" y="1"/>
                  <a:pt x="1253114" y="43910"/>
                  <a:pt x="1297027" y="119965"/>
                </a:cubicBezTo>
                <a:cubicBezTo>
                  <a:pt x="1340938" y="196023"/>
                  <a:pt x="1535945" y="533779"/>
                  <a:pt x="1579857" y="609835"/>
                </a:cubicBezTo>
                <a:cubicBezTo>
                  <a:pt x="1623769" y="685893"/>
                  <a:pt x="1623789" y="773744"/>
                  <a:pt x="1579877" y="849799"/>
                </a:cubicBezTo>
                <a:cubicBezTo>
                  <a:pt x="1535964" y="925857"/>
                  <a:pt x="1340957" y="1263613"/>
                  <a:pt x="1297045" y="1339668"/>
                </a:cubicBezTo>
                <a:cubicBezTo>
                  <a:pt x="1253134" y="1415727"/>
                  <a:pt x="1177061" y="1459668"/>
                  <a:pt x="1089239" y="1459667"/>
                </a:cubicBezTo>
                <a:cubicBezTo>
                  <a:pt x="1001416" y="1459668"/>
                  <a:pt x="611407" y="1459668"/>
                  <a:pt x="523584" y="1459667"/>
                </a:cubicBezTo>
                <a:cubicBezTo>
                  <a:pt x="435760" y="1459668"/>
                  <a:pt x="359687" y="1415759"/>
                  <a:pt x="315776" y="1339702"/>
                </a:cubicBezTo>
                <a:cubicBezTo>
                  <a:pt x="271864" y="1263646"/>
                  <a:pt x="76857" y="925890"/>
                  <a:pt x="32944" y="849833"/>
                </a:cubicBezTo>
                <a:cubicBezTo>
                  <a:pt x="-10968" y="773776"/>
                  <a:pt x="-10987" y="685925"/>
                  <a:pt x="32925" y="609869"/>
                </a:cubicBezTo>
                <a:cubicBezTo>
                  <a:pt x="76837" y="533812"/>
                  <a:pt x="271844" y="196057"/>
                  <a:pt x="315756" y="119999"/>
                </a:cubicBezTo>
                <a:cubicBezTo>
                  <a:pt x="359669" y="43943"/>
                  <a:pt x="435740" y="1"/>
                  <a:pt x="523564" y="0"/>
                </a:cubicBezTo>
                <a:close/>
              </a:path>
            </a:pathLst>
          </a:custGeom>
          <a:solidFill>
            <a:schemeClr val="accent1"/>
          </a:solidFill>
          <a:ln w="76200">
            <a:solidFill>
              <a:schemeClr val="accent1">
                <a:alpha val="65000"/>
              </a:schemeClr>
            </a:solidFill>
          </a:ln>
        </p:spPr>
      </p:pic>
      <p:pic>
        <p:nvPicPr>
          <p:cNvPr id="13" name="图片 12" descr="/data/temp/66b31f30-0ca4-11f0-aa17-02d138c85016.jpg66b31f30-0ca4-11f0-aa17-02d138c85016"/>
          <p:cNvPicPr/>
          <p:nvPr>
            <p:custDataLst>
              <p:tags r:id="rId6"/>
            </p:custDataLst>
          </p:nvPr>
        </p:nvPicPr>
        <p:blipFill rotWithShape="1">
          <a:blip r:embed="rId7"/>
          <a:srcRect l="526" r="526"/>
          <a:stretch>
            <a:fillRect/>
          </a:stretch>
        </p:blipFill>
        <p:spPr>
          <a:xfrm>
            <a:off x="6058684" y="3352374"/>
            <a:ext cx="1699966" cy="1538556"/>
          </a:xfrm>
          <a:custGeom>
            <a:avLst/>
            <a:gdLst>
              <a:gd name="connsiteX0" fmla="*/ 523564 w 1612801"/>
              <a:gd name="connsiteY0" fmla="*/ 0 h 1459667"/>
              <a:gd name="connsiteX1" fmla="*/ 1089218 w 1612801"/>
              <a:gd name="connsiteY1" fmla="*/ 0 h 1459667"/>
              <a:gd name="connsiteX2" fmla="*/ 1297027 w 1612801"/>
              <a:gd name="connsiteY2" fmla="*/ 119965 h 1459667"/>
              <a:gd name="connsiteX3" fmla="*/ 1579857 w 1612801"/>
              <a:gd name="connsiteY3" fmla="*/ 609835 h 1459667"/>
              <a:gd name="connsiteX4" fmla="*/ 1579877 w 1612801"/>
              <a:gd name="connsiteY4" fmla="*/ 849799 h 1459667"/>
              <a:gd name="connsiteX5" fmla="*/ 1297045 w 1612801"/>
              <a:gd name="connsiteY5" fmla="*/ 1339668 h 1459667"/>
              <a:gd name="connsiteX6" fmla="*/ 1089239 w 1612801"/>
              <a:gd name="connsiteY6" fmla="*/ 1459667 h 1459667"/>
              <a:gd name="connsiteX7" fmla="*/ 523584 w 1612801"/>
              <a:gd name="connsiteY7" fmla="*/ 1459667 h 1459667"/>
              <a:gd name="connsiteX8" fmla="*/ 315776 w 1612801"/>
              <a:gd name="connsiteY8" fmla="*/ 1339702 h 1459667"/>
              <a:gd name="connsiteX9" fmla="*/ 32944 w 1612801"/>
              <a:gd name="connsiteY9" fmla="*/ 849833 h 1459667"/>
              <a:gd name="connsiteX10" fmla="*/ 32925 w 1612801"/>
              <a:gd name="connsiteY10" fmla="*/ 609869 h 1459667"/>
              <a:gd name="connsiteX11" fmla="*/ 315756 w 1612801"/>
              <a:gd name="connsiteY11" fmla="*/ 119999 h 1459667"/>
              <a:gd name="connsiteX12" fmla="*/ 523564 w 1612801"/>
              <a:gd name="connsiteY12" fmla="*/ 0 h 14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12801" h="1459667">
                <a:moveTo>
                  <a:pt x="523564" y="0"/>
                </a:moveTo>
                <a:cubicBezTo>
                  <a:pt x="611386" y="1"/>
                  <a:pt x="1001395" y="1"/>
                  <a:pt x="1089218" y="0"/>
                </a:cubicBezTo>
                <a:cubicBezTo>
                  <a:pt x="1177042" y="1"/>
                  <a:pt x="1253114" y="43910"/>
                  <a:pt x="1297027" y="119965"/>
                </a:cubicBezTo>
                <a:cubicBezTo>
                  <a:pt x="1340938" y="196023"/>
                  <a:pt x="1535945" y="533779"/>
                  <a:pt x="1579857" y="609835"/>
                </a:cubicBezTo>
                <a:cubicBezTo>
                  <a:pt x="1623769" y="685893"/>
                  <a:pt x="1623789" y="773744"/>
                  <a:pt x="1579877" y="849799"/>
                </a:cubicBezTo>
                <a:cubicBezTo>
                  <a:pt x="1535964" y="925857"/>
                  <a:pt x="1340957" y="1263613"/>
                  <a:pt x="1297045" y="1339668"/>
                </a:cubicBezTo>
                <a:cubicBezTo>
                  <a:pt x="1253134" y="1415727"/>
                  <a:pt x="1177061" y="1459668"/>
                  <a:pt x="1089239" y="1459667"/>
                </a:cubicBezTo>
                <a:cubicBezTo>
                  <a:pt x="1001416" y="1459668"/>
                  <a:pt x="611407" y="1459668"/>
                  <a:pt x="523584" y="1459667"/>
                </a:cubicBezTo>
                <a:cubicBezTo>
                  <a:pt x="435760" y="1459668"/>
                  <a:pt x="359687" y="1415759"/>
                  <a:pt x="315776" y="1339702"/>
                </a:cubicBezTo>
                <a:cubicBezTo>
                  <a:pt x="271864" y="1263646"/>
                  <a:pt x="76857" y="925890"/>
                  <a:pt x="32944" y="849833"/>
                </a:cubicBezTo>
                <a:cubicBezTo>
                  <a:pt x="-10968" y="773776"/>
                  <a:pt x="-10987" y="685925"/>
                  <a:pt x="32925" y="609869"/>
                </a:cubicBezTo>
                <a:cubicBezTo>
                  <a:pt x="76837" y="533812"/>
                  <a:pt x="271844" y="196057"/>
                  <a:pt x="315756" y="119999"/>
                </a:cubicBezTo>
                <a:cubicBezTo>
                  <a:pt x="359669" y="43943"/>
                  <a:pt x="435740" y="1"/>
                  <a:pt x="523564" y="0"/>
                </a:cubicBezTo>
                <a:close/>
              </a:path>
            </a:pathLst>
          </a:custGeom>
          <a:solidFill>
            <a:schemeClr val="accent1"/>
          </a:solidFill>
          <a:ln w="76200">
            <a:solidFill>
              <a:schemeClr val="accent1">
                <a:alpha val="65000"/>
              </a:schemeClr>
            </a:solidFill>
          </a:ln>
        </p:spPr>
      </p:pic>
      <p:pic>
        <p:nvPicPr>
          <p:cNvPr id="15" name="图片 14" descr="/data/temp/66b32218-0ca4-11f0-aa17-02d138c85016.jpg66b32218-0ca4-11f0-aa17-02d138c85016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526" r="526"/>
          <a:stretch>
            <a:fillRect/>
          </a:stretch>
        </p:blipFill>
        <p:spPr>
          <a:xfrm>
            <a:off x="4453658" y="4305484"/>
            <a:ext cx="1699966" cy="1538556"/>
          </a:xfrm>
          <a:custGeom>
            <a:avLst/>
            <a:gdLst>
              <a:gd name="connsiteX0" fmla="*/ 523564 w 1612801"/>
              <a:gd name="connsiteY0" fmla="*/ 0 h 1459667"/>
              <a:gd name="connsiteX1" fmla="*/ 1089218 w 1612801"/>
              <a:gd name="connsiteY1" fmla="*/ 0 h 1459667"/>
              <a:gd name="connsiteX2" fmla="*/ 1297027 w 1612801"/>
              <a:gd name="connsiteY2" fmla="*/ 119965 h 1459667"/>
              <a:gd name="connsiteX3" fmla="*/ 1579857 w 1612801"/>
              <a:gd name="connsiteY3" fmla="*/ 609835 h 1459667"/>
              <a:gd name="connsiteX4" fmla="*/ 1579877 w 1612801"/>
              <a:gd name="connsiteY4" fmla="*/ 849799 h 1459667"/>
              <a:gd name="connsiteX5" fmla="*/ 1297045 w 1612801"/>
              <a:gd name="connsiteY5" fmla="*/ 1339668 h 1459667"/>
              <a:gd name="connsiteX6" fmla="*/ 1089239 w 1612801"/>
              <a:gd name="connsiteY6" fmla="*/ 1459667 h 1459667"/>
              <a:gd name="connsiteX7" fmla="*/ 523584 w 1612801"/>
              <a:gd name="connsiteY7" fmla="*/ 1459667 h 1459667"/>
              <a:gd name="connsiteX8" fmla="*/ 315776 w 1612801"/>
              <a:gd name="connsiteY8" fmla="*/ 1339702 h 1459667"/>
              <a:gd name="connsiteX9" fmla="*/ 32944 w 1612801"/>
              <a:gd name="connsiteY9" fmla="*/ 849833 h 1459667"/>
              <a:gd name="connsiteX10" fmla="*/ 32925 w 1612801"/>
              <a:gd name="connsiteY10" fmla="*/ 609869 h 1459667"/>
              <a:gd name="connsiteX11" fmla="*/ 315756 w 1612801"/>
              <a:gd name="connsiteY11" fmla="*/ 119999 h 1459667"/>
              <a:gd name="connsiteX12" fmla="*/ 523564 w 1612801"/>
              <a:gd name="connsiteY12" fmla="*/ 0 h 14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12801" h="1459667">
                <a:moveTo>
                  <a:pt x="523564" y="0"/>
                </a:moveTo>
                <a:cubicBezTo>
                  <a:pt x="611386" y="1"/>
                  <a:pt x="1001395" y="1"/>
                  <a:pt x="1089218" y="0"/>
                </a:cubicBezTo>
                <a:cubicBezTo>
                  <a:pt x="1177042" y="1"/>
                  <a:pt x="1253114" y="43910"/>
                  <a:pt x="1297027" y="119965"/>
                </a:cubicBezTo>
                <a:cubicBezTo>
                  <a:pt x="1340938" y="196023"/>
                  <a:pt x="1535945" y="533779"/>
                  <a:pt x="1579857" y="609835"/>
                </a:cubicBezTo>
                <a:cubicBezTo>
                  <a:pt x="1623769" y="685893"/>
                  <a:pt x="1623789" y="773744"/>
                  <a:pt x="1579877" y="849799"/>
                </a:cubicBezTo>
                <a:cubicBezTo>
                  <a:pt x="1535964" y="925857"/>
                  <a:pt x="1340957" y="1263613"/>
                  <a:pt x="1297045" y="1339668"/>
                </a:cubicBezTo>
                <a:cubicBezTo>
                  <a:pt x="1253134" y="1415727"/>
                  <a:pt x="1177061" y="1459668"/>
                  <a:pt x="1089239" y="1459667"/>
                </a:cubicBezTo>
                <a:cubicBezTo>
                  <a:pt x="1001416" y="1459668"/>
                  <a:pt x="611407" y="1459668"/>
                  <a:pt x="523584" y="1459667"/>
                </a:cubicBezTo>
                <a:cubicBezTo>
                  <a:pt x="435760" y="1459668"/>
                  <a:pt x="359687" y="1415759"/>
                  <a:pt x="315776" y="1339702"/>
                </a:cubicBezTo>
                <a:cubicBezTo>
                  <a:pt x="271864" y="1263646"/>
                  <a:pt x="76857" y="925890"/>
                  <a:pt x="32944" y="849833"/>
                </a:cubicBezTo>
                <a:cubicBezTo>
                  <a:pt x="-10968" y="773776"/>
                  <a:pt x="-10987" y="685926"/>
                  <a:pt x="32925" y="609869"/>
                </a:cubicBezTo>
                <a:cubicBezTo>
                  <a:pt x="76837" y="533812"/>
                  <a:pt x="271844" y="196057"/>
                  <a:pt x="315756" y="119999"/>
                </a:cubicBezTo>
                <a:cubicBezTo>
                  <a:pt x="359669" y="43943"/>
                  <a:pt x="435740" y="1"/>
                  <a:pt x="523564" y="0"/>
                </a:cubicBezTo>
                <a:close/>
              </a:path>
            </a:pathLst>
          </a:custGeom>
          <a:solidFill>
            <a:schemeClr val="accent1"/>
          </a:solidFill>
          <a:ln w="76200">
            <a:solidFill>
              <a:schemeClr val="accent1">
                <a:alpha val="65000"/>
              </a:schemeClr>
            </a:solidFill>
          </a:ln>
        </p:spPr>
      </p:pic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1024067" y="2100747"/>
            <a:ext cx="2986322" cy="45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</a14:hiddenFill>
            </a:ext>
          </a:ex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71755" numCol="1" spcCol="0" rtlCol="0" fromWordArt="0" anchor="b" anchorCtr="0" forceAA="0" compatLnSpc="1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文化符号的互鉴式呈现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1023398" y="2608091"/>
            <a:ext cx="2985498" cy="130115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《长城》融合兵马俑元素与好莱坞叙事，实现全球票房3.34亿美元。</a:t>
            </a:r>
            <a:endParaRPr lang="zh-CN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1024067" y="4642152"/>
            <a:ext cx="2986322" cy="45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</a14:hiddenFill>
            </a:ext>
          </a:ex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71755" numCol="1" spcCol="0" rtlCol="0" fromWordArt="0" anchor="b" anchorCtr="0" forceAA="0" compatLnSpc="1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市场分账模式的突破性探索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3"/>
            </p:custDataLst>
          </p:nvPr>
        </p:nvSpPr>
        <p:spPr>
          <a:xfrm>
            <a:off x="1023398" y="5142133"/>
            <a:ext cx="2986322" cy="130115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中美合拍《巨齿鲨》首创双版本发行策略，全球票房突破5.3亿美元。</a:t>
            </a:r>
            <a:endParaRPr lang="zh-CN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4"/>
            </p:custDataLst>
          </p:nvPr>
        </p:nvCxnSpPr>
        <p:spPr>
          <a:xfrm>
            <a:off x="1035446" y="2561239"/>
            <a:ext cx="3642782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5"/>
            </p:custDataLst>
          </p:nvPr>
        </p:nvCxnSpPr>
        <p:spPr>
          <a:xfrm>
            <a:off x="1035446" y="5103982"/>
            <a:ext cx="3339217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16"/>
            </p:custDataLst>
          </p:nvPr>
        </p:nvSpPr>
        <p:spPr>
          <a:xfrm>
            <a:off x="8194482" y="1472257"/>
            <a:ext cx="2981302" cy="45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</a14:hiddenFill>
            </a:ext>
          </a:ex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71755" numCol="1" spcCol="0" rtlCol="0" fromWordArt="0" anchor="b" anchorCtr="0" forceAA="0" compatLnSpc="1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政策驱动下的制片机制创新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7"/>
            </p:custDataLst>
          </p:nvPr>
        </p:nvSpPr>
        <p:spPr>
          <a:xfrm>
            <a:off x="8194482" y="1972238"/>
            <a:ext cx="2986322" cy="130115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2014年中法合拍协议推动《狼图腾》制作，获蒙特利尔电影节最佳导演奖。</a:t>
            </a:r>
            <a:endParaRPr lang="zh-CN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8"/>
            </p:custDataLst>
          </p:nvPr>
        </p:nvSpPr>
        <p:spPr>
          <a:xfrm>
            <a:off x="8189128" y="3728531"/>
            <a:ext cx="2986322" cy="45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</a14:hiddenFill>
            </a:ext>
          </a:ex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71755" numCol="1" spcCol="0" rtlCol="0" fromWordArt="0" anchor="b" anchorCtr="0" forceAA="0" compatLnSpc="1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技术标准的跨境协同实践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9"/>
            </p:custDataLst>
          </p:nvPr>
        </p:nvSpPr>
        <p:spPr>
          <a:xfrm>
            <a:off x="8194482" y="4228513"/>
            <a:ext cx="2986322" cy="130115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中印合拍《功夫瑜伽》采用宝莱坞歌舞编排+中国武术设计，创春节档17亿票房。</a:t>
            </a:r>
            <a:endParaRPr lang="zh-CN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20"/>
            </p:custDataLst>
          </p:nvPr>
        </p:nvCxnSpPr>
        <p:spPr>
          <a:xfrm>
            <a:off x="7655011" y="1934756"/>
            <a:ext cx="3515157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21"/>
            </p:custDataLst>
          </p:nvPr>
        </p:nvCxnSpPr>
        <p:spPr>
          <a:xfrm>
            <a:off x="7815648" y="4187015"/>
            <a:ext cx="3354293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2"/>
    </p:custData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data/temp/66210d2d-0ca4-11f0-8fb4-0abed96e16f7.jpg66210d2d-0ca4-11f0-8fb4-0abed96e16f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9" b="29"/>
          <a:stretch>
            <a:fillRect/>
          </a:stretch>
        </p:blipFill>
        <p:spPr>
          <a:xfrm>
            <a:off x="3175" y="0"/>
            <a:ext cx="484378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41" name="标题 4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839970" y="532130"/>
            <a:ext cx="6004814" cy="654050"/>
          </a:xfr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96000"/>
              </a:lnSpc>
            </a:pPr>
            <a:r>
              <a:rPr lang="zh-CN" altLang="en-US" sz="3400" dirty="0">
                <a:cs typeface="+mn-cs"/>
              </a:rPr>
              <a:t>国际电影节参与</a:t>
            </a:r>
            <a:endParaRPr lang="zh-CN" altLang="en-US" sz="3400" dirty="0">
              <a:cs typeface="+mn-cs"/>
            </a:endParaRPr>
          </a:p>
        </p:txBody>
      </p:sp>
      <p:sp useBgFill="1">
        <p:nvSpPr>
          <p:cNvPr id="8" name="矩形: 圆角 4"/>
          <p:cNvSpPr/>
          <p:nvPr>
            <p:custDataLst>
              <p:tags r:id="rId4"/>
            </p:custDataLst>
          </p:nvPr>
        </p:nvSpPr>
        <p:spPr>
          <a:xfrm>
            <a:off x="2854771" y="4624620"/>
            <a:ext cx="7972169" cy="1983825"/>
          </a:xfrm>
          <a:prstGeom prst="roundRect">
            <a:avLst>
              <a:gd name="adj" fmla="val 11535"/>
            </a:avLst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矩形: 圆角 1"/>
          <p:cNvSpPr/>
          <p:nvPr>
            <p:custDataLst>
              <p:tags r:id="rId5"/>
            </p:custDataLst>
          </p:nvPr>
        </p:nvSpPr>
        <p:spPr>
          <a:xfrm>
            <a:off x="2854771" y="4624620"/>
            <a:ext cx="7972169" cy="1983825"/>
          </a:xfrm>
          <a:prstGeom prst="roundRect">
            <a:avLst>
              <a:gd name="adj" fmla="val 11535"/>
            </a:avLst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 useBgFill="1">
        <p:nvSpPr>
          <p:cNvPr id="9" name="矩形: 圆角 25"/>
          <p:cNvSpPr/>
          <p:nvPr>
            <p:custDataLst>
              <p:tags r:id="rId6"/>
            </p:custDataLst>
          </p:nvPr>
        </p:nvSpPr>
        <p:spPr>
          <a:xfrm>
            <a:off x="2854771" y="2177415"/>
            <a:ext cx="7972169" cy="1983825"/>
          </a:xfrm>
          <a:prstGeom prst="roundRect">
            <a:avLst>
              <a:gd name="adj" fmla="val 11535"/>
            </a:avLst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矩形: 圆角 1"/>
          <p:cNvSpPr/>
          <p:nvPr>
            <p:custDataLst>
              <p:tags r:id="rId7"/>
            </p:custDataLst>
          </p:nvPr>
        </p:nvSpPr>
        <p:spPr>
          <a:xfrm>
            <a:off x="2854771" y="2177415"/>
            <a:ext cx="7972169" cy="1983825"/>
          </a:xfrm>
          <a:prstGeom prst="roundRect">
            <a:avLst>
              <a:gd name="adj" fmla="val 11535"/>
            </a:avLst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3293996" y="2864539"/>
            <a:ext cx="610212" cy="6102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4246182" y="2954800"/>
            <a:ext cx="6348750" cy="9451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张艺谋《红高粱》1988年柏林金熊奖首破纪录，王家卫《花样年华》斩获戛纳最佳导演奖。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4246182" y="2439298"/>
            <a:ext cx="6348750" cy="412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获奖体系突破性成就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椭圆 13"/>
          <p:cNvSpPr/>
          <p:nvPr>
            <p:custDataLst>
              <p:tags r:id="rId11"/>
            </p:custDataLst>
          </p:nvPr>
        </p:nvSpPr>
        <p:spPr>
          <a:xfrm>
            <a:off x="3293996" y="5311745"/>
            <a:ext cx="610212" cy="6102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4246182" y="5402005"/>
            <a:ext cx="6348750" cy="9451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FIRST青年影展与戛纳合作培育新人，毕赣《路边野餐》通过创投机制走向国际舞台。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4246182" y="4886503"/>
            <a:ext cx="6348750" cy="412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创投单元扶持新锐力量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4"/>
    </p:custData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海外市场拓展策略</a:t>
            </a:r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696595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961406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中美合拍《巨齿鲨》采用双导演制，全球票房达5.3亿美元，开创深海怪兽片国际合作新范式。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>
            <a:off x="961406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4581" y="2832999"/>
            <a:ext cx="2703989" cy="4553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跨国合拍片模式创新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: 圆角 2"/>
          <p:cNvSpPr/>
          <p:nvPr>
            <p:custDataLst>
              <p:tags r:id="rId6"/>
            </p:custDataLst>
          </p:nvPr>
        </p:nvSpPr>
        <p:spPr>
          <a:xfrm>
            <a:off x="4481418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4746228" y="365283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《流浪地球2》在北美院线实行IMAX优先排片，东南亚地区推出方言配音版，实现区域市场渗透。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4746228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4751944" y="2845064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分区域精准发行策略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3" name="矩形: 圆角 2"/>
          <p:cNvSpPr/>
          <p:nvPr>
            <p:custDataLst>
              <p:tags r:id="rId10"/>
            </p:custDataLst>
          </p:nvPr>
        </p:nvSpPr>
        <p:spPr>
          <a:xfrm>
            <a:off x="8266240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531051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《刺杀小说家》通过Netflix覆盖190国，运用平台算法推荐机制实现精准触达国际观众。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圆角矩形 64"/>
          <p:cNvSpPr/>
          <p:nvPr>
            <p:custDataLst>
              <p:tags r:id="rId12"/>
            </p:custDataLst>
          </p:nvPr>
        </p:nvSpPr>
        <p:spPr>
          <a:xfrm>
            <a:off x="8531051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 flipV="1">
            <a:off x="882026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4"/>
            </p:custDataLst>
          </p:nvPr>
        </p:nvCxnSpPr>
        <p:spPr>
          <a:xfrm>
            <a:off x="4666849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5"/>
            </p:custDataLst>
          </p:nvPr>
        </p:nvCxnSpPr>
        <p:spPr>
          <a:xfrm flipV="1">
            <a:off x="8451671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531051" y="2850145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流媒体平台深度合作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发展挑战与未来展望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内容创作瓶颈突破</a:t>
            </a:r>
            <a:endParaRPr lang="zh-CN" altLang="en-US"/>
          </a:p>
        </p:txBody>
      </p:sp>
      <p:pic>
        <p:nvPicPr>
          <p:cNvPr id="8" name="图片 7" descr="/data/temp/68f09009-0ca4-11f0-9bae-9e452991ffe9.jpg68f09009-0ca4-11f0-9bae-9e452991ffe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410" b="410"/>
          <a:stretch>
            <a:fillRect/>
          </a:stretch>
        </p:blipFill>
        <p:spPr>
          <a:xfrm>
            <a:off x="8219004" y="1362905"/>
            <a:ext cx="3277671" cy="4644000"/>
          </a:xfrm>
          <a:prstGeom prst="round1Rect">
            <a:avLst>
              <a:gd name="adj" fmla="val 39814"/>
            </a:avLst>
          </a:prstGeom>
          <a:ln w="9525" cap="flat" cmpd="sng" algn="ctr">
            <a:solidFill>
              <a:schemeClr val="accent1">
                <a:lumMod val="100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31" name="圆角矩形 30"/>
          <p:cNvSpPr/>
          <p:nvPr>
            <p:custDataLst>
              <p:tags r:id="rId4"/>
            </p:custDataLst>
          </p:nvPr>
        </p:nvSpPr>
        <p:spPr>
          <a:xfrm>
            <a:off x="997901" y="1374536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66" name="圆角矩形 65"/>
          <p:cNvSpPr/>
          <p:nvPr>
            <p:custDataLst>
              <p:tags r:id="rId5"/>
            </p:custDataLst>
          </p:nvPr>
        </p:nvSpPr>
        <p:spPr>
          <a:xfrm>
            <a:off x="997901" y="2574051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3" name="圆角矩形 72"/>
          <p:cNvSpPr/>
          <p:nvPr>
            <p:custDataLst>
              <p:tags r:id="rId6"/>
            </p:custDataLst>
          </p:nvPr>
        </p:nvSpPr>
        <p:spPr>
          <a:xfrm>
            <a:off x="997901" y="3774202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9" name="圆角矩形 78"/>
          <p:cNvSpPr/>
          <p:nvPr>
            <p:custDataLst>
              <p:tags r:id="rId7"/>
            </p:custDataLst>
          </p:nvPr>
        </p:nvSpPr>
        <p:spPr>
          <a:xfrm>
            <a:off x="997901" y="4974352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4" name="圆角矩形 35"/>
          <p:cNvSpPr/>
          <p:nvPr>
            <p:custDataLst>
              <p:tags r:id="rId8"/>
            </p:custDataLst>
          </p:nvPr>
        </p:nvSpPr>
        <p:spPr>
          <a:xfrm>
            <a:off x="635316" y="1572021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现实题材深度挖掘机制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圆角矩形 35"/>
          <p:cNvSpPr/>
          <p:nvPr>
            <p:custDataLst>
              <p:tags r:id="rId9"/>
            </p:custDataLst>
          </p:nvPr>
        </p:nvSpPr>
        <p:spPr>
          <a:xfrm>
            <a:off x="635316" y="5171837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大数据观众画像分析系统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圆角矩形 35"/>
          <p:cNvSpPr/>
          <p:nvPr>
            <p:custDataLst>
              <p:tags r:id="rId10"/>
            </p:custDataLst>
          </p:nvPr>
        </p:nvSpPr>
        <p:spPr>
          <a:xfrm>
            <a:off x="635316" y="3972322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青年导演扶持计划实施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35"/>
          <p:cNvSpPr/>
          <p:nvPr>
            <p:custDataLst>
              <p:tags r:id="rId11"/>
            </p:custDataLst>
          </p:nvPr>
        </p:nvSpPr>
        <p:spPr>
          <a:xfrm>
            <a:off x="635316" y="2772171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虚拟制作技术应用创新</a:t>
            </a:r>
            <a:endParaRPr lang="zh-CN" altLang="en-US" sz="2000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2"/>
            </p:custDataLst>
          </p:nvPr>
        </p:nvSpPr>
        <p:spPr>
          <a:xfrm>
            <a:off x="2991167" y="1374536"/>
            <a:ext cx="4655859" cy="1043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《我不是药神》通过真实事件改编引发社会共鸣，建立现实主义题材选题评估体系。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13"/>
            </p:custDataLst>
          </p:nvPr>
        </p:nvSpPr>
        <p:spPr>
          <a:xfrm>
            <a:off x="2991167" y="2574051"/>
            <a:ext cx="4655859" cy="1043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《流浪地球》采用动态虚拟拍摄系统，实现科幻场景与工业化制作流程深度融合。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14"/>
            </p:custDataLst>
          </p:nvPr>
        </p:nvSpPr>
        <p:spPr>
          <a:xfrm>
            <a:off x="2991167" y="3774202"/>
            <a:ext cx="4655859" cy="10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坏猴子影业"72变计划"孵化文牧野等新生代导演，建立阶梯式人才培养评估标准。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5"/>
            </p:custDataLst>
          </p:nvPr>
        </p:nvSpPr>
        <p:spPr>
          <a:xfrm>
            <a:off x="2991167" y="4974352"/>
            <a:ext cx="4655859" cy="10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爱奇艺《隐秘的角落》基于用户观影数据优化剧本结构，建立创作-测试-修正的闭环机制。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6"/>
    </p:custData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技术代际追赶压力</a:t>
            </a:r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696595" y="2344234"/>
            <a:ext cx="5260959" cy="3163942"/>
          </a:xfrm>
          <a:prstGeom prst="roundRect">
            <a:avLst>
              <a:gd name="adj" fmla="val 8702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5000">
                <a:schemeClr val="accent1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>
            <a:noFill/>
          </a:ln>
          <a:effectLst>
            <a:outerShdw blurRad="215900" dist="38100" dir="5400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4" name="图片 3" descr="/data/temp/6817567c-0ca4-11f0-862f-8e0c20aa6542.jpg6817567c-0ca4-11f0-862f-8e0c20aa6542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t="41" b="41"/>
          <a:stretch>
            <a:fillRect/>
          </a:stretch>
        </p:blipFill>
        <p:spPr>
          <a:xfrm>
            <a:off x="697865" y="2344869"/>
            <a:ext cx="2018267" cy="3163307"/>
          </a:xfrm>
          <a:prstGeom prst="roundRect">
            <a:avLst>
              <a:gd name="adj" fmla="val 8489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accent1">
                <a:lumMod val="75000"/>
                <a:alpha val="12000"/>
              </a:schemeClr>
            </a:outerShdw>
          </a:effectLst>
        </p:spPr>
      </p:pic>
      <p:sp>
        <p:nvSpPr>
          <p:cNvPr id="7" name="正文"/>
          <p:cNvSpPr txBox="1"/>
          <p:nvPr>
            <p:custDataLst>
              <p:tags r:id="rId5"/>
            </p:custDataLst>
          </p:nvPr>
        </p:nvSpPr>
        <p:spPr>
          <a:xfrm>
            <a:off x="2980959" y="3171101"/>
            <a:ext cx="2702878" cy="213321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国内实时渲染技术落后国际水平，《流浪地球》依赖海外技术支持突破视效瓶颈。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2980959" y="2548728"/>
            <a:ext cx="2704148" cy="4064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虚拟拍摄技术应用滞后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2988580" y="3063138"/>
            <a:ext cx="292769" cy="0"/>
          </a:xfrm>
          <a:prstGeom prst="line">
            <a:avLst/>
          </a:prstGeom>
          <a:ln w="4445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26000"/>
                  </a:schemeClr>
                </a:gs>
              </a:gsLst>
              <a:lin ang="0"/>
              <a:tileRect/>
            </a:gradFill>
            <a:round/>
          </a:ln>
          <a:effectLst>
            <a:outerShdw blurRad="50800" dist="25400" dir="5400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6233176" y="2344234"/>
            <a:ext cx="5260959" cy="3163942"/>
          </a:xfrm>
          <a:prstGeom prst="roundRect">
            <a:avLst>
              <a:gd name="adj" fmla="val 8702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5000">
                <a:schemeClr val="accent1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>
            <a:noFill/>
          </a:ln>
          <a:effectLst>
            <a:outerShdw blurRad="215900" dist="38100" dir="5400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7" name="图片 26" descr="/data/temp/681757bb-0ca4-11f0-862f-8e0c20aa6542.jpg681757bb-0ca4-11f0-862f-8e0c20aa654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 t="41" b="41"/>
          <a:stretch>
            <a:fillRect/>
          </a:stretch>
        </p:blipFill>
        <p:spPr>
          <a:xfrm>
            <a:off x="6234446" y="2344869"/>
            <a:ext cx="2018267" cy="3163307"/>
          </a:xfrm>
          <a:prstGeom prst="roundRect">
            <a:avLst>
              <a:gd name="adj" fmla="val 8489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accent1">
                <a:lumMod val="75000"/>
                <a:alpha val="12000"/>
              </a:schemeClr>
            </a:outerShdw>
          </a:effectLst>
        </p:spPr>
      </p:pic>
      <p:sp>
        <p:nvSpPr>
          <p:cNvPr id="13" name="正文"/>
          <p:cNvSpPr txBox="1"/>
          <p:nvPr>
            <p:custDataLst>
              <p:tags r:id="rId11"/>
            </p:custDataLst>
          </p:nvPr>
        </p:nvSpPr>
        <p:spPr>
          <a:xfrm>
            <a:off x="8517540" y="3171101"/>
            <a:ext cx="2702878" cy="213321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Pr/AE等海外软件主导市场，本土万兴喵影尚未形成完整生态替代。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12"/>
            </p:custDataLst>
          </p:nvPr>
        </p:nvSpPr>
        <p:spPr>
          <a:xfrm>
            <a:off x="8517540" y="2548728"/>
            <a:ext cx="2704148" cy="4064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</a:rPr>
              <a:t>后期制作软件国产化不足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3"/>
            </p:custDataLst>
          </p:nvPr>
        </p:nvCxnSpPr>
        <p:spPr>
          <a:xfrm>
            <a:off x="8525161" y="3063138"/>
            <a:ext cx="292769" cy="0"/>
          </a:xfrm>
          <a:prstGeom prst="line">
            <a:avLst/>
          </a:prstGeom>
          <a:ln w="44450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26000"/>
                  </a:schemeClr>
                </a:gs>
              </a:gsLst>
              <a:lin ang="0"/>
              <a:tileRect/>
            </a:gradFill>
            <a:round/>
          </a:ln>
          <a:effectLst>
            <a:outerShdw blurRad="50800" dist="25400" dir="5400000" algn="t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7201535" cy="720090"/>
          </a:xfrm>
        </p:spPr>
        <p:txBody>
          <a:bodyPr/>
          <a:lstStyle/>
          <a:p>
            <a:r>
              <a:rPr lang="zh-CN" altLang="en-US"/>
              <a:t>全球文化话语权构建</a:t>
            </a:r>
            <a:endParaRPr lang="zh-CN" altLang="en-US"/>
          </a:p>
        </p:txBody>
      </p:sp>
      <p:pic>
        <p:nvPicPr>
          <p:cNvPr id="7" name="图片 6" descr="/data/temp/69b41b03-0ca4-11f0-8aed-ee02782ace28.jpg69b41b03-0ca4-11f0-8aed-ee02782ace28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116" r="116"/>
          <a:stretch>
            <a:fillRect/>
          </a:stretch>
        </p:blipFill>
        <p:spPr>
          <a:xfrm>
            <a:off x="6718300" y="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1609408" y="1869042"/>
            <a:ext cx="4356968" cy="6616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爱奇艺与Netflix达成战略合作，推动《琅琊榜》等优质剧集登陆190个国家和地区。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608773" y="1500742"/>
            <a:ext cx="4357202" cy="368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国际传播渠道建设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709613" y="1566782"/>
            <a:ext cx="603701" cy="6037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608773" y="3073637"/>
            <a:ext cx="4356968" cy="6616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《流浪地球》系列通过"人类命运共同体"叙事，实现全球票房超9.4亿美元。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608138" y="2694542"/>
            <a:ext cx="4357202" cy="368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跨文化内容生产策略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708978" y="2741532"/>
            <a:ext cx="603701" cy="6037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1608138" y="4278867"/>
            <a:ext cx="4356968" cy="6616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上海国际电影节设立"一带一路"电影周，建立差异化国际评价坐标系。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608138" y="3908662"/>
            <a:ext cx="4357202" cy="368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文化评价体系创新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2"/>
            </p:custDataLst>
          </p:nvPr>
        </p:nvSpPr>
        <p:spPr>
          <a:xfrm>
            <a:off x="708978" y="3954382"/>
            <a:ext cx="603701" cy="6037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</a:rPr>
              <a:t>03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3"/>
            </p:custDataLst>
          </p:nvPr>
        </p:nvSpPr>
        <p:spPr>
          <a:xfrm>
            <a:off x="1610043" y="5484097"/>
            <a:ext cx="4356969" cy="6616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5G+VR技术复原敦煌壁画场景，《千年一瞬》数字电影获戛纳XR单元金奖。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4"/>
            </p:custDataLst>
          </p:nvPr>
        </p:nvSpPr>
        <p:spPr>
          <a:xfrm>
            <a:off x="1609408" y="5099922"/>
            <a:ext cx="4357201" cy="368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数字技术赋能推广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5"/>
            </p:custDataLst>
          </p:nvPr>
        </p:nvSpPr>
        <p:spPr>
          <a:xfrm>
            <a:off x="710248" y="5133577"/>
            <a:ext cx="603701" cy="603701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</a:rPr>
              <a:t>04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6"/>
    </p:custData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谢谢</a:t>
            </a:r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 ending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&#10;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66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  <p:tag name="KSO_WM_UNIT_PRESET_TEXT" val="单击此处添加标题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1.0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1.0"/>
</p:tagLst>
</file>

<file path=ppt/tags/tag7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  <p:tag name="KSO_WM_UNIT_CONTENT_GROUP_TYPE" val="contentchip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</p:tagLst>
</file>

<file path=ppt/tags/tag9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9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</p:tagLst>
</file>

<file path=ppt/tags/tag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1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TYPE" val="i"/>
  <p:tag name="KSO_WM_UNIT_INDEX" val="1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130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CONTENT_GROUP_TYPE" val="contentchip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39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39"/>
</p:tagLst>
</file>

<file path=ppt/tags/tag14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239"/>
  <p:tag name="KSO_WM_SPECIAL_SOURCE" val="bdnull"/>
  <p:tag name="KSO_WM_TEMPLATE_THUMBS_INDEX" val="1、11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1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此处添加文档&#10;标题内容"/>
  <p:tag name="KSO_WM_UNIT_TEXT_TYPE" val="1"/>
</p:tagLst>
</file>

<file path=ppt/tags/tag142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9_1*f*1"/>
  <p:tag name="KSO_WM_TEMPLATE_CATEGORY" val="custom"/>
  <p:tag name="KSO_WM_TEMPLATE_INDEX" val="20230239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ID" val="custom2023023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239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11"/>
  <p:tag name="KSO_WM_SLIDE_CONTENT_AREA" val="{&quot;left&quot;:&quot;44.4&quot;,&quot;top&quot;:&quot;127.95&quot;,&quot;width&quot;:&quot;545.55&quot;,&quot;height&quot;:&quot;265.8&quot;}"/>
</p:tagLst>
</file>

<file path=ppt/tags/tag14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6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DIAGRAM_GROUP_CODE" val="l1-1"/>
  <p:tag name="KSO_WM_UNIT_TEXT_FILL_FORE_SCHEMECOLOR_INDEX" val="5"/>
  <p:tag name="KSO_WM_UNIT_TEXT_FILL_TYPE" val="1"/>
  <p:tag name="KSO_WM_UNIT_USESOURCEFORMAT_APPLY" val="0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39_6*l_h_i*1_1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UNIT_VALUE" val="8"/>
  <p:tag name="KSO_WM_UNIT_TYPE" val="l_h_a"/>
  <p:tag name="KSO_WM_UNIT_ID" val="custom20230239_6*l_h_a*1_1_1"/>
  <p:tag name="KSO_WM_DIAGRAM_VERSION" val="3"/>
  <p:tag name="KSO_WM_UNIT_PRESET_TEXT" val="单击添加目录标题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39_6*l_h_i*1_3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UNIT_VALUE" val="8"/>
  <p:tag name="KSO_WM_UNIT_TYPE" val="l_h_a"/>
  <p:tag name="KSO_WM_UNIT_ID" val="custom20230239_6*l_h_a*1_3_1"/>
  <p:tag name="KSO_WM_DIAGRAM_VERSION" val="3"/>
  <p:tag name="KSO_WM_UNIT_PRESET_TEXT" val="单击添加目录标题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39_6*l_h_i*1_2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UNIT_VALUE" val="9"/>
  <p:tag name="KSO_WM_UNIT_TYPE" val="l_h_a"/>
  <p:tag name="KSO_WM_UNIT_ID" val="custom20230239_6*l_h_a*1_2_1"/>
  <p:tag name="KSO_WM_DIAGRAM_VERSION" val="3"/>
  <p:tag name="KSO_WM_UNIT_PRESET_TEXT" val="单击添加目录标题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39_6*l_h_i*1_4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UNIT_VALUE" val="9"/>
  <p:tag name="KSO_WM_UNIT_TYPE" val="l_h_a"/>
  <p:tag name="KSO_WM_UNIT_ID" val="custom20230239_6*l_h_a*1_4_1"/>
  <p:tag name="KSO_WM_DIAGRAM_VERSION" val="3"/>
  <p:tag name="KSO_WM_UNIT_PRESET_TEXT" val="单击添加目录标题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230239_6*l_h_i*1_5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UNIT_VALUE" val="8"/>
  <p:tag name="KSO_WM_UNIT_TYPE" val="l_h_a"/>
  <p:tag name="KSO_WM_UNIT_ID" val="custom20230239_6*l_h_a*1_5_1"/>
  <p:tag name="KSO_WM_DIAGRAM_VERSION" val="3"/>
  <p:tag name="KSO_WM_UNIT_PRESET_TEXT" val="单击添加目录标题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custom20230239_6*l_h_i*1_6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6_1"/>
  <p:tag name="KSO_WM_TEMPLATE_CATEGORY" val="custom"/>
  <p:tag name="KSO_WM_TEMPLATE_INDEX" val="20230239"/>
  <p:tag name="KSO_WM_UNIT_LAYERLEVEL" val="1_1_1"/>
  <p:tag name="KSO_WM_TAG_VERSION" val="1.0"/>
  <p:tag name="KSO_WM_BEAUTIFY_FLAG" val="#wm#"/>
  <p:tag name="KSO_WM_DIAGRAM_GROUP_CODE" val="l1-1"/>
  <p:tag name="KSO_WM_UNIT_VALUE" val="9"/>
  <p:tag name="KSO_WM_UNIT_TYPE" val="l_h_a"/>
  <p:tag name="KSO_WM_UNIT_ID" val="custom20230239_6*l_h_a*1_6_1"/>
  <p:tag name="KSO_WM_DIAGRAM_VERSION" val="3"/>
  <p:tag name="KSO_WM_UNIT_PRESET_TEXT" val="单击添加目录标题"/>
  <p:tag name="KSO_WM_DIAGRAM_MAX_ITEMCNT" val="8"/>
  <p:tag name="KSO_WM_DIAGRAM_MIN_ITEMCNT" val="2"/>
  <p:tag name="KSO_WM_DIAGRAM_VIRTUALLY_FRAME" val="{&quot;height&quot;:378.79998779296875,&quot;width&quot;:642.9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57.xml><?xml version="1.0" encoding="utf-8"?>
<p:tagLst xmlns:p="http://schemas.openxmlformats.org/presentationml/2006/main">
  <p:tag name="KSO_WM_SLIDE_ID" val="custom20230239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1.0"/>
  <p:tag name="KSO_WM_BEAUTIFY_FLAG" val="#wm#"/>
  <p:tag name="KSO_WM_TEMPLATE_CATEGORY" val="custom"/>
  <p:tag name="KSO_WM_TEMPLATE_INDEX" val="20230239"/>
  <p:tag name="KSO_WM_SLIDE_TYPE" val="contents"/>
  <p:tag name="KSO_WM_SLIDE_SUBTYPE" val="diag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9_9*e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9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160.xml><?xml version="1.0" encoding="utf-8"?>
<p:tagLst xmlns:p="http://schemas.openxmlformats.org/presentationml/2006/main">
  <p:tag name="KSO_WM_SLIDE_ID" val="custom2023023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76.7&quot;,&quot;top&quot;:&quot;137.1&quot;,&quot;width&quot;:&quot;545.55&quot;,&quot;height&quot;:&quot;265.8&quot;}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163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1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165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166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78_2*l_h_f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167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78_2*l_h_f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1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169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170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78_2*l_h_f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171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0239"/>
  <p:tag name="KSO_WM_TEMPLATE_SUBCATEGORY" val="0"/>
  <p:tag name="KSO_WM_SLIDE_INDEX" val="1"/>
  <p:tag name="KSO_WM_TAG_VERSION" val="3.0"/>
  <p:tag name="KSO_WM_SLIDE_ID" val="custom20231717_1"/>
  <p:tag name="KSO_WM_SLIDE_ITEM_CNT" val="4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17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2*l_h_f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2*l_h_a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315_2*l_h_f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15_2*l_h_a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2*l_h_f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2*l_h_a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3315_2*l_h_f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3315_2*l_h_a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85.xml><?xml version="1.0" encoding="utf-8"?>
<p:tagLst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6.xml><?xml version="1.0" encoding="utf-8"?>
<p:tagLst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  <p:tag name="KSO_WM_UNIT_PICTURE_SUBTYPE" val="a"/>
  <p:tag name="MH_PIC_SOURCE_TYPE" val="generate_slide_ai*{&quot;ai_type&quot;:&quot;generate_ppt&quot;,&quot;id&quot;:&quot;&quot;}*auto_ai_ai_v2.0.9_ONLINE*1743256045509_31.73_1a968d1fdd85-slide-2"/>
  <p:tag name="KSO_WM_UNIT_FILL_FORE_SCHEMECOLOR_INDEX" val="5"/>
  <p:tag name="KSO_WM_UNIT_FILL_TYPE" val="1"/>
</p:tagLst>
</file>

<file path=ppt/tags/tag1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USESOURCEFORMAT_APPLY" val="0"/>
  <p:tag name="KSO_WM_UNIT_PRESET_TEXT" val="单击此处添加标题"/>
  <p:tag name="KSO_WM_UNIT_TEXT_TYPE" val="1"/>
</p:tagLst>
</file>

<file path=ppt/tags/tag1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3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"/>
  <p:tag name="KSO_WM_UNIT_USESOURCEFORMAT_APPLY" val="0"/>
</p:tagLst>
</file>

<file path=ppt/tags/tag19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3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19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6_3*l_h_f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"/>
  <p:tag name="KSO_WM_UNIT_USESOURCEFORMAT_APPLY" val="0"/>
</p:tagLst>
</file>

<file path=ppt/tags/tag1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6_3*l_h_a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1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3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"/>
  <p:tag name="KSO_WM_UNIT_USESOURCEFORMAT_APPLY" val="0"/>
</p:tagLst>
</file>

<file path=ppt/tags/tag1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3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195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picTxt"/>
  <p:tag name="KSO_WM_SLIDE_SIZE" val="746*95.95"/>
  <p:tag name="KSO_WM_SLIDE_POSITION" val="120.25*376.7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9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9_9*e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9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198.xml><?xml version="1.0" encoding="utf-8"?>
<p:tagLst xmlns:p="http://schemas.openxmlformats.org/presentationml/2006/main">
  <p:tag name="KSO_WM_SLIDE_ID" val="custom2023023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76.7&quot;,&quot;top&quot;:&quot;137.1&quot;,&quot;width&quot;:&quot;545.55&quot;,&quot;height&quot;:&quot;265.8&quot;}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329_3*a*1"/>
  <p:tag name="KSO_WM_TEMPLATE_CATEGORY" val="diagram"/>
  <p:tag name="KSO_WM_TEMPLATE_INDEX" val="202333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a"/>
  <p:tag name="KSO_WM_UNIT_INDEX" val="1_1_1"/>
  <p:tag name="KSO_WM_UNIT_ID" val="diagram20233329_1*l_h_a*1_1_1"/>
  <p:tag name="KSO_WM_TEMPLATE_CATEGORY" val="diagram"/>
  <p:tag name="KSO_WM_TEMPLATE_INDEX" val="20233329"/>
  <p:tag name="KSO_WM_UNIT_LAYERLEVEL" val="1_1_1"/>
  <p:tag name="KSO_WM_TAG_VERSION" val="3.0"/>
  <p:tag name="KSO_WM_UNIT_TEXT_FILL_FORE_SCHEMECOLOR_INDEX_BRIGHTNESS" val="0.15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2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f"/>
  <p:tag name="KSO_WM_UNIT_INDEX" val="1_1_1"/>
  <p:tag name="KSO_WM_UNIT_ID" val="diagram20233329_1*l_h_f*1_1_1"/>
  <p:tag name="KSO_WM_TEMPLATE_CATEGORY" val="diagram"/>
  <p:tag name="KSO_WM_TEMPLATE_INDEX" val="20233329"/>
  <p:tag name="KSO_WM_UNIT_LAYERLEVEL" val="1_1_1"/>
  <p:tag name="KSO_WM_TAG_VERSION" val="3.0"/>
  <p:tag name="KSO_WM_UNIT_TEXT_FILL_FORE_SCHEMECOLOR_INDEX_BRIGHTNESS" val="0.15"/>
  <p:tag name="KSO_WM_UNIT_TEXT_TYPE" val="1"/>
  <p:tag name="KSO_WM_UNIT_TEXT_LAYER_COUNT" val="1"/>
  <p:tag name="KSO_WM_BEAUTIFY_FLAG" val="#wm#"/>
  <p:tag name="KSO_WM_UNIT_PRESET_TEXT" val="单击此处添加文本具体内容，简明扼要地阐述您的内容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DIAGRAM_VIRTUALLY_FRAME" val="{&quot;height&quot;:387.85772705078125,&quot;width&quot;:792.289306640625}"/>
  <p:tag name="KSO_WM_DIAGRAM_VERSION" val="3"/>
  <p:tag name="KSO_WM_DIAGRAM_COLOR_TRICK" val="1"/>
  <p:tag name="KSO_WM_DIAGRAM_COLOR_TEXT_CAN_REMOVE" val="n"/>
  <p:tag name="KSO_WM_UNIT_VALUE" val="753*4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329_1*l_h_d*1_1_1"/>
  <p:tag name="KSO_WM_TEMPLATE_CATEGORY" val="diagram"/>
  <p:tag name="KSO_WM_TEMPLATE_INDEX" val="20233329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4"/>
  <p:tag name="KSO_WM_UNIT_LINE_FILL_TYPE" val="2"/>
  <p:tag name="KSO_WM_UNIT_USESOURCEFORMAT_APPLY" val="0"/>
</p:tagLst>
</file>

<file path=ppt/tags/tag203.xml><?xml version="1.0" encoding="utf-8"?>
<p:tagLst xmlns:p="http://schemas.openxmlformats.org/presentationml/2006/main">
  <p:tag name="KSO_WM_DIAGRAM_VIRTUALLY_FRAME" val="{&quot;height&quot;:387.85772705078125,&quot;width&quot;:792.289306640625}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329_1*l_h_i*1_1_1"/>
  <p:tag name="KSO_WM_TEMPLATE_CATEGORY" val="diagram"/>
  <p:tag name="KSO_WM_TEMPLATE_INDEX" val="2023332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204.xml><?xml version="1.0" encoding="utf-8"?>
<p:tagLst xmlns:p="http://schemas.openxmlformats.org/presentationml/2006/main">
  <p:tag name="KSO_WM_DIAGRAM_VIRTUALLY_FRAME" val="{&quot;height&quot;:387.85772705078125,&quot;width&quot;:792.289306640625}"/>
  <p:tag name="KSO_WM_DIAGRAM_VERSION" val="3"/>
  <p:tag name="KSO_WM_DIAGRAM_COLOR_TRICK" val="1"/>
  <p:tag name="KSO_WM_DIAGRAM_COLOR_TEXT_CAN_REMOVE" val="n"/>
  <p:tag name="KSO_WM_UNIT_VALUE" val="753*4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329_1*l_h_d*1_2_1"/>
  <p:tag name="KSO_WM_TEMPLATE_CATEGORY" val="diagram"/>
  <p:tag name="KSO_WM_TEMPLATE_INDEX" val="20233329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4"/>
  <p:tag name="KSO_WM_UNIT_LINE_FILL_TYPE" val="2"/>
  <p:tag name="KSO_WM_UNIT_USESOURCEFORMAT_APPLY" val="0"/>
</p:tagLst>
</file>

<file path=ppt/tags/tag205.xml><?xml version="1.0" encoding="utf-8"?>
<p:tagLst xmlns:p="http://schemas.openxmlformats.org/presentationml/2006/main">
  <p:tag name="KSO_WM_DIAGRAM_VIRTUALLY_FRAME" val="{&quot;height&quot;:387.85772705078125,&quot;width&quot;:792.289306640625}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329_1*l_h_i*1_2_1"/>
  <p:tag name="KSO_WM_TEMPLATE_CATEGORY" val="diagram"/>
  <p:tag name="KSO_WM_TEMPLATE_INDEX" val="2023332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UNIT_FILL_FORE_SCHEMECOLOR_INDEX" val="14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a"/>
  <p:tag name="KSO_WM_UNIT_INDEX" val="1_2_1"/>
  <p:tag name="KSO_WM_UNIT_ID" val="diagram20233329_1*l_h_a*1_2_1"/>
  <p:tag name="KSO_WM_TEMPLATE_CATEGORY" val="diagram"/>
  <p:tag name="KSO_WM_TEMPLATE_INDEX" val="20233329"/>
  <p:tag name="KSO_WM_UNIT_LAYERLEVEL" val="1_1_1"/>
  <p:tag name="KSO_WM_TAG_VERSION" val="3.0"/>
  <p:tag name="KSO_WM_UNIT_TEXT_FILL_FORE_SCHEMECOLOR_INDEX_BRIGHTNESS" val="0.15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2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7.85772705078125,&quot;width&quot;:792.28930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YPE" val="l_h_f"/>
  <p:tag name="KSO_WM_UNIT_INDEX" val="1_2_1"/>
  <p:tag name="KSO_WM_UNIT_ID" val="diagram20233329_1*l_h_f*1_2_1"/>
  <p:tag name="KSO_WM_TEMPLATE_CATEGORY" val="diagram"/>
  <p:tag name="KSO_WM_TEMPLATE_INDEX" val="20233329"/>
  <p:tag name="KSO_WM_UNIT_LAYERLEVEL" val="1_1_1"/>
  <p:tag name="KSO_WM_TAG_VERSION" val="3.0"/>
  <p:tag name="KSO_WM_UNIT_TEXT_FILL_FORE_SCHEMECOLOR_INDEX_BRIGHTNESS" val="0.15"/>
  <p:tag name="KSO_WM_UNIT_TEXT_TYPE" val="1"/>
  <p:tag name="KSO_WM_UNIT_TEXT_LAYER_COUNT" val="1"/>
  <p:tag name="KSO_WM_BEAUTIFY_FLAG" val="#wm#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SLIDE_ID" val="diagram20233329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792.289*387.858"/>
  <p:tag name="KSO_WM_SLIDE_POSITION" val="83.1354*130.947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0239"/>
  <p:tag name="KSO_WM_SLIDE_LAYOUT" val="a_l"/>
  <p:tag name="KSO_WM_SLIDE_LAYOUT_CNT" val="1_1"/>
</p:tagLst>
</file>

<file path=ppt/tags/tag209.xml><?xml version="1.0" encoding="utf-8"?>
<p:tagLst xmlns:p="http://schemas.openxmlformats.org/presentationml/2006/main">
  <p:tag name="KSO_WM_UNIT_VALUE" val="1904*157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04_1*d*1"/>
  <p:tag name="KSO_WM_TEMPLATE_CATEGORY" val="custom"/>
  <p:tag name="KSO_WM_TEMPLATE_INDEX" val="20231804"/>
  <p:tag name="KSO_WM_UNIT_LAYERLEVEL" val="1"/>
  <p:tag name="KSO_WM_TAG_VERSION" val="3.0"/>
  <p:tag name="KSO_WM_BEAUTIFY_FLAG" val="#wm#"/>
  <p:tag name="KSO_WM_UNIT_PICTURE_SUBTYPE" val="b"/>
  <p:tag name="MH_PIC_SOURCE_TYPE" val="generate_slide_ai*{&quot;ai_type&quot;:&quot;generate_ppt&quot;,&quot;id&quot;:&quot;&quot;}*auto_ai_ai_v2.0.9_ONLINE*1743256045509_31.73_1a968d1fdd85-slide-5"/>
  <p:tag name="KSO_WM_UNIT_USESOURCEFORMAT_APPLY" val="0"/>
</p:tagLst>
</file>

<file path=ppt/tags/tag2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804"/>
  <p:tag name="KSO_WM_UNIT_ID" val="custom20231804_1*a*1"/>
  <p:tag name="KSO_WM_UNIT_TEXT_FILL_FORE_SCHEMECOLOR_INDEX" val="13"/>
  <p:tag name="KSO_WM_UNIT_TEXT_FILL_TYPE" val="1"/>
  <p:tag name="KSO_WM_UNIT_USESOURCEFORMAT_APPLY" val="0"/>
  <p:tag name="KSO_WM_UNIT_TEXT_TYPE" val="1"/>
  <p:tag name="KSO_WM_UNIT_PRESET_TEXT" val="单击此处添加标题"/>
</p:tagLst>
</file>

<file path=ppt/tags/tag2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59_1*l_h_f*1_1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请尽量言简意赅的阐述观点。单击输入您的项正文，请尽量言简意赅的阐述观点。"/>
  <p:tag name="KSO_WM_UNIT_TEXT_FILL_FORE_SCHEMECOLOR_INDEX" val="1"/>
  <p:tag name="KSO_WM_UNIT_TEXT_FILL_TYPE" val="1"/>
  <p:tag name="KSO_WM_UNIT_USESOURCEFORMAT_APPLY" val="0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59_1*l_h_a*1_1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1759_1*l_h_i*1_1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59_1*l_h_a*1_2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1759_1*l_h_i*1_2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59_1*l_h_f*1_2_1"/>
  <p:tag name="KSO_WM_TEMPLATE_CATEGORY" val="diagram"/>
  <p:tag name="KSO_WM_TEMPLATE_INDEX" val="20231759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5,&quot;width&quot;:41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请尽量言简意赅的阐述观点。单击输入您的项正文，请尽量言简意赅的阐述观点。"/>
  <p:tag name="KSO_WM_UNIT_TEXT_FILL_FORE_SCHEMECOLOR_INDEX" val="1"/>
  <p:tag name="KSO_WM_UNIT_TEXT_FILL_TYPE" val="1"/>
  <p:tag name="KSO_WM_UNIT_USESOURCEFORMAT_APPLY" val="0"/>
</p:tagLst>
</file>

<file path=ppt/tags/tag217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55.2646*135.9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0239"/>
  <p:tag name="KSO_WM_TEMPLATE_SUBCATEGORY" val="0"/>
  <p:tag name="KSO_WM_SLIDE_INDEX" val="1"/>
  <p:tag name="KSO_WM_TAG_VERSION" val="3.0"/>
  <p:tag name="KSO_WM_SLIDE_ID" val="custom20231804_1"/>
  <p:tag name="KSO_WM_SLIDE_ITEM_CNT" val="3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2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2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2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2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34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0239"/>
  <p:tag name="KSO_WM_SLIDE_LAYOUT" val="a_l"/>
  <p:tag name="KSO_WM_SLIDE_LAYOUT_CNT" val="1_1"/>
  <p:tag name="KSO_WM_SPECIAL_SOURCE" val="bdnull"/>
</p:tagLst>
</file>

<file path=ppt/tags/tag2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1812_1*a*1"/>
  <p:tag name="KSO_WM_TEMPLATE_CATEGORY" val="custom"/>
  <p:tag name="KSO_WM_TEMPLATE_INDEX" val="20231812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236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12_1*d*1"/>
  <p:tag name="KSO_WM_TEMPLATE_CATEGORY" val="custom"/>
  <p:tag name="KSO_WM_TEMPLATE_INDEX" val="20231812"/>
  <p:tag name="KSO_WM_UNIT_LAYERLEVEL" val="1"/>
  <p:tag name="KSO_WM_TAG_VERSION" val="3.0"/>
  <p:tag name="KSO_WM_UNIT_LINE_FORE_SCHEMECOLOR_INDEX" val="1"/>
  <p:tag name="KSO_WM_UNIT_LINE_FILL_TYPE" val="2"/>
  <p:tag name="KSO_WM_UNIT_USESOURCEFORMAT_APPLY" val="0"/>
  <p:tag name="KSO_WM_UNIT_PICTURE_SUBTYPE" val="b"/>
  <p:tag name="MH_PIC_SOURCE_TYPE" val="generate_slide_ai*{&quot;ai_type&quot;:&quot;generate_ppt&quot;,&quot;id&quot;:&quot;&quot;}*auto_ai_ai_v2.0.9_ONLINE*1743256045509_31.73_1a968d1fdd85-slide-7"/>
  <p:tag name="KSO_WM_UNIT_FILL_FORE_SCHEMECOLOR_INDEX" val="5"/>
  <p:tag name="KSO_WM_UNIT_FILL_TYPE" val="1"/>
</p:tagLst>
</file>

<file path=ppt/tags/tag2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51_1*l_h_f*1_1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。单击此处输入智能图形项正文具体内容，文字是您思想的提炼。"/>
  <p:tag name="KSO_WM_UNIT_TEXT_FILL_FORE_SCHEMECOLOR_INDEX" val="1"/>
  <p:tag name="KSO_WM_UNIT_TEXT_FILL_TYPE" val="1"/>
  <p:tag name="KSO_WM_UNIT_USESOURCEFORMAT_APPLY" val="0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51_1*l_h_a*1_1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151_1*l_h_i*1_1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2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51_1*l_h_f*1_2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。单击此处输入您的智能图形项正文，文字是您思想的提炼。"/>
  <p:tag name="KSO_WM_UNIT_TEXT_FILL_FORE_SCHEMECOLOR_INDEX" val="1"/>
  <p:tag name="KSO_WM_UNIT_TEXT_FILL_TYPE" val="1"/>
  <p:tag name="KSO_WM_UNIT_USESOURCEFORMAT_APPLY" val="0"/>
</p:tagLst>
</file>

<file path=ppt/tags/tag2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51_1*l_h_a*1_2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151_1*l_h_i*1_2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243.xml><?xml version="1.0" encoding="utf-8"?>
<p:tagLst xmlns:p="http://schemas.openxmlformats.org/presentationml/2006/main">
  <p:tag name="KSO_WM_SLIDE_ID" val="custom20231812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picTxt"/>
  <p:tag name="KSO_WM_SLIDE_SIZE" val="414.6*361.249"/>
  <p:tag name="KSO_WM_SLIDE_POSITION" val="55.5*124.401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4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9_9*e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2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9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246.xml><?xml version="1.0" encoding="utf-8"?>
<p:tagLst xmlns:p="http://schemas.openxmlformats.org/presentationml/2006/main">
  <p:tag name="KSO_WM_SLIDE_ID" val="custom2023023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76.7&quot;,&quot;top&quot;:&quot;137.1&quot;,&quot;width&quot;:&quot;545.55&quot;,&quot;height&quot;:&quot;265.8&quot;}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44_3*a*1"/>
  <p:tag name="KSO_WM_TEMPLATE_CATEGORY" val="diagram"/>
  <p:tag name="KSO_WM_TEMPLATE_INDEX" val="2023314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1_2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6499999761581421,&quot;transparency&quot;:0.800000011920929}],&quot;type&quot;:3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d*1_1_1"/>
  <p:tag name="KSO_WM_TEMPLATE_CATEGORY" val="diagram"/>
  <p:tag name="KSO_WM_TEMPLATE_INDEX" val="20233144"/>
  <p:tag name="KSO_WM_UNIT_LAYERLEVEL" val="1_1_1"/>
  <p:tag name="KSO_WM_TAG_VERSION" val="3.0"/>
  <p:tag name="KSO_WM_UNIT_TYPE" val="l_h_d"/>
  <p:tag name="KSO_WM_UNIT_INDEX" val="1_1_1"/>
  <p:tag name="KSO_WM_UNIT_VALUE" val="599*382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9"/>
  <p:tag name="KSO_WM_UNIT_LINE_FILL_TYPE" val="2"/>
  <p:tag name="KSO_WM_UNIT_SHADOW_SCHEMECOLOR_INDEX" val="5"/>
  <p:tag name="KSO_WM_UNIT_USESOURCEFORMAT_APPLY" val="0"/>
</p:tagLst>
</file>

<file path=ppt/tags/tag2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4_3*l_h_f*1_1_1"/>
  <p:tag name="KSO_WM_TEMPLATE_CATEGORY" val="diagram"/>
  <p:tag name="KSO_WM_TEMPLATE_INDEX" val="20233144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输入您的正文，文字是您思想的提炼，请尽量言简意赅的阐述观点，单击此处输入智能图形正文"/>
  <p:tag name="KSO_WM_UNIT_TEXT_FILL_FORE_SCHEMECOLOR_INDEX" val="1"/>
  <p:tag name="KSO_WM_UNIT_TEXT_FILL_TYPE" val="1"/>
  <p:tag name="KSO_WM_UNIT_USESOURCEFORMAT_APPLY" val="0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4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44_3*l_h_a*1_1_1"/>
  <p:tag name="KSO_WM_UNIT_INDEX" val="1_1_1"/>
  <p:tag name="KSO_WM_DIAGRAM_GROUP_CODE" val="l1-1"/>
  <p:tag name="KSO_WM_UNIT_TEXT_TYPE" val="1"/>
  <p:tag name="KSO_WM_DIAGRAM_VERSION" val="3"/>
  <p:tag name="KSO_WM_DIAGRAM_COLOR_TRICK" val="1"/>
  <p:tag name="KSO_WM_DIAGRAM_COLOR_TEXT_CAN_REMOVE" val="n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1_1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7400000095367432}],&quot;type&quot;:2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SHADOW_SCHEMECOLOR_INDEX" val="5"/>
  <p:tag name="KSO_WM_UNIT_USESOURCEFORMAT_APPLY" val="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2_2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6499999761581421,&quot;transparency&quot;:0.800000011920929}],&quot;type&quot;:3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d*1_2_1"/>
  <p:tag name="KSO_WM_TEMPLATE_CATEGORY" val="diagram"/>
  <p:tag name="KSO_WM_TEMPLATE_INDEX" val="20233144"/>
  <p:tag name="KSO_WM_UNIT_LAYERLEVEL" val="1_1_1"/>
  <p:tag name="KSO_WM_TAG_VERSION" val="3.0"/>
  <p:tag name="KSO_WM_UNIT_TYPE" val="l_h_d"/>
  <p:tag name="KSO_WM_UNIT_INDEX" val="1_2_1"/>
  <p:tag name="KSO_WM_UNIT_VALUE" val="599*382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9"/>
  <p:tag name="KSO_WM_UNIT_LINE_FILL_TYPE" val="2"/>
  <p:tag name="KSO_WM_UNIT_SHADOW_SCHEMECOLOR_INDEX" val="5"/>
  <p:tag name="KSO_WM_UNIT_USESOURCEFORMAT_APPLY" val="0"/>
</p:tagLst>
</file>

<file path=ppt/tags/tag25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4_3*l_h_f*1_2_1"/>
  <p:tag name="KSO_WM_TEMPLATE_CATEGORY" val="diagram"/>
  <p:tag name="KSO_WM_TEMPLATE_INDEX" val="20233144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输入正文，文字是您思想的提炼，请尽量言简意赅的阐述观点，单击此处输入智能图形正文"/>
  <p:tag name="KSO_WM_UNIT_TEXT_FILL_FORE_SCHEMECOLOR_INDEX" val="1"/>
  <p:tag name="KSO_WM_UNIT_TEXT_FILL_TYPE" val="1"/>
  <p:tag name="KSO_WM_UNIT_USESOURCEFORMAT_APPLY" val="0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4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44_3*l_h_a*1_2_1"/>
  <p:tag name="KSO_WM_UNIT_INDEX" val="1_2_1"/>
  <p:tag name="KSO_WM_DIAGRAM_GROUP_CODE" val="l1-1"/>
  <p:tag name="KSO_WM_UNIT_TEXT_TYPE" val="1"/>
  <p:tag name="KSO_WM_DIAGRAM_VERSION" val="3"/>
  <p:tag name="KSO_WM_DIAGRAM_COLOR_TRICK" val="1"/>
  <p:tag name="KSO_WM_DIAGRAM_COLOR_TEXT_CAN_REMOVE" val="n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2_1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7400000095367432}],&quot;type&quot;:2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SHADOW_SCHEMECOLOR_INDEX" val="5"/>
  <p:tag name="KSO_WM_UNIT_USESOURCEFORMAT_APPLY" val="0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3_2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6499999761581421,&quot;transparency&quot;:0.800000011920929}],&quot;type&quot;:3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44_3*l_h_f*1_3_1"/>
  <p:tag name="KSO_WM_TEMPLATE_CATEGORY" val="diagram"/>
  <p:tag name="KSO_WM_TEMPLATE_INDEX" val="20233144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输入正文具体内容，文字是您思想的提炼，请尽量言简意赅的阐述观点，单击此处输入智能图形正文"/>
  <p:tag name="KSO_WM_UNIT_TEXT_FILL_FORE_SCHEMECOLOR_INDEX" val="1"/>
  <p:tag name="KSO_WM_UNIT_TEXT_FILL_TYPE" val="1"/>
  <p:tag name="KSO_WM_UNIT_USESOURCEFORMAT_APPLY" val="0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4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44_3*l_h_a*1_3_1"/>
  <p:tag name="KSO_WM_UNIT_INDEX" val="1_3_1"/>
  <p:tag name="KSO_WM_DIAGRAM_GROUP_CODE" val="l1-1"/>
  <p:tag name="KSO_WM_UNIT_TEXT_TYPE" val="1"/>
  <p:tag name="KSO_WM_DIAGRAM_VERSION" val="3"/>
  <p:tag name="KSO_WM_DIAGRAM_COLOR_TRICK" val="1"/>
  <p:tag name="KSO_WM_DIAGRAM_COLOR_TEXT_CAN_REMOVE" val="n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3_1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7400000095367432}],&quot;type&quot;:2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SHADOW_SCHEMECOLOR_INDEX" val="5"/>
  <p:tag name="KSO_WM_UNIT_USESOURCEFORMAT_APPLY" val="0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4_2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6499999761581421,&quot;transparency&quot;:0.800000011920929}],&quot;type&quot;:3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d*1_4_1"/>
  <p:tag name="KSO_WM_TEMPLATE_CATEGORY" val="diagram"/>
  <p:tag name="KSO_WM_TEMPLATE_INDEX" val="20233144"/>
  <p:tag name="KSO_WM_UNIT_LAYERLEVEL" val="1_1_1"/>
  <p:tag name="KSO_WM_TAG_VERSION" val="3.0"/>
  <p:tag name="KSO_WM_UNIT_TYPE" val="l_h_d"/>
  <p:tag name="KSO_WM_UNIT_INDEX" val="1_4_1"/>
  <p:tag name="KSO_WM_UNIT_VALUE" val="599*382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9"/>
  <p:tag name="KSO_WM_UNIT_LINE_FILL_TYPE" val="2"/>
  <p:tag name="KSO_WM_UNIT_SHADOW_SCHEMECOLOR_INDEX" val="5"/>
  <p:tag name="KSO_WM_UNIT_USESOURCEFORMAT_APPLY" val="0"/>
</p:tagLst>
</file>

<file path=ppt/tags/tag2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144_3*l_h_f*1_4_1"/>
  <p:tag name="KSO_WM_TEMPLATE_CATEGORY" val="diagram"/>
  <p:tag name="KSO_WM_TEMPLATE_INDEX" val="20233144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输入正文内容，文字是您思想的提炼，请言简意赅的阐述观点，单击此处输入智能图形正文"/>
  <p:tag name="KSO_WM_UNIT_TEXT_FILL_FORE_SCHEMECOLOR_INDEX" val="1"/>
  <p:tag name="KSO_WM_UNIT_TEXT_FILL_TYPE" val="1"/>
  <p:tag name="KSO_WM_UNIT_USESOURCEFORMAT_APPLY" val="0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4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44_3*l_h_a*1_4_1"/>
  <p:tag name="KSO_WM_UNIT_INDEX" val="1_4_1"/>
  <p:tag name="KSO_WM_DIAGRAM_GROUP_CODE" val="l1-1"/>
  <p:tag name="KSO_WM_UNIT_TEXT_TYPE" val="1"/>
  <p:tag name="KSO_WM_DIAGRAM_VERSION" val="3"/>
  <p:tag name="KSO_WM_DIAGRAM_COLOR_TRICK" val="1"/>
  <p:tag name="KSO_WM_DIAGRAM_COLOR_TEXT_CAN_REMOVE" val="n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3*l_h_i*1_4_1"/>
  <p:tag name="KSO_WM_TEMPLATE_CATEGORY" val="diagram"/>
  <p:tag name="KSO_WM_TEMPLATE_INDEX" val="20233144"/>
  <p:tag name="KSO_WM_UNIT_LAYERLEVEL" val="1_1_1"/>
  <p:tag name="KSO_WM_TAG_VERSION" val="3.0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7400000095367432}],&quot;type&quot;:2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SHADOW_SCHEMECOLOR_INDEX" val="5"/>
  <p:tag name="KSO_WM_UNIT_USESOURCEFORMAT_APPLY" val="0"/>
</p:tagLst>
</file>

<file path=ppt/tags/tag267.xml><?xml version="1.0" encoding="utf-8"?>
<p:tagLst xmlns:p="http://schemas.openxmlformats.org/presentationml/2006/main">
  <p:tag name="KSO_WM_SLIDE_ID" val="diagram20233144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diag"/>
  <p:tag name="KSO_WM_SLIDE_SIZE" val="850.1*366.5"/>
  <p:tag name="KSO_WM_SLIDE_POSITION" val="54.9*125.9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68.xml><?xml version="1.0" encoding="utf-8"?>
<p:tagLst xmlns:p="http://schemas.openxmlformats.org/presentationml/2006/main">
  <p:tag name="KSO_WM_UNIT_VALUE" val="1904*167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922_1*d*1"/>
  <p:tag name="KSO_WM_TEMPLATE_CATEGORY" val="custom"/>
  <p:tag name="KSO_WM_TEMPLATE_INDEX" val="20231922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0"/>
  <p:tag name="KSO_WM_UNIT_PICTURE_SUBTYPE" val="b"/>
  <p:tag name="MH_PIC_SOURCE_TYPE" val="generate_slide_ai*{&quot;ai_type&quot;:&quot;generate_ppt&quot;,&quot;id&quot;:&quot;&quot;}*auto_ai_ai_v2.0.9_ONLINE*1743256045509_31.73_1a968d1fdd85-slide-10"/>
</p:tagLst>
</file>

<file path=ppt/tags/tag2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922"/>
  <p:tag name="KSO_WM_UNIT_ID" val="custom20231922_1*a*1"/>
  <p:tag name="KSO_WM_UNIT_TEXT_FILL_FORE_SCHEMECOLOR_INDEX" val="13"/>
  <p:tag name="KSO_WM_UNIT_TEXT_FILL_TYPE" val="1"/>
  <p:tag name="KSO_WM_UNIT_USESOURCEFORMAT_APPLY" val="0"/>
  <p:tag name="KSO_WM_UNIT_TEXT_TYPE" val="1"/>
  <p:tag name="KSO_WM_UNIT_PRESET_TEXT" val="单击此处添加标题"/>
</p:tagLst>
</file>

<file path=ppt/tags/tag2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27_1*l_h_a*1_1_1"/>
  <p:tag name="KSO_WM_TEMPLATE_CATEGORY" val="diagram"/>
  <p:tag name="KSO_WM_TEMPLATE_INDEX" val="2023312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5.9188232421875,&quot;width&quot;:371.812438964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8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27_1*l_h_f*1_1_1"/>
  <p:tag name="KSO_WM_TEMPLATE_CATEGORY" val="diagram"/>
  <p:tag name="KSO_WM_TEMPLATE_INDEX" val="2023312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5.9188232421875,&quot;width&quot;:371.812438964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2"/>
  <p:tag name="KSO_WM_UNIT_PRESET_TEXT" val="单击此处输入你的项正文，文字是您思想的提炼，请尽量言简意赅的阐述。单击此处输入你的项正文，文字是您思想的提炼，请尽量言简意赅的阐述。单击此处输入你的项正文，请尽量言简意赅的阐述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27_1*l_h_a*1_2_1"/>
  <p:tag name="KSO_WM_TEMPLATE_CATEGORY" val="diagram"/>
  <p:tag name="KSO_WM_TEMPLATE_INDEX" val="2023312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5.9188232421875,&quot;width&quot;:371.812438964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8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27_1*l_h_f*1_2_1"/>
  <p:tag name="KSO_WM_TEMPLATE_CATEGORY" val="diagram"/>
  <p:tag name="KSO_WM_TEMPLATE_INDEX" val="2023312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5.9188232421875,&quot;width&quot;:371.812438964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2"/>
  <p:tag name="KSO_WM_UNIT_PRESET_TEXT" val="单击此处输入你的项正文，文字是您思想的提炼，请尽量言简意赅的阐述。单击此处输入你的项正文，文字是您思想的提炼，请尽量言简意赅的阐述。单击此处输入你的项正文，请尽量言简意赅的阐述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4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71.8*324.75"/>
  <p:tag name="KSO_WM_SLIDE_POSITION" val="534.494*165.119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0239"/>
  <p:tag name="KSO_WM_TEMPLATE_SUBCATEGORY" val="0"/>
  <p:tag name="KSO_WM_SLIDE_INDEX" val="1"/>
  <p:tag name="KSO_WM_TAG_VERSION" val="3.0"/>
  <p:tag name="KSO_WM_SLIDE_ID" val="custom20231922_1"/>
  <p:tag name="KSO_WM_SLIDE_ITEM_CNT" val="3"/>
</p:tagLst>
</file>

<file path=ppt/tags/tag2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35_3*a*1"/>
  <p:tag name="KSO_WM_TEMPLATE_CATEGORY" val="diagram"/>
  <p:tag name="KSO_WM_TEMPLATE_INDEX" val="2023333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i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i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i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35_2*l_h_f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正文，文字是思想的提炼，请言简意赅的阐述观点，单击此处输入项正文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335_2*l_h_a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7"/>
  <p:tag name="KSO_WM_UNIT_PRESET_TEXT" val="单击此处添加&#10;智能图形项标题"/>
  <p:tag name="KSO_WM_UNIT_TEXT_TYPE" val="1"/>
  <p:tag name="KSO_WM_UNIT_USESOURCEFORMAT_APPLY" val="0"/>
</p:tagLst>
</file>

<file path=ppt/tags/tag2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335_2*l_h_f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正文，文字是思想的提炼，请言简意赅的阐述观点，单击此处输入项正文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335_2*l_h_a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7"/>
  <p:tag name="KSO_WM_UNIT_PRESET_TEXT" val="单击此处添加&#10;智能图形项标题"/>
  <p:tag name="KSO_WM_UNIT_TEXT_TYPE" val="1"/>
  <p:tag name="KSO_WM_UNIT_USESOURCEFORMAT_APPLY" val="0"/>
</p:tagLst>
</file>

<file path=ppt/tags/tag2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335_2*l_h_f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正文，文字是思想的提炼，请言简意赅的阐述观点，单击此处输入项正文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335_2*l_h_a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7"/>
  <p:tag name="KSO_WM_UNIT_PRESET_TEXT" val="单击此处添加&#10;智能图形项标题"/>
  <p:tag name="KSO_WM_UNIT_TEXT_TYPE" val="1"/>
  <p:tag name="KSO_WM_UNIT_USESOURCEFORMAT_APPLY" val="0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1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VALUE" val="620*620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PICTURE_SUBTYPE" val="b"/>
  <p:tag name="MH_PIC_SOURCE_TYPE" val="generate_slide_ai*{&quot;ai_type&quot;:&quot;generate_ppt&quot;,&quot;id&quot;:&quot;&quot;}*auto_ai_ai_v2.0.9_ONLINE*1743256045509_31.73_1a968d1fdd85-slide-11"/>
  <p:tag name="KSO_WM_UNIT_LINE_FILL_TYPE" val="2"/>
  <p:tag name="KSO_WM_UNIT_USESOURCEFORMAT_APPLY" val="0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2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VALUE" val="620*620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PICTURE_SUBTYPE" val="b"/>
  <p:tag name="MH_PIC_SOURCE_TYPE" val="generate_slide_ai*{&quot;ai_type&quot;:&quot;generate_ppt&quot;,&quot;id&quot;:&quot;&quot;}*auto_ai_ai_v2.0.9_ONLINE*1743256045509_31.73_1a968d1fdd85-slide-11"/>
  <p:tag name="KSO_WM_UNIT_LINE_FILL_TYPE" val="2"/>
  <p:tag name="KSO_WM_UNIT_USESOURCEFORMAT_APPLY" val="0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3_1"/>
  <p:tag name="KSO_WM_TEMPLATE_CATEGORY" val="diagram"/>
  <p:tag name="KSO_WM_TEMPLATE_INDEX" val="20233335"/>
  <p:tag name="KSO_WM_UNIT_LAYERLEVEL" val="1_1_1"/>
  <p:tag name="KSO_WM_TAG_VERSION" val="3.0"/>
  <p:tag name="KSO_WM_BEAUTIFY_FLAG" val="#wm#"/>
  <p:tag name="KSO_WM_UNIT_VALUE" val="620*620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PICTURE_SUBTYPE" val="b"/>
  <p:tag name="MH_PIC_SOURCE_TYPE" val="generate_slide_ai*{&quot;ai_type&quot;:&quot;generate_ppt&quot;,&quot;id&quot;:&quot;&quot;}*auto_ai_ai_v2.0.9_ONLINE*1743256045509_31.73_1a968d1fdd85-slide-11"/>
  <p:tag name="KSO_WM_UNIT_LINE_FILL_TYPE" val="2"/>
  <p:tag name="KSO_WM_UNIT_USESOURCEFORMAT_APPLY" val="0"/>
</p:tagLst>
</file>

<file path=ppt/tags/tag288.xml><?xml version="1.0" encoding="utf-8"?>
<p:tagLst xmlns:p="http://schemas.openxmlformats.org/presentationml/2006/main">
  <p:tag name="KSO_WM_SLIDE_ID" val="diagram20233335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diag"/>
  <p:tag name="KSO_WM_SLIDE_SIZE" val="849.95*352.7"/>
  <p:tag name="KSO_WM_SLIDE_POSITION" val="54.75*140.3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8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9_9*e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9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291.xml><?xml version="1.0" encoding="utf-8"?>
<p:tagLst xmlns:p="http://schemas.openxmlformats.org/presentationml/2006/main">
  <p:tag name="KSO_WM_SLIDE_ID" val="custom2023023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76.7&quot;,&quot;top&quot;:&quot;137.1&quot;,&quot;width&quot;:&quot;545.55&quot;,&quot;height&quot;:&quot;265.8&quot;}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11_1*i*1"/>
  <p:tag name="KSO_WM_TEMPLATE_CATEGORY" val="custom"/>
  <p:tag name="KSO_WM_TEMPLATE_INDEX" val="20232411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93.xml><?xml version="1.0" encoding="utf-8"?>
<p:tagLst xmlns:p="http://schemas.openxmlformats.org/presentationml/2006/main">
  <p:tag name="KSO_WM_UNIT_VALUE" val="1903*17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2411_1*d*1"/>
  <p:tag name="KSO_WM_TEMPLATE_CATEGORY" val="custom"/>
  <p:tag name="KSO_WM_TEMPLATE_INDEX" val="20232411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  <p:tag name="KSO_WM_UNIT_PICTURE_SUBTYPE" val="a"/>
  <p:tag name="MH_PIC_SOURCE_TYPE" val="generate_slide_ai*{&quot;ai_type&quot;:&quot;generate_ppt&quot;,&quot;id&quot;:&quot;&quot;}*auto_ai_ai_v2.0.9_ONLINE*1743256045509_31.73_1a968d1fdd85-slide-13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2411_1*i*2"/>
  <p:tag name="KSO_WM_TEMPLATE_CATEGORY" val="custom"/>
  <p:tag name="KSO_WM_TEMPLATE_INDEX" val="20232411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2411"/>
  <p:tag name="KSO_WM_UNIT_ID" val="custom20232411_1*a*1"/>
  <p:tag name="KSO_WM_UNIT_TEXT_FILL_FORE_SCHEMECOLOR_INDEX" val="13"/>
  <p:tag name="KSO_WM_UNIT_TEXT_FILL_TYPE" val="1"/>
  <p:tag name="KSO_WM_UNIT_USESOURCEFORMAT_APPLY" val="0"/>
  <p:tag name="KSO_WM_UNIT_PRESET_TEXT" val="单击此处添加标题"/>
  <p:tag name="KSO_WM_UNIT_TEXT_TYPE" val="1"/>
</p:tagLst>
</file>

<file path=ppt/tags/tag2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10_1*l_h_f*1_1_1"/>
  <p:tag name="KSO_WM_TEMPLATE_CATEGORY" val="diagram"/>
  <p:tag name="KSO_WM_TEMPLATE_INDEX" val="2023241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9.86810302734375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文本具体内容，简明扼要地阐述您的观点。根据需要可酌情增减文字，以便观者准确地理解您传达的思想，单击此处添加文本具体内容"/>
  <p:tag name="KSO_WM_UNIT_TEXT_FILL_FORE_SCHEMECOLOR_INDEX" val="1"/>
  <p:tag name="KSO_WM_UNIT_TEXT_FILL_TYPE" val="1"/>
  <p:tag name="KSO_WM_UNIT_USESOURCEFORMAT_APPLY" val="0"/>
</p:tagLst>
</file>

<file path=ppt/tags/tag2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10_1*l_h_a*1_1_1"/>
  <p:tag name="KSO_WM_TEMPLATE_CATEGORY" val="diagram"/>
  <p:tag name="KSO_WM_TEMPLATE_INDEX" val="2023241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9.86810302734375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29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10_1*l_h_f*1_2_1"/>
  <p:tag name="KSO_WM_TEMPLATE_CATEGORY" val="diagram"/>
  <p:tag name="KSO_WM_TEMPLATE_INDEX" val="2023241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9.86810302734375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文本具体内容，简明扼要地阐述您的观点。根据需要可酌情增减文字，以便观者准确地理解您传达的思想，单击此处添加文本具体内容"/>
  <p:tag name="KSO_WM_UNIT_TEXT_FILL_FORE_SCHEMECOLOR_INDEX" val="1"/>
  <p:tag name="KSO_WM_UNIT_TEXT_FILL_TYPE" val="1"/>
  <p:tag name="KSO_WM_UNIT_USESOURCEFORMAT_APPLY" val="0"/>
</p:tagLst>
</file>

<file path=ppt/tags/tag2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10_1*l_h_a*1_2_1"/>
  <p:tag name="KSO_WM_TEMPLATE_CATEGORY" val="diagram"/>
  <p:tag name="KSO_WM_TEMPLATE_INDEX" val="20232410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9.86810302734375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00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LAYOUT" val="a_d_l"/>
  <p:tag name="KSO_WM_SLIDE_LAYOUT_CNT" val="1_1_1"/>
  <p:tag name="KSO_WM_SPECIAL_SOURCE" val="bdnull"/>
  <p:tag name="KSO_WM_SLIDE_TYPE" val="text"/>
  <p:tag name="KSO_WM_SLIDE_SIZE" val="518.283*326.843"/>
  <p:tag name="KSO_WM_SLIDE_POSITION" val="404.208*179.523"/>
  <p:tag name="KSO_WM_ASSIST_SLIDE" val="1"/>
  <p:tag name="KSO_WM_DIAGRAM_GROUP_CODE" val="l1-1"/>
  <p:tag name="KSO_WM_SLIDE_DIAGTYPE" val="l"/>
  <p:tag name="KSO_WM_SLIDE_SUBTYPE" val="picTxt"/>
  <p:tag name="KSO_WM_TEMPLATE_INDEX" val="20230239"/>
  <p:tag name="KSO_WM_TEMPLATE_SUBCATEGORY" val="0"/>
  <p:tag name="KSO_WM_SLIDE_INDEX" val="1"/>
  <p:tag name="KSO_WM_TAG_VERSION" val="3.0"/>
  <p:tag name="KSO_WM_SLIDE_ID" val="custom20232411_1"/>
  <p:tag name="KSO_WM_SLIDE_ITEM_CNT" val="2"/>
</p:tagLst>
</file>

<file path=ppt/tags/tag3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2474_1*a*1"/>
  <p:tag name="KSO_WM_TEMPLATE_CATEGORY" val="diagram"/>
  <p:tag name="KSO_WM_TEMPLATE_INDEX" val="2023247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30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4_2*l_h_f*1_3_1"/>
  <p:tag name="KSO_WM_TEMPLATE_CATEGORY" val="diagram"/>
  <p:tag name="KSO_WM_TEMPLATE_INDEX" val="20232474"/>
  <p:tag name="KSO_WM_UNIT_LAYERLEVEL" val="1_1_1"/>
  <p:tag name="KSO_WM_TAG_VERSION" val="3.0"/>
  <p:tag name="KSO_WM_UNIT_VALUE" val="45"/>
  <p:tag name="KSO_WM_DIAGRAM_MAX_ITEMCNT" val="4"/>
  <p:tag name="KSO_WM_DIAGRAM_MIN_ITEMCNT" val="2"/>
  <p:tag name="KSO_WM_DIAGRAM_VIRTUALLY_FRAME" val="{&quot;height&quot;:286.45001220703125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，根据需要可酌情增减文字内容"/>
  <p:tag name="KSO_WM_UNIT_FILL_TYPE" val="3"/>
  <p:tag name="KSO_WM_UNIT_USESOURCEFORMAT_APPLY" val="0"/>
</p:tagLst>
</file>

<file path=ppt/tags/tag30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4_2*l_h_f*1_2_1"/>
  <p:tag name="KSO_WM_TEMPLATE_CATEGORY" val="diagram"/>
  <p:tag name="KSO_WM_TEMPLATE_INDEX" val="20232474"/>
  <p:tag name="KSO_WM_UNIT_LAYERLEVEL" val="1_1_1"/>
  <p:tag name="KSO_WM_TAG_VERSION" val="3.0"/>
  <p:tag name="KSO_WM_UNIT_VALUE" val="45"/>
  <p:tag name="KSO_WM_DIAGRAM_MAX_ITEMCNT" val="4"/>
  <p:tag name="KSO_WM_DIAGRAM_MIN_ITEMCNT" val="2"/>
  <p:tag name="KSO_WM_DIAGRAM_VIRTUALLY_FRAME" val="{&quot;height&quot;:286.45001220703125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，根据需要可酌情增减文字"/>
  <p:tag name="KSO_WM_UNIT_FILL_TYPE" val="3"/>
  <p:tag name="KSO_WM_UNIT_USESOURCEFORMAT_APPLY" val="0"/>
</p:tagLst>
</file>

<file path=ppt/tags/tag30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4_2*l_h_f*1_1_1"/>
  <p:tag name="KSO_WM_TEMPLATE_CATEGORY" val="diagram"/>
  <p:tag name="KSO_WM_TEMPLATE_INDEX" val="20232474"/>
  <p:tag name="KSO_WM_UNIT_LAYERLEVEL" val="1_1_1"/>
  <p:tag name="KSO_WM_TAG_VERSION" val="3.0"/>
  <p:tag name="KSO_WM_UNIT_VALUE" val="45"/>
  <p:tag name="KSO_WM_DIAGRAM_MAX_ITEMCNT" val="4"/>
  <p:tag name="KSO_WM_DIAGRAM_MIN_ITEMCNT" val="2"/>
  <p:tag name="KSO_WM_DIAGRAM_VIRTUALLY_FRAME" val="{&quot;height&quot;:286.45001220703125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内容，简明扼要地阐述您的观点，根据需要可酌情增减文字"/>
  <p:tag name="KSO_WM_UNIT_FILL_TYPE" val="3"/>
  <p:tag name="KSO_WM_UNIT_USESOURCEFORMAT_APPLY" val="0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2474_2*l_h_i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1"/>
  <p:tag name="KSO_WM_UNIT_FILL_FORE_SCHEMECOLOR_INDEX" val="4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06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2474_2*l_h_d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"/>
  <p:tag name="MH_PIC_SOURCE_TYPE" val="generate_slide_ai*{&quot;ai_type&quot;:&quot;generate_ppt&quot;,&quot;id&quot;:&quot;&quot;}*auto_ai_ai_v2.0.9_ONLINE*1743256045509_31.73_1a968d1fdd85-slide-14"/>
  <p:tag name="KSO_WM_UNIT_LINE_FILL_TYPE" val="2"/>
  <p:tag name="KSO_WM_UNIT_USESOURCEFORMAT_APPLY" val="0"/>
</p:tagLst>
</file>

<file path=ppt/tags/tag3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4_2*l_h_a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2474_2*l_h_i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1"/>
  <p:tag name="KSO_WM_UNIT_FILL_FORE_SCHEMECOLOR_INDEX" val="4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4_2*l_h_a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10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2474_2*l_h_d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"/>
  <p:tag name="MH_PIC_SOURCE_TYPE" val="generate_slide_ai*{&quot;ai_type&quot;:&quot;generate_ppt&quot;,&quot;id&quot;:&quot;&quot;}*auto_ai_ai_v2.0.9_ONLINE*1743256045509_31.73_1a968d1fdd85-slide-14"/>
  <p:tag name="KSO_WM_UNIT_LINE_FILL_TYPE" val="2"/>
  <p:tag name="KSO_WM_UNIT_USESOURCEFORMAT_APPLY" val="0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2474_2*l_h_i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1"/>
  <p:tag name="KSO_WM_UNIT_FILL_FORE_SCHEMECOLOR_INDEX" val="4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4_2*l_h_a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13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2474_2*l_h_d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width&quot;:851.0355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"/>
  <p:tag name="MH_PIC_SOURCE_TYPE" val="generate_slide_ai*{&quot;ai_type&quot;:&quot;generate_ppt&quot;,&quot;id&quot;:&quot;&quot;}*auto_ai_ai_v2.0.9_ONLINE*1743256045509_31.73_1a968d1fdd85-slide-14"/>
  <p:tag name="KSO_WM_UNIT_LINE_FILL_TYPE" val="2"/>
  <p:tag name="KSO_WM_UNIT_USESOURCEFORMAT_APPLY" val="0"/>
</p:tagLst>
</file>

<file path=ppt/tags/tag314.xml><?xml version="1.0" encoding="utf-8"?>
<p:tagLst xmlns:p="http://schemas.openxmlformats.org/presentationml/2006/main">
  <p:tag name="KSO_WM_SLIDE_ID" val="diagram20232474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diag"/>
  <p:tag name="KSO_WM_SLIDE_SIZE" val="766.91*286.45"/>
  <p:tag name="KSO_WM_SLIDE_POSITION" val="96.545*148.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00_1*d*1"/>
  <p:tag name="KSO_WM_TEMPLATE_CATEGORY" val="custom"/>
  <p:tag name="KSO_WM_TEMPLATE_INDEX" val="20233600"/>
  <p:tag name="KSO_WM_UNIT_LAYERLEVEL" val="1"/>
  <p:tag name="KSO_WM_TAG_VERSION" val="3.0"/>
  <p:tag name="KSO_WM_BEAUTIFY_FLAG" val="#wm#"/>
  <p:tag name="KSO_WM_UNIT_VALUE" val="1904*3384"/>
  <p:tag name="KSO_WM_UNIT_PICTURE_SUBTYPE" val="a"/>
  <p:tag name="MH_PIC_SOURCE_TYPE" val="generate_slide_ai*{&quot;ai_type&quot;:&quot;generate_ppt&quot;,&quot;id&quot;:&quot;&quot;}*auto_ai_ai_v2.0.9_ONLINE*1743256045509_31.73_1a968d1fdd85-slide-15"/>
  <p:tag name="KSO_WM_UNIT_USESOURCEFORMAT_APPLY" val="0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600_1*i*2"/>
  <p:tag name="KSO_WM_TEMPLATE_CATEGORY" val="custom"/>
  <p:tag name="KSO_WM_TEMPLATE_INDEX" val="20233600"/>
  <p:tag name="KSO_WM_UNIT_LAYERLEVEL" val="1"/>
  <p:tag name="KSO_WM_TAG_VERSION" val="3.0"/>
  <p:tag name="KSO_WM_BEAUTIFY_FLAG" val="#wm#"/>
  <p:tag name="KSO_WM_UNIT_FILL_FORE_SCHEMECOLOR_INDEX" val="1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600_1*a*1"/>
  <p:tag name="KSO_WM_TEMPLATE_CATEGORY" val="custom"/>
  <p:tag name="KSO_WM_TEMPLATE_INDEX" val="2023360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660_1*l_h_i*1_2_2"/>
  <p:tag name="KSO_WM_TEMPLATE_CATEGORY" val="diagram"/>
  <p:tag name="KSO_WM_TEMPLATE_INDEX" val="20233660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660_1*l_h_i*1_1_2"/>
  <p:tag name="KSO_WM_TEMPLATE_CATEGORY" val="diagram"/>
  <p:tag name="KSO_WM_TEMPLATE_INDEX" val="20233660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660_1*l_h_f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660_1*l_h_a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0"/>
</p:tagLst>
</file>

<file path=ppt/tags/tag3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660_1*l_h_i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3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660_1*l_h_f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具体内容，简明阐述您的观点。根据需要可增减文字，以便观者准确理解您传达的思想。单击此处添加文本具体内容简明地阐述您的观点。&#10;"/>
  <p:tag name="KSO_WM_UNIT_TEXT_FILL_FORE_SCHEMECOLOR_INDEX" val="1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660_1*l_h_a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0"/>
</p:tagLst>
</file>

<file path=ppt/tags/tag3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660_1*l_h_i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113.5999984741211,&quot;width&quot;:836.7168579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326.xml><?xml version="1.0" encoding="utf-8"?>
<p:tagLst xmlns:p="http://schemas.openxmlformats.org/presentationml/2006/main">
  <p:tag name="KSO_WM_SLIDE_ID" val="custom20233600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picTxt"/>
  <p:tag name="KSO_WM_SLIDE_SIZE" val="836.717*113.503"/>
  <p:tag name="KSO_WM_SLIDE_POSITION" val="95.3*366.497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32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9_9*e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3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9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329.xml><?xml version="1.0" encoding="utf-8"?>
<p:tagLst xmlns:p="http://schemas.openxmlformats.org/presentationml/2006/main">
  <p:tag name="KSO_WM_SLIDE_ID" val="custom2023023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76.7&quot;,&quot;top&quot;:&quot;137.1&quot;,&quot;width&quot;:&quot;545.55&quot;,&quot;height&quot;:&quot;265.8&quot;}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3_3*a*1"/>
  <p:tag name="KSO_WM_TEMPLATE_CATEGORY" val="diagram"/>
  <p:tag name="KSO_WM_TEMPLATE_INDEX" val="20233143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UNIT_TYPE" val="a"/>
  <p:tag name="KSO_WM_UNIT_INDEX" val="1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UNIT_VALUE" val="405*4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143_3*l_h_d*1_1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349999994039535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17"/>
  <p:tag name="KSO_WM_UNIT_LINE_FILL_TYPE" val="2"/>
  <p:tag name="KSO_WM_UNIT_USESOURCEFORMAT_APPLY" val="0"/>
</p:tagLst>
</file>

<file path=ppt/tags/tag332.xml><?xml version="1.0" encoding="utf-8"?>
<p:tagLst xmlns:p="http://schemas.openxmlformats.org/presentationml/2006/main">
  <p:tag name="KSO_WM_UNIT_VALUE" val="405*4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143_3*l_h_d*1_2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349999994039535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17"/>
  <p:tag name="KSO_WM_UNIT_LINE_FILL_TYPE" val="2"/>
  <p:tag name="KSO_WM_UNIT_USESOURCEFORMAT_APPLY" val="0"/>
</p:tagLst>
</file>

<file path=ppt/tags/tag333.xml><?xml version="1.0" encoding="utf-8"?>
<p:tagLst xmlns:p="http://schemas.openxmlformats.org/presentationml/2006/main">
  <p:tag name="KSO_WM_UNIT_VALUE" val="405*4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3143_3*l_h_d*1_3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349999994039535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17"/>
  <p:tag name="KSO_WM_UNIT_LINE_FILL_TYPE" val="2"/>
  <p:tag name="KSO_WM_UNIT_USESOURCEFORMAT_APPLY" val="0"/>
</p:tagLst>
</file>

<file path=ppt/tags/tag334.xml><?xml version="1.0" encoding="utf-8"?>
<p:tagLst xmlns:p="http://schemas.openxmlformats.org/presentationml/2006/main">
  <p:tag name="KSO_WM_UNIT_VALUE" val="405*4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4_1"/>
  <p:tag name="KSO_WM_UNIT_ID" val="diagram20233143_3*l_h_d*1_4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349999994039535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17"/>
  <p:tag name="KSO_WM_UNIT_LINE_FILL_TYPE" val="2"/>
  <p:tag name="KSO_WM_UNIT_USESOURCEFORMAT_APPLY" val="0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43_3*l_h_a*1_2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26"/>
  <p:tag name="KSO_WM_UNIT_TEXT_TYPE" val="1"/>
  <p:tag name="KSO_WM_BEAUTIFY_FLAG" val="#wm#"/>
  <p:tag name="KSO_WM_UNIT_PRESET_TEXT" val="单击此处添加标题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3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43_3*l_h_f*1_2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68"/>
  <p:tag name="KSO_WM_UNIT_TEXT_TYPE" val="1"/>
  <p:tag name="KSO_WM_UNIT_TEXT_LAYER_COUNT" val="1"/>
  <p:tag name="KSO_WM_BEAUTIFY_FLAG" val="#wm#"/>
  <p:tag name="KSO_WM_UNIT_PRESET_TEXT" val="单击此处添加文本具体内容，简明扼要地阐述观点。根据需要可酌情增减文字"/>
  <p:tag name="KSO_WM_UNIT_TEXT_FILL_FORE_SCHEMECOLOR_INDEX" val="1"/>
  <p:tag name="KSO_WM_UNIT_TEXT_FILL_TYPE" val="1"/>
  <p:tag name="KSO_WM_UNIT_USESOURCEFORMAT_APPLY" val="0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3143_3*l_h_a*1_4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26"/>
  <p:tag name="KSO_WM_UNIT_TEXT_TYPE" val="1"/>
  <p:tag name="KSO_WM_BEAUTIFY_FLAG" val="#wm#"/>
  <p:tag name="KSO_WM_UNIT_PRESET_TEXT" val="单击此处添加标题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3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3143_3*l_h_f*1_4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68"/>
  <p:tag name="KSO_WM_UNIT_TEXT_TYPE" val="1"/>
  <p:tag name="KSO_WM_UNIT_TEXT_LAYER_COUNT" val="1"/>
  <p:tag name="KSO_WM_BEAUTIFY_FLAG" val="#wm#"/>
  <p:tag name="KSO_WM_UNIT_PRESET_TEXT" val="单击此处添加文本，简明扼要地阐述观点。根据需要可酌情增减文字"/>
  <p:tag name="KSO_WM_UNIT_TEXT_FILL_FORE_SCHEMECOLOR_INDEX" val="1"/>
  <p:tag name="KSO_WM_UNIT_TEXT_FILL_TYPE" val="1"/>
  <p:tag name="KSO_WM_UNIT_USESOURCEFORMAT_APPLY" val="0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3_3*l_h_i*1_2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l_h_i"/>
  <p:tag name="KSO_WM_UNIT_INDEX" val="1_2_1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3_3*l_h_i*1_4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l_h_i"/>
  <p:tag name="KSO_WM_UNIT_INDEX" val="1_4_1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43_3*l_h_a*1_1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26"/>
  <p:tag name="KSO_WM_UNIT_TEXT_TYPE" val="1"/>
  <p:tag name="KSO_WM_BEAUTIFY_FLAG" val="#wm#"/>
  <p:tag name="KSO_WM_UNIT_PRESET_TEXT" val="单击此处添加标题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42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43_3*l_h_f*1_1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UNIT_TEXT_LAYER_COUNT" val="1"/>
  <p:tag name="KSO_WM_BEAUTIFY_FLAG" val="#wm#"/>
  <p:tag name="KSO_WM_UNIT_PRESET_TEXT" val="单击此处添加文本，简明扼要地阐述观点。根据需要可酌情增减文字"/>
  <p:tag name="KSO_WM_UNIT_TEXT_FILL_FORE_SCHEMECOLOR_INDEX" val="1"/>
  <p:tag name="KSO_WM_UNIT_TEXT_FILL_TYPE" val="1"/>
  <p:tag name="KSO_WM_UNIT_USESOURCEFORMAT_APPLY" val="0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143_3*l_h_a*1_3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26"/>
  <p:tag name="KSO_WM_UNIT_TEXT_TYPE" val="1"/>
  <p:tag name="KSO_WM_BEAUTIFY_FLAG" val="#wm#"/>
  <p:tag name="KSO_WM_UNIT_PRESET_TEXT" val="单击此处添加标题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4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143_3*l_h_f*1_3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VALUE" val="68"/>
  <p:tag name="KSO_WM_UNIT_TEXT_TYPE" val="1"/>
  <p:tag name="KSO_WM_UNIT_TEXT_LAYER_COUNT" val="1"/>
  <p:tag name="KSO_WM_BEAUTIFY_FLAG" val="#wm#"/>
  <p:tag name="KSO_WM_UNIT_PRESET_TEXT" val="单击此处添加文本具体内容，简明扼要地阐述观点。根据需要可酌情增减文字"/>
  <p:tag name="KSO_WM_UNIT_TEXT_FILL_FORE_SCHEMECOLOR_INDEX" val="1"/>
  <p:tag name="KSO_WM_UNIT_TEXT_FILL_TYPE" val="1"/>
  <p:tag name="KSO_WM_UNIT_USESOURCEFORMAT_APPLY" val="0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3_3*l_h_i*1_1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l_h_i"/>
  <p:tag name="KSO_WM_UNIT_INDEX" val="1_1_1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3_3*l_h_i*1_3_1"/>
  <p:tag name="KSO_WM_TEMPLATE_CATEGORY" val="diagram"/>
  <p:tag name="KSO_WM_TEMPLATE_INDEX" val="202331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l_h_i"/>
  <p:tag name="KSO_WM_UNIT_INDEX" val="1_3_1"/>
  <p:tag name="KSO_WM_DIAGRAM_MAX_ITEMCNT" val="5"/>
  <p:tag name="KSO_WM_DIAGRAM_MIN_ITEMCNT" val="2"/>
  <p:tag name="KSO_WM_DIAGRAM_VIRTUALLY_FRAME" val="{&quot;height&quot;:391.5088195800781,&quot;width&quot;:799.809936523437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34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9"/>
  <p:tag name="KSO_WM_SLIDE_ID" val="diagram20233143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758.775*370.283"/>
  <p:tag name="KSO_WM_SLIDE_POSITION" val="101.1*127.023"/>
</p:tagLst>
</file>

<file path=ppt/tags/tag348.xml><?xml version="1.0" encoding="utf-8"?>
<p:tagLst xmlns:p="http://schemas.openxmlformats.org/presentationml/2006/main">
  <p:tag name="KSO_WM_UNIT_VALUE" val="1904*13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2485_1*d*1"/>
  <p:tag name="KSO_WM_TEMPLATE_CATEGORY" val="custom"/>
  <p:tag name="KSO_WM_TEMPLATE_INDEX" val="20232485"/>
  <p:tag name="KSO_WM_UNIT_LAYERLEVEL" val="1"/>
  <p:tag name="KSO_WM_TAG_VERSION" val="3.0"/>
  <p:tag name="KSO_WM_BEAUTIFY_FLAG" val="#wm#"/>
  <p:tag name="KSO_WM_UNIT_PICTURE_SUBTYPE" val="b"/>
  <p:tag name="MH_PIC_SOURCE_TYPE" val="generate_slide_ai*{&quot;ai_type&quot;:&quot;generate_ppt&quot;,&quot;id&quot;:&quot;&quot;}*auto_ai_ai_v2.0.9_ONLINE*1743256045509_31.73_1a968d1fdd85-slide-18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3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6"/>
  <p:tag name="KSO_WM_UNIT_USESOURCEFORMAT_APPLY" val="0"/>
  <p:tag name="KSO_WM_TEMPLATE_INDEX" val="20232485"/>
  <p:tag name="KSO_WM_UNIT_ID" val="custom20232485_1*a*1"/>
  <p:tag name="KSO_WM_UNIT_TEXT_TYPE" val="1"/>
  <p:tag name="KSO_WM_UNIT_PRESET_TEXT" val="单击此处添加标题"/>
  <p:tag name="KSO_WM_UNIT_TEXT_FILL_FORE_SCHEMECOLOR_INDEX" val="5"/>
  <p:tag name="KSO_WM_UNIT_TEXT_FILL_TYPE" val="1"/>
</p:tagLst>
</file>

<file path=ppt/tags/tag3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2482_1*l_h_i*1_2_3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BEAUTIFY_FLAG" val="#wm#"/>
  <p:tag name="KSO_WM_UNIT_LINE_FORE_SCHEMECOLOR_INDEX" val="5"/>
  <p:tag name="KSO_WM_UNIT_LINE_FILL_TYPE" val="2"/>
  <p:tag name="KSO_WM_UNIT_SHADOW_SCHEMECOLOR_INDEX" val="5"/>
  <p:tag name="KSO_WM_UNIT_USESOURCEFORMAT_APPLY" val="0"/>
</p:tagLst>
</file>

<file path=ppt/tags/tag3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2482_1*l_h_i*1_2_2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3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2482_1*l_h_i*1_1_2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2"/>
  <p:tag name="KSO_WM_UNIT_FILL_FORE_SCHEMECOLOR_INDEX_BRIGHTNESS" val="0"/>
  <p:tag name="KSO_WM_BEAUTIFY_FLAG" val="#wm#"/>
  <p:tag name="KSO_WM_UNIT_LINE_FORE_SCHEMECOLOR_INDEX" val="5"/>
  <p:tag name="KSO_WM_UNIT_LINE_FILL_TYPE" val="2"/>
  <p:tag name="KSO_WM_UNIT_SHADOW_SCHEMECOLOR_INDEX" val="5"/>
  <p:tag name="KSO_WM_UNIT_USESOURCEFORMAT_APPLY" val="0"/>
</p:tagLst>
</file>

<file path=ppt/tags/tag35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2482_1*l_h_i*1_1_3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3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2482_1*l_h_i*1_1_1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FILL_TYPE" val="1"/>
  <p:tag name="KSO_WM_BEAUTIFY_FLAG" val="#wm#"/>
  <p:tag name="KSO_WM_UNIT_FILL_TYPE" val="3"/>
  <p:tag name="KSO_WM_UNIT_SHADOW_SCHEMECOLOR_INDEX" val="5"/>
  <p:tag name="KSO_WM_UNIT_USESOURCEFORMAT_APPLY" val="0"/>
</p:tagLst>
</file>

<file path=ppt/tags/tag3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82_1*l_h_f*1_1_1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请尽量言简意赅的阐述观点单击此处输入你的正文，请尽量言简意赅的阐述观点"/>
  <p:tag name="KSO_WM_UNIT_TEXT_FILL_FORE_SCHEMECOLOR_INDEX" val="1"/>
  <p:tag name="KSO_WM_UNIT_TEXT_FILL_TYPE" val="1"/>
  <p:tag name="KSO_WM_UNIT_USESOURCEFORMAT_APPLY" val="0"/>
</p:tagLst>
</file>

<file path=ppt/tags/tag35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82_1*l_h_a*1_1_1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2482_1*l_h_i*1_2_1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FILL_TYPE" val="1"/>
  <p:tag name="KSO_WM_BEAUTIFY_FLAG" val="#wm#"/>
  <p:tag name="KSO_WM_UNIT_FILL_TYPE" val="3"/>
  <p:tag name="KSO_WM_UNIT_SHADOW_SCHEMECOLOR_INDEX" val="5"/>
  <p:tag name="KSO_WM_UNIT_USESOURCEFORMAT_APPLY" val="0"/>
</p:tagLst>
</file>

<file path=ppt/tags/tag3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82_1*l_h_f*1_2_1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请尽量言简意赅的阐述观点单击此处输入你的项正文，请尽量言简意赅的阐述观点"/>
  <p:tag name="KSO_WM_UNIT_TEXT_FILL_FORE_SCHEMECOLOR_INDEX" val="1"/>
  <p:tag name="KSO_WM_UNIT_TEXT_FILL_TYPE" val="1"/>
  <p:tag name="KSO_WM_UNIT_USESOURCEFORMAT_APPLY" val="0"/>
</p:tagLst>
</file>

<file path=ppt/tags/tag3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82_1*l_h_a*1_2_1"/>
  <p:tag name="KSO_WM_TEMPLATE_CATEGORY" val="diagram"/>
  <p:tag name="KSO_WM_TEMPLATE_INDEX" val="20232482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8.8500061035156,&quot;width&quot;:628.0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60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627.12*288.72"/>
  <p:tag name="KSO_WM_SLIDE_POSITION" val="225.1*171.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0239"/>
  <p:tag name="KSO_WM_TEMPLATE_SUBCATEGORY" val="0"/>
  <p:tag name="KSO_WM_SLIDE_INDEX" val="1"/>
  <p:tag name="KSO_WM_TAG_VERSION" val="3.0"/>
  <p:tag name="KSO_WM_SLIDE_ID" val="custom20232485_1"/>
  <p:tag name="KSO_WM_SLIDE_ITEM_CNT" val="2"/>
</p:tagLst>
</file>

<file path=ppt/tags/tag3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3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3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3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3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3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3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3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37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3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3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37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37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77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0239"/>
  <p:tag name="KSO_WM_SLIDE_LAYOUT" val="a_l"/>
  <p:tag name="KSO_WM_SLIDE_LAYOUT_CNT" val="1_1"/>
  <p:tag name="KSO_WM_SPECIAL_SOURCE" val="bdnull"/>
</p:tagLst>
</file>

<file path=ppt/tags/tag37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9_9*e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3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9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380.xml><?xml version="1.0" encoding="utf-8"?>
<p:tagLst xmlns:p="http://schemas.openxmlformats.org/presentationml/2006/main">
  <p:tag name="KSO_WM_SLIDE_ID" val="custom2023023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3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76.7&quot;,&quot;top&quot;:&quot;137.1&quot;,&quot;width&quot;:&quot;545.55&quot;,&quot;height&quot;:&quot;265.8&quot;}"/>
</p:tagLst>
</file>

<file path=ppt/tags/tag3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0"/>
</p:tagLst>
</file>

<file path=ppt/tags/tag382.xml><?xml version="1.0" encoding="utf-8"?>
<p:tagLst xmlns:p="http://schemas.openxmlformats.org/presentationml/2006/main">
  <p:tag name="KSO_WM_BEAUTIFY_FLAG" val="#wm#"/>
  <p:tag name="KSO_WM_UNIT_VALUE" val="1289*9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17_1*d*1"/>
  <p:tag name="KSO_WM_TEMPLATE_CATEGORY" val="custom"/>
  <p:tag name="KSO_WM_TEMPLATE_INDEX" val="20231717"/>
  <p:tag name="KSO_WM_UNIT_LAYERLEVEL" val="1"/>
  <p:tag name="KSO_WM_TAG_VERSION" val="3.0"/>
  <p:tag name="KSO_WM_UNIT_PICTURE_SUBTYPE" val="b"/>
  <p:tag name="MH_PIC_SOURCE_TYPE" val="generate_slide_ai*{&quot;ai_type&quot;:&quot;generate_ppt&quot;,&quot;id&quot;:&quot;&quot;}*auto_ai_ai_v2.0.9_ONLINE*1743256045509_31.73_1a968d1fdd85-slide-21"/>
  <p:tag name="KSO_WM_UNIT_LINE_FORE_SCHEMECOLOR_INDEX" val="5"/>
  <p:tag name="KSO_WM_UNIT_LINE_FILL_TYPE" val="2"/>
  <p:tag name="KSO_WM_UNIT_SHADOW_SCHEMECOLOR_INDEX" val="5"/>
  <p:tag name="KSO_WM_UNIT_USESOURCEFORMAT_APPLY" val="0"/>
</p:tagLst>
</file>

<file path=ppt/tags/tag3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4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87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88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4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89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90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91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78_3*l_h_f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92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78_3*l_h_f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93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78_3*l_h_f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94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678_3*l_h_f*1_4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95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0239"/>
  <p:tag name="KSO_WM_TEMPLATE_SUBCATEGORY" val="0"/>
  <p:tag name="KSO_WM_SLIDE_INDEX" val="1"/>
  <p:tag name="KSO_WM_TAG_VERSION" val="3.0"/>
  <p:tag name="KSO_WM_SLIDE_ID" val="custom20231717_1"/>
  <p:tag name="KSO_WM_SLIDE_ITEM_CNT" val="4"/>
</p:tagLst>
</file>

<file path=ppt/tags/tag3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44_3*a*1"/>
  <p:tag name="KSO_WM_TEMPLATE_CATEGORY" val="diagram"/>
  <p:tag name="KSO_WM_TEMPLATE_INDEX" val="2023314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144_1*l_h_i*1_1_2"/>
  <p:tag name="KSO_WM_TEMPLATE_CATEGORY" val="diagram"/>
  <p:tag name="KSO_WM_TEMPLATE_INDEX" val="2023314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6499999761581421,&quot;transparency&quot;:0.800000011920929}],&quot;type&quot;:3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1*l_h_d*1_1_1"/>
  <p:tag name="KSO_WM_TEMPLATE_CATEGORY" val="diagram"/>
  <p:tag name="KSO_WM_TEMPLATE_INDEX" val="20233144"/>
  <p:tag name="KSO_WM_UNIT_LAYERLEVEL" val="1_1_1"/>
  <p:tag name="KSO_WM_TAG_VERSION" val="3.0"/>
  <p:tag name="KSO_WM_UNIT_TYPE" val="l_h_d"/>
  <p:tag name="KSO_WM_UNIT_INDEX" val="1_1_1"/>
  <p:tag name="KSO_WM_UNIT_VALUE" val="878*56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22"/>
  <p:tag name="KSO_WM_UNIT_LINE_FILL_TYPE" val="2"/>
  <p:tag name="KSO_WM_UNIT_SHADOW_SCHEMECOLOR_INDEX" val="5"/>
  <p:tag name="KSO_WM_UNIT_USESOURCEFORMAT_APPLY" val="0"/>
</p:tagLst>
</file>

<file path=ppt/tags/tag39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4_1*l_h_f*1_1_1"/>
  <p:tag name="KSO_WM_TEMPLATE_CATEGORY" val="diagram"/>
  <p:tag name="KSO_WM_TEMPLATE_INDEX" val="20233144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4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4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44_1*l_h_a*1_1_1"/>
  <p:tag name="KSO_WM_UNIT_INDEX" val="1_1_1"/>
  <p:tag name="KSO_WM_DIAGRAM_GROUP_CODE" val="l1-1"/>
  <p:tag name="KSO_WM_UNIT_TEXT_TYPE" val="1"/>
  <p:tag name="KSO_WM_DIAGRAM_VERSION" val="3"/>
  <p:tag name="KSO_WM_DIAGRAM_COLOR_TRICK" val="1"/>
  <p:tag name="KSO_WM_DIAGRAM_COLOR_TEXT_CAN_REMOVE" val="n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144_1*l_h_i*1_1_1"/>
  <p:tag name="KSO_WM_TEMPLATE_CATEGORY" val="diagram"/>
  <p:tag name="KSO_WM_TEMPLATE_INDEX" val="2023314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7400000095367432}],&quot;type&quot;:2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SHADOW_SCHEMECOLOR_INDEX" val="5"/>
  <p:tag name="KSO_WM_UNIT_USESOURCEFORMAT_APPLY" val="0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144_1*l_h_i*1_2_2"/>
  <p:tag name="KSO_WM_TEMPLATE_CATEGORY" val="diagram"/>
  <p:tag name="KSO_WM_TEMPLATE_INDEX" val="2023314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6499999761581421,&quot;transparency&quot;:0.800000011920929}],&quot;type&quot;:3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1*l_h_d*1_2_1"/>
  <p:tag name="KSO_WM_TEMPLATE_CATEGORY" val="diagram"/>
  <p:tag name="KSO_WM_TEMPLATE_INDEX" val="20233144"/>
  <p:tag name="KSO_WM_UNIT_LAYERLEVEL" val="1_1_1"/>
  <p:tag name="KSO_WM_TAG_VERSION" val="3.0"/>
  <p:tag name="KSO_WM_UNIT_TYPE" val="l_h_d"/>
  <p:tag name="KSO_WM_UNIT_INDEX" val="1_2_1"/>
  <p:tag name="KSO_WM_UNIT_VALUE" val="878*56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&quot;}*auto_ai_ai_v2.0.9_ONLINE*1743256045509_31.73_1a968d1fdd85-slide-22"/>
  <p:tag name="KSO_WM_UNIT_LINE_FILL_TYPE" val="2"/>
  <p:tag name="KSO_WM_UNIT_SHADOW_SCHEMECOLOR_INDEX" val="5"/>
  <p:tag name="KSO_WM_UNIT_USESOURCEFORMAT_APPLY" val="0"/>
</p:tagLst>
</file>

<file path=ppt/tags/tag4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4_1*l_h_f*1_2_1"/>
  <p:tag name="KSO_WM_TEMPLATE_CATEGORY" val="diagram"/>
  <p:tag name="KSO_WM_TEMPLATE_INDEX" val="20233144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输入您的智能图形项正文，文字是您思想的提炼，请尽量言简意赅的阐述观点。单击此处添加正文，请言简意赅的阐述您的观点"/>
  <p:tag name="KSO_WM_UNIT_TEXT_FILL_FORE_SCHEMECOLOR_INDEX" val="1"/>
  <p:tag name="KSO_WM_UNIT_TEXT_FILL_TYPE" val="1"/>
  <p:tag name="KSO_WM_UNIT_USESOURCEFORMAT_APPLY" val="0"/>
</p:tagLst>
</file>

<file path=ppt/tags/tag4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14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144_1*l_h_a*1_2_1"/>
  <p:tag name="KSO_WM_UNIT_INDEX" val="1_2_1"/>
  <p:tag name="KSO_WM_DIAGRAM_GROUP_CODE" val="l1-1"/>
  <p:tag name="KSO_WM_UNIT_TEXT_TYPE" val="1"/>
  <p:tag name="KSO_WM_DIAGRAM_VERSION" val="3"/>
  <p:tag name="KSO_WM_DIAGRAM_COLOR_TRICK" val="1"/>
  <p:tag name="KSO_WM_DIAGRAM_COLOR_TEXT_CAN_REMOVE" val="n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144_1*l_h_i*1_2_1"/>
  <p:tag name="KSO_WM_TEMPLATE_CATEGORY" val="diagram"/>
  <p:tag name="KSO_WM_TEMPLATE_INDEX" val="2023314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7400000095367432}],&quot;type&quot;:2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SHADOW_SCHEMECOLOR_INDEX" val="5"/>
  <p:tag name="KSO_WM_UNIT_USESOURCEFORMAT_APPLY" val="0"/>
</p:tagLst>
</file>

<file path=ppt/tags/tag407.xml><?xml version="1.0" encoding="utf-8"?>
<p:tagLst xmlns:p="http://schemas.openxmlformats.org/presentationml/2006/main">
  <p:tag name="KSO_WM_SLIDE_ID" val="diagram20233144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diag"/>
  <p:tag name="KSO_WM_SLIDE_SIZE" val="850.1*366.5"/>
  <p:tag name="KSO_WM_SLIDE_POSITION" val="54.9*125.9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1812_1*a*1"/>
  <p:tag name="KSO_WM_TEMPLATE_CATEGORY" val="custom"/>
  <p:tag name="KSO_WM_TEMPLATE_INDEX" val="20231812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409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12_1*d*1"/>
  <p:tag name="KSO_WM_TEMPLATE_CATEGORY" val="custom"/>
  <p:tag name="KSO_WM_TEMPLATE_INDEX" val="20231812"/>
  <p:tag name="KSO_WM_UNIT_LAYERLEVEL" val="1"/>
  <p:tag name="KSO_WM_TAG_VERSION" val="3.0"/>
  <p:tag name="KSO_WM_UNIT_LINE_FORE_SCHEMECOLOR_INDEX" val="1"/>
  <p:tag name="KSO_WM_UNIT_LINE_FILL_TYPE" val="2"/>
  <p:tag name="KSO_WM_UNIT_USESOURCEFORMAT_APPLY" val="0"/>
  <p:tag name="KSO_WM_UNIT_PICTURE_SUBTYPE" val="b"/>
  <p:tag name="MH_PIC_SOURCE_TYPE" val="generate_slide_ai*{&quot;ai_type&quot;:&quot;generate_ppt&quot;,&quot;id&quot;:&quot;&quot;}*auto_ai_ai_v2.0.9_ONLINE*1743256045509_31.73_1a968d1fdd85-slide-23"/>
  <p:tag name="KSO_WM_UNIT_FILL_FORE_SCHEMECOLOR_INDEX" val="5"/>
  <p:tag name="KSO_WM_UNIT_FILL_TYPE" val="1"/>
</p:tagLst>
</file>

<file path=ppt/tags/tag4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51_3*l_h_f*1_1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输入您的项正文，文字是您思想的提炼，请尽量言简的阐述观点。单击此处输入智能图形正文内容。"/>
  <p:tag name="KSO_WM_UNIT_TEXT_FILL_FORE_SCHEMECOLOR_INDEX" val="1"/>
  <p:tag name="KSO_WM_UNIT_TEXT_FILL_TYPE" val="1"/>
  <p:tag name="KSO_WM_UNIT_USESOURCEFORMAT_APPLY" val="0"/>
</p:tagLst>
</file>

<file path=ppt/tags/tag4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51_3*l_h_a*1_1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151_3*l_h_i*1_1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51_3*l_h_f*1_2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的阐述观点。单击输入智能图形正文。"/>
  <p:tag name="KSO_WM_UNIT_TEXT_FILL_FORE_SCHEMECOLOR_INDEX" val="1"/>
  <p:tag name="KSO_WM_UNIT_TEXT_FILL_TYPE" val="1"/>
  <p:tag name="KSO_WM_UNIT_USESOURCEFORMAT_APPLY" val="0"/>
</p:tagLst>
</file>

<file path=ppt/tags/tag4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51_3*l_h_a*1_2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151_3*l_h_i*1_2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51_3*l_h_f*1_3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，单击此处输入你的项正文。"/>
  <p:tag name="KSO_WM_UNIT_TEXT_FILL_FORE_SCHEMECOLOR_INDEX" val="1"/>
  <p:tag name="KSO_WM_UNIT_TEXT_FILL_TYPE" val="1"/>
  <p:tag name="KSO_WM_UNIT_USESOURCEFORMAT_APPLY" val="0"/>
</p:tagLst>
</file>

<file path=ppt/tags/tag4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51_3*l_h_a*1_3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3151_3*l_h_i*1_3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151_3*l_h_f*1_4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的阐述观点。单击此处输入智能图形正文。"/>
  <p:tag name="KSO_WM_UNIT_TEXT_FILL_FORE_SCHEMECOLOR_INDEX" val="1"/>
  <p:tag name="KSO_WM_UNIT_TEXT_FILL_TYPE" val="1"/>
  <p:tag name="KSO_WM_UNIT_USESOURCEFORMAT_APPLY" val="0"/>
</p:tagLst>
</file>

<file path=ppt/tags/tag4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151_3*l_h_a*1_4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3151_3*l_h_i*1_4_1"/>
  <p:tag name="KSO_WM_TEMPLATE_CATEGORY" val="diagram"/>
  <p:tag name="KSO_WM_TEMPLATE_INDEX" val="2023315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65.75,&quot;width&quot;:414.6499938964844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22.xml><?xml version="1.0" encoding="utf-8"?>
<p:tagLst xmlns:p="http://schemas.openxmlformats.org/presentationml/2006/main">
  <p:tag name="KSO_WM_SLIDE_ID" val="custom20231812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0239"/>
  <p:tag name="KSO_WM_SLIDE_TYPE" val="text"/>
  <p:tag name="KSO_WM_SLIDE_SUBTYPE" val="picTxt"/>
  <p:tag name="KSO_WM_SLIDE_SIZE" val="414.6*361.249"/>
  <p:tag name="KSO_WM_SLIDE_POSITION" val="55.5*124.401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4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9_11*a*1"/>
  <p:tag name="KSO_WM_TEMPLATE_CATEGORY" val="custom"/>
  <p:tag name="KSO_WM_TEMPLATE_INDEX" val="20230239"/>
  <p:tag name="KSO_WM_UNIT_LAYERLEVEL" val="1"/>
  <p:tag name="KSO_WM_TAG_VERSION" val="1.0"/>
  <p:tag name="KSO_WM_BEAUTIFY_FLAG" val="#wm#"/>
  <p:tag name="KSO_WM_UNIT_CONTENT_GROUP_TYPE" val="contentchip"/>
</p:tagLst>
</file>

<file path=ppt/tags/tag424.xml><?xml version="1.0" encoding="utf-8"?>
<p:tagLst xmlns:p="http://schemas.openxmlformats.org/presentationml/2006/main">
  <p:tag name="KSO_WM_SLIDE_ID" val="custom20230239_11"/>
  <p:tag name="KSO_WM_TEMPLATE_SUBCATEGORY" val="29"/>
  <p:tag name="KSO_WM_TEMPLATE_MASTER_TYPE" val="0"/>
  <p:tag name="KSO_WM_TEMPLATE_COLOR_TYPE" val="0"/>
  <p:tag name="KSO_WM_SLIDE_ITEM_CNT" val="0"/>
  <p:tag name="KSO_WM_SLIDE_INDEX" val="11"/>
  <p:tag name="KSO_WM_TAG_VERSION" val="1.0"/>
  <p:tag name="KSO_WM_BEAUTIFY_FLAG" val="#wm#"/>
  <p:tag name="KSO_WM_TEMPLATE_CATEGORY" val="custom"/>
  <p:tag name="KSO_WM_TEMPLATE_INDEX" val="20230239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CONTENT_AREA" val="{&quot;left&quot;:&quot;44.4&quot;,&quot;top&quot;:&quot;127.95&quot;,&quot;width&quot;:&quot;545.55&quot;,&quot;height&quot;:&quot;265.8&quot;}"/>
</p:tagLst>
</file>

<file path=ppt/tags/tag425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1">
      <a:dk1>
        <a:sysClr val="windowText" lastClr="000000"/>
      </a:dk1>
      <a:lt1>
        <a:sysClr val="window" lastClr="FFFFFF"/>
      </a:lt1>
      <a:dk2>
        <a:srgbClr val="836464"/>
      </a:dk2>
      <a:lt2>
        <a:srgbClr val="E7E4D9"/>
      </a:lt2>
      <a:accent1>
        <a:srgbClr val="644936"/>
      </a:accent1>
      <a:accent2>
        <a:srgbClr val="7E754E"/>
      </a:accent2>
      <a:accent3>
        <a:srgbClr val="97A165"/>
      </a:accent3>
      <a:accent4>
        <a:srgbClr val="B6AB74"/>
      </a:accent4>
      <a:accent5>
        <a:srgbClr val="DB947A"/>
      </a:accent5>
      <a:accent6>
        <a:srgbClr val="FF7C80"/>
      </a:accent6>
      <a:hlink>
        <a:srgbClr val="0563C1"/>
      </a:hlink>
      <a:folHlink>
        <a:srgbClr val="954F72"/>
      </a:folHlink>
    </a:clrScheme>
    <a:fontScheme name="自定义 13">
      <a:majorFont>
        <a:latin typeface="汉仪细秀体简 L"/>
        <a:ea typeface="汉仪细秀体简 L"/>
        <a:cs typeface=""/>
      </a:majorFont>
      <a:minorFont>
        <a:latin typeface="汉仪细秀体简 L"/>
        <a:ea typeface="汉仪细秀体简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演示</Application>
  <PresentationFormat>宽屏</PresentationFormat>
  <Paragraphs>360</Paragraphs>
  <Slides>28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Wingdings</vt:lpstr>
      <vt:lpstr>汉仪细秀体简 L</vt:lpstr>
      <vt:lpstr>微软雅黑</vt:lpstr>
      <vt:lpstr>Arial Unicode MS</vt:lpstr>
      <vt:lpstr>Calibri</vt:lpstr>
      <vt:lpstr>汉仪细秀体简 L</vt:lpstr>
      <vt:lpstr>Segoe Print</vt:lpstr>
      <vt:lpstr>WPS</vt:lpstr>
      <vt:lpstr>Office 主题</vt:lpstr>
      <vt:lpstr>改革开放以来中国电影文化发展研究</vt:lpstr>
      <vt:lpstr>目录</vt:lpstr>
      <vt:lpstr>改革开放初期的电影复苏（1978-1990）</vt:lpstr>
      <vt:lpstr>思想解放与创作解冻</vt:lpstr>
      <vt:lpstr>第四代导演的崛起</vt:lpstr>
      <vt:lpstr>现实主义题材复兴</vt:lpstr>
      <vt:lpstr>市场经济转型期的探索（1990-2010）</vt:lpstr>
      <vt:lpstr>院线制度改革启动</vt:lpstr>
      <vt:lpstr>院线制度改革启动</vt:lpstr>
      <vt:lpstr>第五代导演国际突围</vt:lpstr>
      <vt:lpstr>主旋律电影商业化尝试</vt:lpstr>
      <vt:lpstr>新时代电影产业腾飞（2010-2020）</vt:lpstr>
      <vt:lpstr>民营影视公司崛起</vt:lpstr>
      <vt:lpstr>类型片体系成熟</vt:lpstr>
      <vt:lpstr>电影工业化体系建设</vt:lpstr>
      <vt:lpstr>电影文化发展核心驱动力</vt:lpstr>
      <vt:lpstr>政策法规演进</vt:lpstr>
      <vt:lpstr>市场机制完善</vt:lpstr>
      <vt:lpstr>艺术表达突破</vt:lpstr>
      <vt:lpstr>国际传播与文化对话</vt:lpstr>
      <vt:lpstr>中外合拍片发展</vt:lpstr>
      <vt:lpstr>国际电影节参与</vt:lpstr>
      <vt:lpstr>海外市场拓展策略</vt:lpstr>
      <vt:lpstr>发展挑战与未来展望</vt:lpstr>
      <vt:lpstr>内容创作瓶颈突破</vt:lpstr>
      <vt:lpstr>技术代际追赶压力</vt:lpstr>
      <vt:lpstr>全球文化话语权构建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刘欣语</cp:lastModifiedBy>
  <cp:revision>160</cp:revision>
  <dcterms:created xsi:type="dcterms:W3CDTF">2019-06-19T02:08:00Z</dcterms:created>
  <dcterms:modified xsi:type="dcterms:W3CDTF">2025-03-29T14:36:41Z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A0792F5CC4DF4C19A09F0817A15A5F64_11</vt:lpwstr>
  </property>
</Properties>
</file>