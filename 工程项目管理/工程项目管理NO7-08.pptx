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53"/>
  </p:notesMasterIdLst>
  <p:sldIdLst>
    <p:sldId id="317" r:id="rId2"/>
    <p:sldId id="361" r:id="rId3"/>
    <p:sldId id="365" r:id="rId4"/>
    <p:sldId id="366" r:id="rId5"/>
    <p:sldId id="367" r:id="rId6"/>
    <p:sldId id="368" r:id="rId7"/>
    <p:sldId id="369" r:id="rId8"/>
    <p:sldId id="273" r:id="rId9"/>
    <p:sldId id="274" r:id="rId10"/>
    <p:sldId id="275" r:id="rId11"/>
    <p:sldId id="276" r:id="rId12"/>
    <p:sldId id="277" r:id="rId13"/>
    <p:sldId id="278" r:id="rId14"/>
    <p:sldId id="291" r:id="rId15"/>
    <p:sldId id="292" r:id="rId16"/>
    <p:sldId id="293" r:id="rId17"/>
    <p:sldId id="297" r:id="rId18"/>
    <p:sldId id="372" r:id="rId19"/>
    <p:sldId id="326" r:id="rId20"/>
    <p:sldId id="298" r:id="rId21"/>
    <p:sldId id="300" r:id="rId22"/>
    <p:sldId id="301" r:id="rId23"/>
    <p:sldId id="341" r:id="rId24"/>
    <p:sldId id="342" r:id="rId25"/>
    <p:sldId id="343" r:id="rId26"/>
    <p:sldId id="344" r:id="rId27"/>
    <p:sldId id="345" r:id="rId28"/>
    <p:sldId id="346" r:id="rId29"/>
    <p:sldId id="347" r:id="rId30"/>
    <p:sldId id="348" r:id="rId31"/>
    <p:sldId id="349" r:id="rId32"/>
    <p:sldId id="350" r:id="rId33"/>
    <p:sldId id="351" r:id="rId34"/>
    <p:sldId id="352" r:id="rId35"/>
    <p:sldId id="353" r:id="rId36"/>
    <p:sldId id="354" r:id="rId37"/>
    <p:sldId id="355" r:id="rId38"/>
    <p:sldId id="356" r:id="rId39"/>
    <p:sldId id="357" r:id="rId40"/>
    <p:sldId id="360" r:id="rId41"/>
    <p:sldId id="373" r:id="rId42"/>
    <p:sldId id="378" r:id="rId43"/>
    <p:sldId id="379" r:id="rId44"/>
    <p:sldId id="375" r:id="rId45"/>
    <p:sldId id="376" r:id="rId46"/>
    <p:sldId id="377" r:id="rId47"/>
    <p:sldId id="370" r:id="rId48"/>
    <p:sldId id="371" r:id="rId49"/>
    <p:sldId id="363" r:id="rId50"/>
    <p:sldId id="362" r:id="rId51"/>
    <p:sldId id="364" r:id="rId52"/>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78" autoAdjust="0"/>
    <p:restoredTop sz="86449" autoAdjust="0"/>
  </p:normalViewPr>
  <p:slideViewPr>
    <p:cSldViewPr>
      <p:cViewPr varScale="1">
        <p:scale>
          <a:sx n="77" d="100"/>
          <a:sy n="77" d="100"/>
        </p:scale>
        <p:origin x="123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jpe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1.jpeg"/></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1.jpeg"/></Relationships>
</file>

<file path=ppt/drawings/_rels/vmlDrawing4.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1.jpeg"/></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jpeg"/></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9.jpeg"/></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9.jpeg"/></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jpeg"/></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jpeg"/></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jpeg"/></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jpeg"/></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jpeg"/><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jpeg"/></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1.jpeg"/></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1.jpeg"/><Relationship Id="rId6" Type="http://schemas.openxmlformats.org/officeDocument/2006/relationships/image" Target="../media/image30.wmf"/><Relationship Id="rId5" Type="http://schemas.openxmlformats.org/officeDocument/2006/relationships/image" Target="../media/image29.wmf"/><Relationship Id="rId4" Type="http://schemas.openxmlformats.org/officeDocument/2006/relationships/image" Target="../media/image28.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1.jpeg"/></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1.jpeg"/></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1.jpeg"/><Relationship Id="rId5" Type="http://schemas.openxmlformats.org/officeDocument/2006/relationships/image" Target="../media/image37.wmf"/><Relationship Id="rId4" Type="http://schemas.openxmlformats.org/officeDocument/2006/relationships/image" Target="../media/image36.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1.jpeg"/><Relationship Id="rId6" Type="http://schemas.openxmlformats.org/officeDocument/2006/relationships/image" Target="../media/image42.wmf"/><Relationship Id="rId5" Type="http://schemas.openxmlformats.org/officeDocument/2006/relationships/image" Target="../media/image41.wmf"/><Relationship Id="rId4" Type="http://schemas.openxmlformats.org/officeDocument/2006/relationships/image" Target="../media/image40.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1.jpeg"/></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jpeg"/></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1.jpe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zh-CN" alt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66348581-5202-4275-ABDD-0FC49F9D2617}" type="datetimeFigureOut">
              <a:rPr lang="zh-CN" altLang="en-US"/>
              <a:pPr>
                <a:defRPr/>
              </a:pPr>
              <a:t>2025/4/6</a:t>
            </a:fld>
            <a:endParaRPr lang="zh-CN"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endParaRPr lang="zh-CN" alt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zh-CN"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6CDB9CF-61DB-4B30-B3D9-4988FB9CFD9F}" type="slidenum">
              <a:rPr lang="zh-CN" altLang="en-US"/>
              <a:pPr>
                <a:defRPr/>
              </a:pPr>
              <a:t>‹#›</a:t>
            </a:fld>
            <a:endParaRPr lang="zh-CN" altLang="en-US"/>
          </a:p>
        </p:txBody>
      </p:sp>
    </p:spTree>
    <p:extLst>
      <p:ext uri="{BB962C8B-B14F-4D97-AF65-F5344CB8AC3E}">
        <p14:creationId xmlns:p14="http://schemas.microsoft.com/office/powerpoint/2010/main" val="189556552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6CDB9CF-61DB-4B30-B3D9-4988FB9CFD9F}" type="slidenum">
              <a:rPr lang="zh-CN" altLang="en-US" smtClean="0"/>
              <a:pPr>
                <a:defRPr/>
              </a:pPr>
              <a:t>46</a:t>
            </a:fld>
            <a:endParaRPr lang="zh-CN" altLang="en-US"/>
          </a:p>
        </p:txBody>
      </p:sp>
    </p:spTree>
    <p:extLst>
      <p:ext uri="{BB962C8B-B14F-4D97-AF65-F5344CB8AC3E}">
        <p14:creationId xmlns:p14="http://schemas.microsoft.com/office/powerpoint/2010/main" val="32330175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7"/>
          <p:cNvGrpSpPr>
            <a:grpSpLocks/>
          </p:cNvGrpSpPr>
          <p:nvPr/>
        </p:nvGrpSpPr>
        <p:grpSpPr bwMode="auto">
          <a:xfrm>
            <a:off x="250825" y="2636838"/>
            <a:ext cx="8610600" cy="201612"/>
            <a:chOff x="144" y="1680"/>
            <a:chExt cx="5424" cy="144"/>
          </a:xfrm>
        </p:grpSpPr>
        <p:sp>
          <p:nvSpPr>
            <p:cNvPr id="5" name="Rectangle 8"/>
            <p:cNvSpPr>
              <a:spLocks noChangeArrowheads="1"/>
            </p:cNvSpPr>
            <p:nvPr userDrawn="1"/>
          </p:nvSpPr>
          <p:spPr bwMode="auto">
            <a:xfrm>
              <a:off x="144" y="1680"/>
              <a:ext cx="1808" cy="144"/>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defRPr/>
              </a:pPr>
              <a:endParaRPr lang="zh-CN" altLang="en-US"/>
            </a:p>
          </p:txBody>
        </p:sp>
        <p:sp>
          <p:nvSpPr>
            <p:cNvPr id="6" name="Rectangle 9"/>
            <p:cNvSpPr>
              <a:spLocks noChangeArrowheads="1"/>
            </p:cNvSpPr>
            <p:nvPr userDrawn="1"/>
          </p:nvSpPr>
          <p:spPr bwMode="auto">
            <a:xfrm>
              <a:off x="1952" y="1680"/>
              <a:ext cx="1808" cy="144"/>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defRPr/>
              </a:pPr>
              <a:endParaRPr lang="zh-CN" altLang="en-US"/>
            </a:p>
          </p:txBody>
        </p:sp>
        <p:sp>
          <p:nvSpPr>
            <p:cNvPr id="7" name="Rectangle 10"/>
            <p:cNvSpPr>
              <a:spLocks noChangeArrowheads="1"/>
            </p:cNvSpPr>
            <p:nvPr userDrawn="1"/>
          </p:nvSpPr>
          <p:spPr bwMode="auto">
            <a:xfrm>
              <a:off x="3760" y="1680"/>
              <a:ext cx="1808" cy="144"/>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defRPr/>
              </a:pPr>
              <a:endParaRPr lang="zh-CN" altLang="en-US"/>
            </a:p>
          </p:txBody>
        </p:sp>
      </p:grpSp>
      <p:sp>
        <p:nvSpPr>
          <p:cNvPr id="5122" name="Rectangle 2"/>
          <p:cNvSpPr>
            <a:spLocks noGrp="1" noChangeArrowheads="1"/>
          </p:cNvSpPr>
          <p:nvPr>
            <p:ph type="ctrTitle"/>
          </p:nvPr>
        </p:nvSpPr>
        <p:spPr>
          <a:xfrm>
            <a:off x="611188" y="1412875"/>
            <a:ext cx="7772400" cy="504825"/>
          </a:xfrm>
        </p:spPr>
        <p:txBody>
          <a:bodyPr/>
          <a:lstStyle>
            <a:lvl1pPr algn="ctr">
              <a:defRPr sz="3200" b="0"/>
            </a:lvl1pPr>
          </a:lstStyle>
          <a:p>
            <a:pPr lvl="0"/>
            <a:r>
              <a:rPr lang="zh-CN" altLang="en-US" noProof="0"/>
              <a:t>单击此处编辑母版标题样式</a:t>
            </a:r>
          </a:p>
        </p:txBody>
      </p:sp>
      <p:sp>
        <p:nvSpPr>
          <p:cNvPr id="5123" name="Rectangle 3"/>
          <p:cNvSpPr>
            <a:spLocks noGrp="1" noChangeArrowheads="1"/>
          </p:cNvSpPr>
          <p:nvPr>
            <p:ph type="subTitle" idx="1"/>
          </p:nvPr>
        </p:nvSpPr>
        <p:spPr>
          <a:xfrm>
            <a:off x="1371600" y="3270250"/>
            <a:ext cx="6400800" cy="2209800"/>
          </a:xfrm>
        </p:spPr>
        <p:txBody>
          <a:bodyPr/>
          <a:lstStyle>
            <a:lvl1pPr marL="0" indent="0" algn="ctr">
              <a:buFont typeface="Wingdings" pitchFamily="2" charset="2"/>
              <a:buNone/>
              <a:defRPr sz="3000"/>
            </a:lvl1pPr>
          </a:lstStyle>
          <a:p>
            <a:pPr lvl="0"/>
            <a:r>
              <a:rPr lang="zh-CN" altLang="en-US" noProof="0"/>
              <a:t>单击此处编辑母版副标题样式</a:t>
            </a:r>
          </a:p>
        </p:txBody>
      </p:sp>
      <p:sp>
        <p:nvSpPr>
          <p:cNvPr id="8" name="Rectangle 4"/>
          <p:cNvSpPr>
            <a:spLocks noGrp="1" noChangeArrowheads="1"/>
          </p:cNvSpPr>
          <p:nvPr>
            <p:ph type="dt" sz="half" idx="10"/>
          </p:nvPr>
        </p:nvSpPr>
        <p:spPr/>
        <p:txBody>
          <a:bodyPr/>
          <a:lstStyle>
            <a:lvl1pPr>
              <a:defRPr/>
            </a:lvl1pPr>
          </a:lstStyle>
          <a:p>
            <a:pPr>
              <a:defRPr/>
            </a:pPr>
            <a:endParaRPr lang="en-US" altLang="zh-CN"/>
          </a:p>
        </p:txBody>
      </p:sp>
      <p:sp>
        <p:nvSpPr>
          <p:cNvPr id="9" name="Rectangle 5"/>
          <p:cNvSpPr>
            <a:spLocks noGrp="1" noChangeArrowheads="1"/>
          </p:cNvSpPr>
          <p:nvPr>
            <p:ph type="ftr" sz="quarter" idx="11"/>
          </p:nvPr>
        </p:nvSpPr>
        <p:spPr/>
        <p:txBody>
          <a:bodyPr/>
          <a:lstStyle>
            <a:lvl1pPr>
              <a:defRPr/>
            </a:lvl1pPr>
          </a:lstStyle>
          <a:p>
            <a:pPr>
              <a:defRPr/>
            </a:pPr>
            <a:endParaRPr lang="en-US" altLang="zh-CN"/>
          </a:p>
        </p:txBody>
      </p:sp>
      <p:sp>
        <p:nvSpPr>
          <p:cNvPr id="10" name="Rectangle 6"/>
          <p:cNvSpPr>
            <a:spLocks noGrp="1" noChangeArrowheads="1"/>
          </p:cNvSpPr>
          <p:nvPr>
            <p:ph type="sldNum" sz="quarter" idx="12"/>
          </p:nvPr>
        </p:nvSpPr>
        <p:spPr/>
        <p:txBody>
          <a:bodyPr/>
          <a:lstStyle>
            <a:lvl1pPr>
              <a:defRPr/>
            </a:lvl1pPr>
          </a:lstStyle>
          <a:p>
            <a:pPr>
              <a:defRPr/>
            </a:pPr>
            <a:fld id="{C4CE33EF-006C-48B0-A755-EEDE811ECC6F}" type="slidenum">
              <a:rPr lang="en-US" altLang="zh-CN"/>
              <a:pPr>
                <a:defRPr/>
              </a:pPr>
              <a:t>‹#›</a:t>
            </a:fld>
            <a:endParaRPr lang="en-US" altLang="zh-CN"/>
          </a:p>
        </p:txBody>
      </p:sp>
    </p:spTree>
    <p:extLst>
      <p:ext uri="{BB962C8B-B14F-4D97-AF65-F5344CB8AC3E}">
        <p14:creationId xmlns:p14="http://schemas.microsoft.com/office/powerpoint/2010/main" val="3302270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D7F0731-65F4-4030-9CF3-96EA562700E3}" type="slidenum">
              <a:rPr lang="en-US" altLang="zh-CN"/>
              <a:pPr>
                <a:defRPr/>
              </a:pPr>
              <a:t>‹#›</a:t>
            </a:fld>
            <a:endParaRPr lang="en-US" altLang="zh-CN"/>
          </a:p>
        </p:txBody>
      </p:sp>
    </p:spTree>
    <p:extLst>
      <p:ext uri="{BB962C8B-B14F-4D97-AF65-F5344CB8AC3E}">
        <p14:creationId xmlns:p14="http://schemas.microsoft.com/office/powerpoint/2010/main" val="3547470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ltLang="zh-CN"/>
              <a:t>Click to edit Master title style</a:t>
            </a:r>
            <a:endParaRPr lang="zh-CN" alt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1C275EE-1F4C-4F7F-94EE-B83118088784}" type="slidenum">
              <a:rPr lang="en-US" altLang="zh-CN"/>
              <a:pPr>
                <a:defRPr/>
              </a:pPr>
              <a:t>‹#›</a:t>
            </a:fld>
            <a:endParaRPr lang="en-US" altLang="zh-CN"/>
          </a:p>
        </p:txBody>
      </p:sp>
    </p:spTree>
    <p:extLst>
      <p:ext uri="{BB962C8B-B14F-4D97-AF65-F5344CB8AC3E}">
        <p14:creationId xmlns:p14="http://schemas.microsoft.com/office/powerpoint/2010/main" val="86632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DA970D5-AC73-48BB-AAB5-9BFF7800E66A}" type="slidenum">
              <a:rPr lang="en-US" altLang="zh-CN"/>
              <a:pPr>
                <a:defRPr/>
              </a:pPr>
              <a:t>‹#›</a:t>
            </a:fld>
            <a:endParaRPr lang="en-US" altLang="zh-CN"/>
          </a:p>
        </p:txBody>
      </p:sp>
    </p:spTree>
    <p:extLst>
      <p:ext uri="{BB962C8B-B14F-4D97-AF65-F5344CB8AC3E}">
        <p14:creationId xmlns:p14="http://schemas.microsoft.com/office/powerpoint/2010/main" val="3954056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ltLang="zh-CN"/>
              <a:t>Click to edit Master title style</a:t>
            </a:r>
            <a:endParaRPr lang="zh-CN" alt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92FE4E81-B935-4A3B-8D5F-BCA3161AAEE3}" type="slidenum">
              <a:rPr lang="en-US" altLang="zh-CN"/>
              <a:pPr>
                <a:defRPr/>
              </a:pPr>
              <a:t>‹#›</a:t>
            </a:fld>
            <a:endParaRPr lang="en-US" altLang="zh-CN"/>
          </a:p>
        </p:txBody>
      </p:sp>
    </p:spTree>
    <p:extLst>
      <p:ext uri="{BB962C8B-B14F-4D97-AF65-F5344CB8AC3E}">
        <p14:creationId xmlns:p14="http://schemas.microsoft.com/office/powerpoint/2010/main" val="2824832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3817DB37-7409-40EF-A4D6-F18A92D0D7BE}" type="slidenum">
              <a:rPr lang="en-US" altLang="zh-CN"/>
              <a:pPr>
                <a:defRPr/>
              </a:pPr>
              <a:t>‹#›</a:t>
            </a:fld>
            <a:endParaRPr lang="en-US" altLang="zh-CN"/>
          </a:p>
        </p:txBody>
      </p:sp>
    </p:spTree>
    <p:extLst>
      <p:ext uri="{BB962C8B-B14F-4D97-AF65-F5344CB8AC3E}">
        <p14:creationId xmlns:p14="http://schemas.microsoft.com/office/powerpoint/2010/main" val="2549290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64F241AB-D07B-4947-9D32-75BA7680117C}" type="slidenum">
              <a:rPr lang="en-US" altLang="zh-CN"/>
              <a:pPr>
                <a:defRPr/>
              </a:pPr>
              <a:t>‹#›</a:t>
            </a:fld>
            <a:endParaRPr lang="en-US" altLang="zh-CN"/>
          </a:p>
        </p:txBody>
      </p:sp>
    </p:spTree>
    <p:extLst>
      <p:ext uri="{BB962C8B-B14F-4D97-AF65-F5344CB8AC3E}">
        <p14:creationId xmlns:p14="http://schemas.microsoft.com/office/powerpoint/2010/main" val="1824664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ltLang="zh-CN"/>
              <a:t>Click to edit Master title style</a:t>
            </a:r>
            <a:endParaRPr lang="zh-CN" alt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2A4B461-33EC-416C-B6BD-76AF586A5F5B}" type="slidenum">
              <a:rPr lang="en-US" altLang="zh-CN"/>
              <a:pPr>
                <a:defRPr/>
              </a:pPr>
              <a:t>‹#›</a:t>
            </a:fld>
            <a:endParaRPr lang="en-US" altLang="zh-CN"/>
          </a:p>
        </p:txBody>
      </p:sp>
    </p:spTree>
    <p:extLst>
      <p:ext uri="{BB962C8B-B14F-4D97-AF65-F5344CB8AC3E}">
        <p14:creationId xmlns:p14="http://schemas.microsoft.com/office/powerpoint/2010/main" val="3915822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ltLang="zh-CN"/>
              <a:t>Click to edit Master title style</a:t>
            </a:r>
            <a:endParaRPr lang="zh-CN" alt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3F728CC6-330F-4E99-B09F-E1BB96A7BD3D}" type="slidenum">
              <a:rPr lang="en-US" altLang="zh-CN"/>
              <a:pPr>
                <a:defRPr/>
              </a:pPr>
              <a:t>‹#›</a:t>
            </a:fld>
            <a:endParaRPr lang="en-US" altLang="zh-CN"/>
          </a:p>
        </p:txBody>
      </p:sp>
    </p:spTree>
    <p:extLst>
      <p:ext uri="{BB962C8B-B14F-4D97-AF65-F5344CB8AC3E}">
        <p14:creationId xmlns:p14="http://schemas.microsoft.com/office/powerpoint/2010/main" val="2540785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6112EFE-3B78-4525-8AB6-FD949C0C33BA}" type="slidenum">
              <a:rPr lang="en-US" altLang="zh-CN"/>
              <a:pPr>
                <a:defRPr/>
              </a:pPr>
              <a:t>‹#›</a:t>
            </a:fld>
            <a:endParaRPr lang="en-US" altLang="zh-CN"/>
          </a:p>
        </p:txBody>
      </p:sp>
    </p:spTree>
    <p:extLst>
      <p:ext uri="{BB962C8B-B14F-4D97-AF65-F5344CB8AC3E}">
        <p14:creationId xmlns:p14="http://schemas.microsoft.com/office/powerpoint/2010/main" val="236513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92C1B8D-6BCF-4EE4-88B4-39EE4581137E}" type="slidenum">
              <a:rPr lang="en-US" altLang="zh-CN"/>
              <a:pPr>
                <a:defRPr/>
              </a:pPr>
              <a:t>‹#›</a:t>
            </a:fld>
            <a:endParaRPr lang="en-US" altLang="zh-CN"/>
          </a:p>
        </p:txBody>
      </p:sp>
    </p:spTree>
    <p:extLst>
      <p:ext uri="{BB962C8B-B14F-4D97-AF65-F5344CB8AC3E}">
        <p14:creationId xmlns:p14="http://schemas.microsoft.com/office/powerpoint/2010/main" val="3657501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0" name="Rectangle 4"/>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lvl1pPr>
          </a:lstStyle>
          <a:p>
            <a:pPr>
              <a:defRPr/>
            </a:pPr>
            <a:endParaRPr lang="en-US" altLang="zh-CN"/>
          </a:p>
        </p:txBody>
      </p:sp>
      <p:sp>
        <p:nvSpPr>
          <p:cNvPr id="4101"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lvl1pPr>
          </a:lstStyle>
          <a:p>
            <a:pPr>
              <a:defRPr/>
            </a:pPr>
            <a:endParaRPr lang="en-US" altLang="zh-CN"/>
          </a:p>
        </p:txBody>
      </p:sp>
      <p:sp>
        <p:nvSpPr>
          <p:cNvPr id="4102" name="Rectangle 6"/>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lvl1pPr>
          </a:lstStyle>
          <a:p>
            <a:pPr>
              <a:defRPr/>
            </a:pPr>
            <a:fld id="{1FA687D4-88A7-41E7-8A13-76CEC74FBD66}" type="slidenum">
              <a:rPr lang="en-US" altLang="zh-CN"/>
              <a:pPr>
                <a:defRPr/>
              </a:pPr>
              <a:t>‹#›</a:t>
            </a:fld>
            <a:endParaRPr lang="en-US" altLang="zh-CN"/>
          </a:p>
        </p:txBody>
      </p:sp>
      <p:sp>
        <p:nvSpPr>
          <p:cNvPr id="1031" name="Rectangle 7"/>
          <p:cNvSpPr>
            <a:spLocks noChangeArrowheads="1"/>
          </p:cNvSpPr>
          <p:nvPr/>
        </p:nvSpPr>
        <p:spPr bwMode="auto">
          <a:xfrm>
            <a:off x="0" y="0"/>
            <a:ext cx="228600" cy="228600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1032" name="Line 8"/>
          <p:cNvSpPr>
            <a:spLocks noChangeShapeType="1"/>
          </p:cNvSpPr>
          <p:nvPr/>
        </p:nvSpPr>
        <p:spPr bwMode="auto">
          <a:xfrm>
            <a:off x="457200" y="1447800"/>
            <a:ext cx="8077200"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3" name="Rectangle 9"/>
          <p:cNvSpPr>
            <a:spLocks noChangeArrowheads="1"/>
          </p:cNvSpPr>
          <p:nvPr/>
        </p:nvSpPr>
        <p:spPr bwMode="auto">
          <a:xfrm>
            <a:off x="0" y="2286000"/>
            <a:ext cx="228600" cy="2286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1034" name="Rectangle 10"/>
          <p:cNvSpPr>
            <a:spLocks noChangeArrowheads="1"/>
          </p:cNvSpPr>
          <p:nvPr/>
        </p:nvSpPr>
        <p:spPr bwMode="auto">
          <a:xfrm>
            <a:off x="0" y="4572000"/>
            <a:ext cx="228600" cy="2286000"/>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720"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Garamond" pitchFamily="18" charset="0"/>
          <a:ea typeface="宋体" pitchFamily="2" charset="-122"/>
        </a:defRPr>
      </a:lvl2pPr>
      <a:lvl3pPr algn="l" rtl="0" eaLnBrk="0" fontAlgn="base" hangingPunct="0">
        <a:spcBef>
          <a:spcPct val="0"/>
        </a:spcBef>
        <a:spcAft>
          <a:spcPct val="0"/>
        </a:spcAft>
        <a:defRPr sz="4400" b="1">
          <a:solidFill>
            <a:schemeClr val="tx2"/>
          </a:solidFill>
          <a:latin typeface="Garamond" pitchFamily="18" charset="0"/>
          <a:ea typeface="宋体" pitchFamily="2" charset="-122"/>
        </a:defRPr>
      </a:lvl3pPr>
      <a:lvl4pPr algn="l" rtl="0" eaLnBrk="0" fontAlgn="base" hangingPunct="0">
        <a:spcBef>
          <a:spcPct val="0"/>
        </a:spcBef>
        <a:spcAft>
          <a:spcPct val="0"/>
        </a:spcAft>
        <a:defRPr sz="4400" b="1">
          <a:solidFill>
            <a:schemeClr val="tx2"/>
          </a:solidFill>
          <a:latin typeface="Garamond" pitchFamily="18" charset="0"/>
          <a:ea typeface="宋体" pitchFamily="2" charset="-122"/>
        </a:defRPr>
      </a:lvl4pPr>
      <a:lvl5pPr algn="l" rtl="0" eaLnBrk="0" fontAlgn="base" hangingPunct="0">
        <a:spcBef>
          <a:spcPct val="0"/>
        </a:spcBef>
        <a:spcAft>
          <a:spcPct val="0"/>
        </a:spcAft>
        <a:defRPr sz="4400" b="1">
          <a:solidFill>
            <a:schemeClr val="tx2"/>
          </a:solidFill>
          <a:latin typeface="Garamond" pitchFamily="18" charset="0"/>
          <a:ea typeface="宋体" pitchFamily="2" charset="-122"/>
        </a:defRPr>
      </a:lvl5pPr>
      <a:lvl6pPr marL="457200" algn="l" rtl="0" fontAlgn="base">
        <a:spcBef>
          <a:spcPct val="0"/>
        </a:spcBef>
        <a:spcAft>
          <a:spcPct val="0"/>
        </a:spcAft>
        <a:defRPr sz="4400" b="1">
          <a:solidFill>
            <a:schemeClr val="tx2"/>
          </a:solidFill>
          <a:latin typeface="Garamond" pitchFamily="18" charset="0"/>
          <a:ea typeface="宋体" pitchFamily="2" charset="-122"/>
        </a:defRPr>
      </a:lvl6pPr>
      <a:lvl7pPr marL="914400" algn="l" rtl="0" fontAlgn="base">
        <a:spcBef>
          <a:spcPct val="0"/>
        </a:spcBef>
        <a:spcAft>
          <a:spcPct val="0"/>
        </a:spcAft>
        <a:defRPr sz="4400" b="1">
          <a:solidFill>
            <a:schemeClr val="tx2"/>
          </a:solidFill>
          <a:latin typeface="Garamond" pitchFamily="18" charset="0"/>
          <a:ea typeface="宋体" pitchFamily="2" charset="-122"/>
        </a:defRPr>
      </a:lvl7pPr>
      <a:lvl8pPr marL="1371600" algn="l" rtl="0" fontAlgn="base">
        <a:spcBef>
          <a:spcPct val="0"/>
        </a:spcBef>
        <a:spcAft>
          <a:spcPct val="0"/>
        </a:spcAft>
        <a:defRPr sz="4400" b="1">
          <a:solidFill>
            <a:schemeClr val="tx2"/>
          </a:solidFill>
          <a:latin typeface="Garamond" pitchFamily="18" charset="0"/>
          <a:ea typeface="宋体" pitchFamily="2" charset="-122"/>
        </a:defRPr>
      </a:lvl8pPr>
      <a:lvl9pPr marL="1828800" algn="l" rtl="0" fontAlgn="base">
        <a:spcBef>
          <a:spcPct val="0"/>
        </a:spcBef>
        <a:spcAft>
          <a:spcPct val="0"/>
        </a:spcAft>
        <a:defRPr sz="4400" b="1">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1.jpeg"/><Relationship Id="rId4" Type="http://schemas.openxmlformats.org/officeDocument/2006/relationships/image" Target="../media/image2.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1.jpeg"/><Relationship Id="rId4" Type="http://schemas.openxmlformats.org/officeDocument/2006/relationships/image" Target="../media/image3.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1.jpeg"/><Relationship Id="rId4" Type="http://schemas.openxmlformats.org/officeDocument/2006/relationships/image" Target="../media/image4.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1.jpeg"/><Relationship Id="rId4" Type="http://schemas.openxmlformats.org/officeDocument/2006/relationships/image" Target="../media/image5.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image" Target="../media/image9.jpeg"/><Relationship Id="rId4" Type="http://schemas.openxmlformats.org/officeDocument/2006/relationships/image" Target="../media/image10.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6.vml"/><Relationship Id="rId5" Type="http://schemas.openxmlformats.org/officeDocument/2006/relationships/image" Target="../media/image9.jpeg"/><Relationship Id="rId4" Type="http://schemas.openxmlformats.org/officeDocument/2006/relationships/image" Target="../media/image11.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7.vml"/><Relationship Id="rId5" Type="http://schemas.openxmlformats.org/officeDocument/2006/relationships/image" Target="../media/image9.jpeg"/><Relationship Id="rId4" Type="http://schemas.openxmlformats.org/officeDocument/2006/relationships/image" Target="../media/image12.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8.bin"/><Relationship Id="rId7" Type="http://schemas.openxmlformats.org/officeDocument/2006/relationships/image" Target="../media/image14.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9.bin"/><Relationship Id="rId5" Type="http://schemas.openxmlformats.org/officeDocument/2006/relationships/image" Target="../media/image1.jpeg"/><Relationship Id="rId4" Type="http://schemas.openxmlformats.org/officeDocument/2006/relationships/image" Target="../media/image13.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0.bin"/><Relationship Id="rId7" Type="http://schemas.openxmlformats.org/officeDocument/2006/relationships/image" Target="../media/image16.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11.bin"/><Relationship Id="rId5" Type="http://schemas.openxmlformats.org/officeDocument/2006/relationships/image" Target="../media/image1.jpeg"/><Relationship Id="rId4" Type="http://schemas.openxmlformats.org/officeDocument/2006/relationships/image" Target="../media/image15.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2.bin"/><Relationship Id="rId7" Type="http://schemas.openxmlformats.org/officeDocument/2006/relationships/image" Target="../media/image18.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13.bin"/><Relationship Id="rId5" Type="http://schemas.openxmlformats.org/officeDocument/2006/relationships/image" Target="../media/image1.jpeg"/><Relationship Id="rId4" Type="http://schemas.openxmlformats.org/officeDocument/2006/relationships/image" Target="../media/image17.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11.vml"/><Relationship Id="rId5" Type="http://schemas.openxmlformats.org/officeDocument/2006/relationships/image" Target="../media/image1.jpeg"/><Relationship Id="rId4" Type="http://schemas.openxmlformats.org/officeDocument/2006/relationships/image" Target="../media/image19.w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7.bin"/><Relationship Id="rId13" Type="http://schemas.openxmlformats.org/officeDocument/2006/relationships/image" Target="../media/image24.wmf"/><Relationship Id="rId3" Type="http://schemas.openxmlformats.org/officeDocument/2006/relationships/oleObject" Target="../embeddings/oleObject15.bin"/><Relationship Id="rId7" Type="http://schemas.openxmlformats.org/officeDocument/2006/relationships/image" Target="../media/image21.wmf"/><Relationship Id="rId12"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16.bin"/><Relationship Id="rId11" Type="http://schemas.openxmlformats.org/officeDocument/2006/relationships/image" Target="../media/image23.wmf"/><Relationship Id="rId5" Type="http://schemas.openxmlformats.org/officeDocument/2006/relationships/image" Target="../media/image1.jpeg"/><Relationship Id="rId10" Type="http://schemas.openxmlformats.org/officeDocument/2006/relationships/oleObject" Target="../embeddings/oleObject18.bin"/><Relationship Id="rId4" Type="http://schemas.openxmlformats.org/officeDocument/2006/relationships/image" Target="../media/image20.wmf"/><Relationship Id="rId9" Type="http://schemas.openxmlformats.org/officeDocument/2006/relationships/image" Target="../media/image22.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13.vml"/><Relationship Id="rId5" Type="http://schemas.openxmlformats.org/officeDocument/2006/relationships/image" Target="../media/image1.jpeg"/><Relationship Id="rId4" Type="http://schemas.openxmlformats.org/officeDocument/2006/relationships/image" Target="../media/image19.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1.jpeg"/><Relationship Id="rId4" Type="http://schemas.openxmlformats.org/officeDocument/2006/relationships/image" Target="../media/image25.w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24.bin"/><Relationship Id="rId13" Type="http://schemas.openxmlformats.org/officeDocument/2006/relationships/image" Target="../media/image30.wmf"/><Relationship Id="rId3" Type="http://schemas.openxmlformats.org/officeDocument/2006/relationships/oleObject" Target="../embeddings/oleObject22.bin"/><Relationship Id="rId7" Type="http://schemas.openxmlformats.org/officeDocument/2006/relationships/image" Target="../media/image27.wmf"/><Relationship Id="rId12"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23.bin"/><Relationship Id="rId11" Type="http://schemas.openxmlformats.org/officeDocument/2006/relationships/image" Target="../media/image29.wmf"/><Relationship Id="rId5" Type="http://schemas.openxmlformats.org/officeDocument/2006/relationships/image" Target="../media/image1.jpeg"/><Relationship Id="rId10" Type="http://schemas.openxmlformats.org/officeDocument/2006/relationships/oleObject" Target="../embeddings/oleObject25.bin"/><Relationship Id="rId4" Type="http://schemas.openxmlformats.org/officeDocument/2006/relationships/image" Target="../media/image26.wmf"/><Relationship Id="rId9" Type="http://schemas.openxmlformats.org/officeDocument/2006/relationships/image" Target="../media/image28.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7.bin"/><Relationship Id="rId7" Type="http://schemas.openxmlformats.org/officeDocument/2006/relationships/image" Target="../media/image32.wmf"/><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oleObject" Target="../embeddings/oleObject28.bin"/><Relationship Id="rId5" Type="http://schemas.openxmlformats.org/officeDocument/2006/relationships/image" Target="../media/image1.jpeg"/><Relationship Id="rId4" Type="http://schemas.openxmlformats.org/officeDocument/2006/relationships/image" Target="../media/image31.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1.jpeg"/><Relationship Id="rId4" Type="http://schemas.openxmlformats.org/officeDocument/2006/relationships/image" Target="../media/image33.w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oleObject" Target="../embeddings/oleObject30.bin"/><Relationship Id="rId7" Type="http://schemas.openxmlformats.org/officeDocument/2006/relationships/image" Target="../media/image35.wmf"/><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oleObject" Target="../embeddings/oleObject31.bin"/><Relationship Id="rId11" Type="http://schemas.openxmlformats.org/officeDocument/2006/relationships/image" Target="../media/image37.wmf"/><Relationship Id="rId5" Type="http://schemas.openxmlformats.org/officeDocument/2006/relationships/image" Target="../media/image1.jpeg"/><Relationship Id="rId10" Type="http://schemas.openxmlformats.org/officeDocument/2006/relationships/oleObject" Target="../embeddings/oleObject33.bin"/><Relationship Id="rId4" Type="http://schemas.openxmlformats.org/officeDocument/2006/relationships/image" Target="../media/image34.wmf"/><Relationship Id="rId9" Type="http://schemas.openxmlformats.org/officeDocument/2006/relationships/image" Target="../media/image36.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36.bin"/><Relationship Id="rId13" Type="http://schemas.openxmlformats.org/officeDocument/2006/relationships/image" Target="../media/image42.wmf"/><Relationship Id="rId3" Type="http://schemas.openxmlformats.org/officeDocument/2006/relationships/oleObject" Target="../embeddings/oleObject34.bin"/><Relationship Id="rId7" Type="http://schemas.openxmlformats.org/officeDocument/2006/relationships/image" Target="../media/image39.wmf"/><Relationship Id="rId12" Type="http://schemas.openxmlformats.org/officeDocument/2006/relationships/oleObject" Target="../embeddings/oleObject38.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oleObject" Target="../embeddings/oleObject35.bin"/><Relationship Id="rId11" Type="http://schemas.openxmlformats.org/officeDocument/2006/relationships/image" Target="../media/image41.wmf"/><Relationship Id="rId5" Type="http://schemas.openxmlformats.org/officeDocument/2006/relationships/image" Target="../media/image1.jpeg"/><Relationship Id="rId10" Type="http://schemas.openxmlformats.org/officeDocument/2006/relationships/oleObject" Target="../embeddings/oleObject37.bin"/><Relationship Id="rId4" Type="http://schemas.openxmlformats.org/officeDocument/2006/relationships/image" Target="../media/image38.wmf"/><Relationship Id="rId9" Type="http://schemas.openxmlformats.org/officeDocument/2006/relationships/image" Target="../media/image40.w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1.jpeg"/><Relationship Id="rId4" Type="http://schemas.openxmlformats.org/officeDocument/2006/relationships/image" Target="../media/image43.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7.xml"/><Relationship Id="rId1" Type="http://schemas.openxmlformats.org/officeDocument/2006/relationships/vmlDrawing" Target="../drawings/vmlDrawing21.vml"/><Relationship Id="rId5" Type="http://schemas.openxmlformats.org/officeDocument/2006/relationships/image" Target="../media/image1.jpeg"/><Relationship Id="rId4" Type="http://schemas.openxmlformats.org/officeDocument/2006/relationships/image" Target="../media/image19.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41.bin"/><Relationship Id="rId7" Type="http://schemas.openxmlformats.org/officeDocument/2006/relationships/image" Target="../media/image45.wmf"/><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oleObject" Target="../embeddings/oleObject42.bin"/><Relationship Id="rId5" Type="http://schemas.openxmlformats.org/officeDocument/2006/relationships/image" Target="../media/image1.jpeg"/><Relationship Id="rId4" Type="http://schemas.openxmlformats.org/officeDocument/2006/relationships/image" Target="../media/image44.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ctrTitle"/>
          </p:nvPr>
        </p:nvSpPr>
        <p:spPr>
          <a:xfrm>
            <a:off x="323528" y="1592796"/>
            <a:ext cx="7772400" cy="3672408"/>
          </a:xfrm>
        </p:spPr>
        <p:txBody>
          <a:bodyPr/>
          <a:lstStyle/>
          <a:p>
            <a:r>
              <a:rPr lang="en-US" altLang="zh-CN" sz="4000" b="1" dirty="0"/>
              <a:t>《</a:t>
            </a:r>
            <a:r>
              <a:rPr lang="zh-CN" altLang="en-US" sz="4000" b="1" dirty="0"/>
              <a:t>工程项目管理</a:t>
            </a:r>
            <a:r>
              <a:rPr lang="en-US" altLang="zh-CN" sz="4000" b="1" dirty="0"/>
              <a:t>》</a:t>
            </a:r>
            <a:br>
              <a:rPr lang="en-US" altLang="zh-CN" sz="4000" b="1" dirty="0"/>
            </a:br>
            <a:br>
              <a:rPr lang="en-US" altLang="zh-CN" sz="4000" b="1" dirty="0"/>
            </a:br>
            <a:br>
              <a:rPr lang="en-US" altLang="zh-CN" sz="4000" b="1" dirty="0"/>
            </a:br>
            <a:br>
              <a:rPr lang="en-US" altLang="zh-CN" sz="4000" b="1" dirty="0"/>
            </a:br>
            <a:r>
              <a:rPr lang="en-US" altLang="zh-CN" sz="4000" b="1" dirty="0"/>
              <a:t>2020</a:t>
            </a:r>
            <a:r>
              <a:rPr lang="zh-CN" altLang="en-US" sz="4000" b="1" dirty="0"/>
              <a:t>年南京大学出版社</a:t>
            </a:r>
            <a:br>
              <a:rPr lang="en-US" altLang="zh-CN" sz="4000" b="1" dirty="0"/>
            </a:br>
            <a:br>
              <a:rPr lang="en-US" altLang="zh-CN" sz="4000" b="1" dirty="0"/>
            </a:br>
            <a:r>
              <a:rPr lang="zh-CN" altLang="en-US" sz="4000" b="1" dirty="0"/>
              <a:t>作者张之峰、胡文军</a:t>
            </a:r>
            <a:endParaRPr lang="zh-CN" altLang="en-US" sz="4000" b="1" dirty="0">
              <a:solidFill>
                <a:srgbClr val="00206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5F517A-B237-4D1F-AC8C-68C5BF6D3ABC}"/>
              </a:ext>
            </a:extLst>
          </p:cNvPr>
          <p:cNvSpPr>
            <a:spLocks noGrp="1"/>
          </p:cNvSpPr>
          <p:nvPr>
            <p:ph type="title"/>
          </p:nvPr>
        </p:nvSpPr>
        <p:spPr/>
        <p:txBody>
          <a:bodyPr/>
          <a:lstStyle/>
          <a:p>
            <a:r>
              <a:rPr lang="zh-CN" altLang="en-US" dirty="0"/>
              <a:t>第</a:t>
            </a:r>
            <a:r>
              <a:rPr lang="en-US" altLang="zh-CN" dirty="0"/>
              <a:t>9</a:t>
            </a:r>
            <a:r>
              <a:rPr lang="zh-CN" altLang="en-US" dirty="0"/>
              <a:t>章 </a:t>
            </a:r>
            <a:r>
              <a:rPr lang="en-US" altLang="zh-CN" dirty="0"/>
              <a:t> </a:t>
            </a:r>
            <a:r>
              <a:rPr lang="zh-CN" altLang="zh-CN" dirty="0"/>
              <a:t>项目进度管理</a:t>
            </a:r>
            <a:endParaRPr lang="zh-CN" altLang="en-US" dirty="0"/>
          </a:p>
        </p:txBody>
      </p:sp>
      <p:sp>
        <p:nvSpPr>
          <p:cNvPr id="3" name="内容占位符 2">
            <a:extLst>
              <a:ext uri="{FF2B5EF4-FFF2-40B4-BE49-F238E27FC236}">
                <a16:creationId xmlns:a16="http://schemas.microsoft.com/office/drawing/2014/main" id="{AED5DBD0-AAF7-48AD-A15A-F5B139C77169}"/>
              </a:ext>
            </a:extLst>
          </p:cNvPr>
          <p:cNvSpPr>
            <a:spLocks noGrp="1"/>
          </p:cNvSpPr>
          <p:nvPr>
            <p:ph idx="1"/>
          </p:nvPr>
        </p:nvSpPr>
        <p:spPr/>
        <p:txBody>
          <a:bodyPr/>
          <a:lstStyle/>
          <a:p>
            <a:r>
              <a:rPr lang="en-US" altLang="zh-CN" sz="4400" b="1" dirty="0">
                <a:solidFill>
                  <a:schemeClr val="tx2"/>
                </a:solidFill>
                <a:latin typeface="+mj-lt"/>
                <a:ea typeface="+mj-ea"/>
                <a:cs typeface="+mj-cs"/>
              </a:rPr>
              <a:t>9.1 </a:t>
            </a:r>
            <a:r>
              <a:rPr lang="zh-CN" altLang="zh-CN" sz="4400" b="1" dirty="0">
                <a:solidFill>
                  <a:schemeClr val="tx2"/>
                </a:solidFill>
                <a:latin typeface="+mj-lt"/>
                <a:ea typeface="+mj-ea"/>
                <a:cs typeface="+mj-cs"/>
              </a:rPr>
              <a:t>了解工程项目进度管理</a:t>
            </a:r>
          </a:p>
          <a:p>
            <a:r>
              <a:rPr lang="zh-CN" altLang="en-US" sz="3600" b="1" dirty="0"/>
              <a:t>工程项目进度管理</a:t>
            </a:r>
            <a:r>
              <a:rPr lang="zh-CN" altLang="en-US" sz="3600" dirty="0"/>
              <a:t>‌是指在项目实施过程中，对各阶段的进展程度和项目最终完成的期限所进行的管理。</a:t>
            </a:r>
            <a:endParaRPr lang="en-US" altLang="zh-CN" sz="3600" dirty="0"/>
          </a:p>
          <a:p>
            <a:r>
              <a:rPr lang="zh-CN" altLang="en-US" dirty="0"/>
              <a:t>目标是确保项目能在满足时间约束条件的前提下实现其总体目标，即确保项目按预定的时间或提前交付使用。</a:t>
            </a:r>
            <a:endParaRPr lang="en-US" altLang="zh-CN" dirty="0"/>
          </a:p>
          <a:p>
            <a:r>
              <a:rPr lang="zh-CN" altLang="en-US" dirty="0"/>
              <a:t>进度管理不仅关系到施工目标的实现，还直接影响到工程的质量和成本‌。</a:t>
            </a:r>
            <a:br>
              <a:rPr lang="zh-CN" altLang="en-US" dirty="0"/>
            </a:br>
            <a:endParaRPr lang="zh-CN" altLang="en-US" sz="3600" dirty="0"/>
          </a:p>
        </p:txBody>
      </p:sp>
    </p:spTree>
    <p:extLst>
      <p:ext uri="{BB962C8B-B14F-4D97-AF65-F5344CB8AC3E}">
        <p14:creationId xmlns:p14="http://schemas.microsoft.com/office/powerpoint/2010/main" val="3661834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93B389-54EA-4327-B35C-53102951B5DC}"/>
              </a:ext>
            </a:extLst>
          </p:cNvPr>
          <p:cNvSpPr>
            <a:spLocks noGrp="1"/>
          </p:cNvSpPr>
          <p:nvPr>
            <p:ph type="title"/>
          </p:nvPr>
        </p:nvSpPr>
        <p:spPr>
          <a:xfrm>
            <a:off x="457200" y="277813"/>
            <a:ext cx="8229600" cy="702915"/>
          </a:xfrm>
        </p:spPr>
        <p:txBody>
          <a:bodyPr/>
          <a:lstStyle/>
          <a:p>
            <a:r>
              <a:rPr lang="zh-CN" altLang="en-US" dirty="0"/>
              <a:t>一、工程项目进度计划</a:t>
            </a:r>
          </a:p>
        </p:txBody>
      </p:sp>
      <p:sp>
        <p:nvSpPr>
          <p:cNvPr id="3" name="内容占位符 2">
            <a:extLst>
              <a:ext uri="{FF2B5EF4-FFF2-40B4-BE49-F238E27FC236}">
                <a16:creationId xmlns:a16="http://schemas.microsoft.com/office/drawing/2014/main" id="{5A3C21BD-EC39-43C8-BD0C-838D78070EAE}"/>
              </a:ext>
            </a:extLst>
          </p:cNvPr>
          <p:cNvSpPr>
            <a:spLocks noGrp="1"/>
          </p:cNvSpPr>
          <p:nvPr>
            <p:ph idx="1"/>
          </p:nvPr>
        </p:nvSpPr>
        <p:spPr>
          <a:xfrm>
            <a:off x="179512" y="980728"/>
            <a:ext cx="9217023" cy="4530725"/>
          </a:xfrm>
        </p:spPr>
        <p:txBody>
          <a:bodyPr/>
          <a:lstStyle/>
          <a:p>
            <a:r>
              <a:rPr lang="zh-CN" altLang="en-US" dirty="0"/>
              <a:t>‌</a:t>
            </a:r>
            <a:r>
              <a:rPr lang="zh-CN" altLang="en-US" b="1" dirty="0"/>
              <a:t>工程项目进度计划的作用</a:t>
            </a:r>
            <a:r>
              <a:rPr lang="zh-CN" altLang="en-US" dirty="0"/>
              <a:t>‌：</a:t>
            </a:r>
          </a:p>
          <a:p>
            <a:pPr marL="514350" indent="-514350">
              <a:buFont typeface="+mj-lt"/>
              <a:buAutoNum type="arabicPeriod"/>
            </a:pPr>
            <a:r>
              <a:rPr lang="zh-CN" altLang="en-US" dirty="0"/>
              <a:t>‌</a:t>
            </a:r>
            <a:r>
              <a:rPr lang="zh-CN" altLang="en-US" b="1" dirty="0"/>
              <a:t>确定项目工期</a:t>
            </a:r>
            <a:r>
              <a:rPr lang="zh-CN" altLang="en-US" dirty="0"/>
              <a:t>‌：通过制定工程进度计划，可以明确项目的开始和结束时间，确保各阶段的工作有序进行‌。</a:t>
            </a:r>
          </a:p>
          <a:p>
            <a:pPr marL="514350" indent="-514350">
              <a:buFont typeface="+mj-lt"/>
              <a:buAutoNum type="arabicPeriod"/>
            </a:pPr>
            <a:r>
              <a:rPr lang="zh-CN" altLang="en-US" dirty="0"/>
              <a:t>‌</a:t>
            </a:r>
            <a:r>
              <a:rPr lang="zh-CN" altLang="en-US" b="1" dirty="0"/>
              <a:t>分配资源</a:t>
            </a:r>
            <a:r>
              <a:rPr lang="zh-CN" altLang="en-US" dirty="0"/>
              <a:t>‌：可以帮助项目管理者合理安排人力、物力和财力等资源，从而提高资源利用效率。</a:t>
            </a:r>
          </a:p>
          <a:p>
            <a:pPr marL="514350" indent="-514350">
              <a:buFont typeface="+mj-lt"/>
              <a:buAutoNum type="arabicPeriod"/>
            </a:pPr>
            <a:r>
              <a:rPr lang="zh-CN" altLang="en-US" dirty="0"/>
              <a:t>‌</a:t>
            </a:r>
            <a:r>
              <a:rPr lang="zh-CN" altLang="en-US" b="1" dirty="0"/>
              <a:t>控制成本</a:t>
            </a:r>
            <a:r>
              <a:rPr lang="zh-CN" altLang="en-US" dirty="0"/>
              <a:t>‌：可以提前发现工期延误或进度滞后的问题，并及时采取纠正措施，以避免成本的不必要增加。</a:t>
            </a:r>
            <a:endParaRPr lang="en-US" altLang="zh-CN" dirty="0"/>
          </a:p>
          <a:p>
            <a:pPr marL="514350" indent="-514350">
              <a:buFont typeface="+mj-lt"/>
              <a:buAutoNum type="arabicPeriod"/>
            </a:pPr>
            <a:r>
              <a:rPr lang="zh-CN" altLang="en-US" b="1" dirty="0"/>
              <a:t>为项目实施提供依据</a:t>
            </a:r>
            <a:r>
              <a:rPr lang="zh-CN" altLang="en-US" dirty="0"/>
              <a:t>‌：工程进度计划为工程项目实施过程中的进度管理提供依据，确保项目按计划进行‌。</a:t>
            </a:r>
            <a:br>
              <a:rPr lang="zh-CN" altLang="en-US" dirty="0"/>
            </a:br>
            <a:endParaRPr lang="zh-CN" altLang="en-US" dirty="0"/>
          </a:p>
          <a:p>
            <a:endParaRPr lang="zh-CN" altLang="en-US" dirty="0"/>
          </a:p>
        </p:txBody>
      </p:sp>
    </p:spTree>
    <p:extLst>
      <p:ext uri="{BB962C8B-B14F-4D97-AF65-F5344CB8AC3E}">
        <p14:creationId xmlns:p14="http://schemas.microsoft.com/office/powerpoint/2010/main" val="20518311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D737D9-E001-4E53-84CF-A7DE35CF7444}"/>
              </a:ext>
            </a:extLst>
          </p:cNvPr>
          <p:cNvSpPr>
            <a:spLocks noGrp="1"/>
          </p:cNvSpPr>
          <p:nvPr>
            <p:ph type="title"/>
          </p:nvPr>
        </p:nvSpPr>
        <p:spPr/>
        <p:txBody>
          <a:bodyPr/>
          <a:lstStyle/>
          <a:p>
            <a:r>
              <a:rPr lang="zh-CN" altLang="en-US" dirty="0"/>
              <a:t>‌二、工程项目进度控制</a:t>
            </a:r>
          </a:p>
        </p:txBody>
      </p:sp>
      <p:sp>
        <p:nvSpPr>
          <p:cNvPr id="3" name="内容占位符 2">
            <a:extLst>
              <a:ext uri="{FF2B5EF4-FFF2-40B4-BE49-F238E27FC236}">
                <a16:creationId xmlns:a16="http://schemas.microsoft.com/office/drawing/2014/main" id="{FFD5B7FD-53D7-4A3D-B649-2FBE8EF2AA39}"/>
              </a:ext>
            </a:extLst>
          </p:cNvPr>
          <p:cNvSpPr>
            <a:spLocks noGrp="1"/>
          </p:cNvSpPr>
          <p:nvPr>
            <p:ph idx="1"/>
          </p:nvPr>
        </p:nvSpPr>
        <p:spPr>
          <a:xfrm>
            <a:off x="457200" y="1600200"/>
            <a:ext cx="8507288" cy="4530725"/>
          </a:xfrm>
        </p:spPr>
        <p:txBody>
          <a:bodyPr/>
          <a:lstStyle/>
          <a:p>
            <a:pPr algn="just"/>
            <a:r>
              <a:rPr lang="zh-CN" altLang="en-US" sz="3600" dirty="0"/>
              <a:t>‌</a:t>
            </a:r>
            <a:r>
              <a:rPr lang="zh-CN" altLang="en-US" sz="3600" b="1" dirty="0"/>
              <a:t>工程项目进度控制原理</a:t>
            </a:r>
            <a:r>
              <a:rPr lang="zh-CN" altLang="en-US" sz="3600" dirty="0"/>
              <a:t>‌：</a:t>
            </a:r>
          </a:p>
          <a:p>
            <a:pPr algn="just"/>
            <a:r>
              <a:rPr lang="zh-CN" altLang="en-US" sz="3600" dirty="0"/>
              <a:t>‌</a:t>
            </a:r>
            <a:r>
              <a:rPr lang="en-US" altLang="zh-CN" sz="3600" dirty="0"/>
              <a:t>1. </a:t>
            </a:r>
            <a:r>
              <a:rPr lang="zh-CN" altLang="en-US" sz="3600" b="1" dirty="0"/>
              <a:t>动态控制原理</a:t>
            </a:r>
            <a:r>
              <a:rPr lang="zh-CN" altLang="en-US" sz="3600" dirty="0"/>
              <a:t>‌：在进度计划执行过程中，由于各种干扰因素的影响，实际进度与计划进度可能会产生偏差。</a:t>
            </a:r>
            <a:endParaRPr lang="en-US" altLang="zh-CN" sz="3600" dirty="0"/>
          </a:p>
          <a:p>
            <a:r>
              <a:rPr lang="zh-CN" altLang="en-US" sz="3600" dirty="0"/>
              <a:t>分析偏差产生的原因，采取相应的措施调整计划，继续按新计划进行施工活动，形成循环的动态控制过程‌</a:t>
            </a:r>
            <a:br>
              <a:rPr lang="zh-CN" altLang="en-US" sz="3600" dirty="0"/>
            </a:br>
            <a:endParaRPr lang="zh-CN" altLang="en-US" sz="3600" dirty="0"/>
          </a:p>
        </p:txBody>
      </p:sp>
    </p:spTree>
    <p:extLst>
      <p:ext uri="{BB962C8B-B14F-4D97-AF65-F5344CB8AC3E}">
        <p14:creationId xmlns:p14="http://schemas.microsoft.com/office/powerpoint/2010/main" val="3079047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5C70E7-62AC-4B17-80DF-459A418BF87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2040E7C-B13F-4D04-992C-D8AED76D3C3A}"/>
              </a:ext>
            </a:extLst>
          </p:cNvPr>
          <p:cNvSpPr>
            <a:spLocks noGrp="1"/>
          </p:cNvSpPr>
          <p:nvPr>
            <p:ph idx="1"/>
          </p:nvPr>
        </p:nvSpPr>
        <p:spPr>
          <a:xfrm>
            <a:off x="251520" y="1600200"/>
            <a:ext cx="8784976" cy="4530725"/>
          </a:xfrm>
        </p:spPr>
        <p:txBody>
          <a:bodyPr/>
          <a:lstStyle/>
          <a:p>
            <a:r>
              <a:rPr lang="en-US" altLang="zh-CN" sz="3600" dirty="0"/>
              <a:t>2. </a:t>
            </a:r>
            <a:r>
              <a:rPr lang="zh-CN" altLang="en-US" sz="3600" dirty="0"/>
              <a:t>‌</a:t>
            </a:r>
            <a:r>
              <a:rPr lang="zh-CN" altLang="en-US" sz="3600" b="1" dirty="0"/>
              <a:t>系统控制原理</a:t>
            </a:r>
            <a:r>
              <a:rPr lang="zh-CN" altLang="en-US" sz="3600" dirty="0"/>
              <a:t>‌：</a:t>
            </a:r>
            <a:endParaRPr lang="en-US" altLang="zh-CN" sz="3600" dirty="0"/>
          </a:p>
          <a:p>
            <a:r>
              <a:rPr lang="zh-CN" altLang="en-US" sz="3600" dirty="0"/>
              <a:t>工程项目进度管理是一个系统工程，包括项目施工进度计划系统和实施系统两部分。管理过程中需要对施工进度和相关影响因素的信息进行收集、加工、汇总和反馈，确保施工活动按计划进行‌。</a:t>
            </a:r>
            <a:br>
              <a:rPr lang="zh-CN" altLang="en-US" sz="3600" dirty="0"/>
            </a:br>
            <a:endParaRPr lang="zh-CN" altLang="en-US" sz="3600" dirty="0"/>
          </a:p>
        </p:txBody>
      </p:sp>
    </p:spTree>
    <p:extLst>
      <p:ext uri="{BB962C8B-B14F-4D97-AF65-F5344CB8AC3E}">
        <p14:creationId xmlns:p14="http://schemas.microsoft.com/office/powerpoint/2010/main" val="1215855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FC2764-3E67-4584-A562-BDD871451D7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EFE7030-270A-4F14-A0FA-067EA7D97D67}"/>
              </a:ext>
            </a:extLst>
          </p:cNvPr>
          <p:cNvSpPr>
            <a:spLocks noGrp="1"/>
          </p:cNvSpPr>
          <p:nvPr>
            <p:ph idx="1"/>
          </p:nvPr>
        </p:nvSpPr>
        <p:spPr>
          <a:xfrm>
            <a:off x="323528" y="980728"/>
            <a:ext cx="8820472" cy="4530725"/>
          </a:xfrm>
        </p:spPr>
        <p:txBody>
          <a:bodyPr/>
          <a:lstStyle/>
          <a:p>
            <a:r>
              <a:rPr lang="en-US" altLang="zh-CN" sz="3600" b="1" dirty="0"/>
              <a:t>3. </a:t>
            </a:r>
            <a:r>
              <a:rPr lang="zh-CN" altLang="en-US" sz="3600" b="1" dirty="0"/>
              <a:t>信息反馈原理</a:t>
            </a:r>
            <a:r>
              <a:rPr lang="zh-CN" altLang="en-US" sz="3600" dirty="0"/>
              <a:t>‌：</a:t>
            </a:r>
            <a:endParaRPr lang="en-US" altLang="zh-CN" sz="3600" dirty="0"/>
          </a:p>
          <a:p>
            <a:r>
              <a:rPr lang="zh-CN" altLang="en-US" sz="3600" dirty="0"/>
              <a:t>进度管理的过程实质上是对施工活动和进度的信息不断收集、加工、汇总和反馈的过程。信息管理中心对收集的资料进行分析，领导做出决策后发出指令，指导施工或调整计划，基层作业组织根据计划和指令安排施工活动，并将实际进度和问题随时上报‌。</a:t>
            </a:r>
          </a:p>
        </p:txBody>
      </p:sp>
    </p:spTree>
    <p:extLst>
      <p:ext uri="{BB962C8B-B14F-4D97-AF65-F5344CB8AC3E}">
        <p14:creationId xmlns:p14="http://schemas.microsoft.com/office/powerpoint/2010/main" val="240405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C225EF-9F97-4811-B1AA-E52351EC3B8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7941357D-0FF4-408E-9DA6-28A67627319F}"/>
              </a:ext>
            </a:extLst>
          </p:cNvPr>
          <p:cNvSpPr>
            <a:spLocks noGrp="1"/>
          </p:cNvSpPr>
          <p:nvPr>
            <p:ph idx="1"/>
          </p:nvPr>
        </p:nvSpPr>
        <p:spPr>
          <a:xfrm>
            <a:off x="215516" y="764704"/>
            <a:ext cx="8928484" cy="4530725"/>
          </a:xfrm>
        </p:spPr>
        <p:txBody>
          <a:bodyPr/>
          <a:lstStyle/>
          <a:p>
            <a:endParaRPr lang="zh-CN" altLang="en-US" sz="3200" dirty="0"/>
          </a:p>
          <a:p>
            <a:r>
              <a:rPr lang="zh-CN" altLang="en-US" sz="3200" dirty="0"/>
              <a:t>‌</a:t>
            </a:r>
            <a:r>
              <a:rPr lang="en-US" altLang="zh-CN" sz="3200" dirty="0"/>
              <a:t>4. </a:t>
            </a:r>
            <a:r>
              <a:rPr lang="zh-CN" altLang="en-US" sz="3200" b="1" dirty="0"/>
              <a:t>弹性原理</a:t>
            </a:r>
            <a:r>
              <a:rPr lang="zh-CN" altLang="en-US" sz="3200" dirty="0"/>
              <a:t>‌：由于施工项目进度计划受多种因素影响，编制计划时应考虑这些因素，使计划具有弹性。在控制过程中，可以利用这些弹性调整计划，确保按预期目标完成。</a:t>
            </a:r>
          </a:p>
          <a:p>
            <a:r>
              <a:rPr lang="en-US" altLang="zh-CN" sz="3200" dirty="0"/>
              <a:t>5. </a:t>
            </a:r>
            <a:r>
              <a:rPr lang="zh-CN" altLang="en-US" sz="3200" dirty="0"/>
              <a:t>‌</a:t>
            </a:r>
            <a:r>
              <a:rPr lang="zh-CN" altLang="en-US" sz="3200" b="1" dirty="0"/>
              <a:t>封闭循环原理</a:t>
            </a:r>
            <a:r>
              <a:rPr lang="zh-CN" altLang="en-US" sz="3200" dirty="0"/>
              <a:t>‌：从编制项目施工进度计划开始，通过实施过程中的跟踪检查，收集实际进度信息，比较和分析偏差，找出原因和解决办法，确定调整措施，再修改原计划，形成一个封闭的循环系统‌。</a:t>
            </a:r>
            <a:endParaRPr lang="en-US" altLang="zh-CN" sz="3200" dirty="0"/>
          </a:p>
          <a:p>
            <a:r>
              <a:rPr lang="en-US" altLang="zh-CN" sz="3200" dirty="0"/>
              <a:t>6. </a:t>
            </a:r>
            <a:r>
              <a:rPr lang="zh-CN" altLang="en-US" sz="3200" b="1" dirty="0">
                <a:solidFill>
                  <a:srgbClr val="FF0000"/>
                </a:solidFill>
              </a:rPr>
              <a:t>网络计划技术原理</a:t>
            </a:r>
            <a:br>
              <a:rPr lang="zh-CN" altLang="en-US" sz="3200" dirty="0"/>
            </a:br>
            <a:endParaRPr lang="zh-CN" altLang="en-US" sz="3200" dirty="0"/>
          </a:p>
        </p:txBody>
      </p:sp>
    </p:spTree>
    <p:extLst>
      <p:ext uri="{BB962C8B-B14F-4D97-AF65-F5344CB8AC3E}">
        <p14:creationId xmlns:p14="http://schemas.microsoft.com/office/powerpoint/2010/main" val="1892078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B963499D-807C-4C20-9214-AEFD64FF0CF9}"/>
              </a:ext>
            </a:extLst>
          </p:cNvPr>
          <p:cNvSpPr>
            <a:spLocks noGrp="1" noRot="1" noChangeArrowheads="1"/>
          </p:cNvSpPr>
          <p:nvPr>
            <p:ph type="title"/>
          </p:nvPr>
        </p:nvSpPr>
        <p:spPr>
          <a:xfrm>
            <a:off x="617538" y="685800"/>
            <a:ext cx="8066087" cy="571500"/>
          </a:xfrm>
        </p:spPr>
        <p:txBody>
          <a:bodyPr/>
          <a:lstStyle/>
          <a:p>
            <a:pPr eaLnBrk="1" hangingPunct="1"/>
            <a:r>
              <a:rPr lang="zh-CN" altLang="en-US" sz="4000" b="1" dirty="0">
                <a:latin typeface="宋体" panose="02010600030101010101" pitchFamily="2" charset="-122"/>
              </a:rPr>
              <a:t>双代号</a:t>
            </a:r>
            <a:r>
              <a:rPr lang="zh-CN" altLang="en-US" sz="4000" dirty="0">
                <a:latin typeface="宋体" panose="02010600030101010101" pitchFamily="2" charset="-122"/>
              </a:rPr>
              <a:t>网络</a:t>
            </a:r>
            <a:r>
              <a:rPr lang="zh-CN" altLang="en-US" sz="4000" b="1" dirty="0">
                <a:latin typeface="宋体" panose="02010600030101010101" pitchFamily="2" charset="-122"/>
              </a:rPr>
              <a:t>图的绘制</a:t>
            </a:r>
            <a:r>
              <a:rPr lang="zh-CN" altLang="en-US" sz="4000" dirty="0"/>
              <a:t> </a:t>
            </a:r>
          </a:p>
        </p:txBody>
      </p:sp>
      <p:sp>
        <p:nvSpPr>
          <p:cNvPr id="11267" name="Rectangle 3">
            <a:extLst>
              <a:ext uri="{FF2B5EF4-FFF2-40B4-BE49-F238E27FC236}">
                <a16:creationId xmlns:a16="http://schemas.microsoft.com/office/drawing/2014/main" id="{25818A4F-2138-491D-AA7F-DC4D86FE8C2B}"/>
              </a:ext>
            </a:extLst>
          </p:cNvPr>
          <p:cNvSpPr>
            <a:spLocks noGrp="1" noRot="1" noChangeArrowheads="1"/>
          </p:cNvSpPr>
          <p:nvPr>
            <p:ph idx="1"/>
          </p:nvPr>
        </p:nvSpPr>
        <p:spPr>
          <a:xfrm>
            <a:off x="685800" y="1143000"/>
            <a:ext cx="8077200" cy="4800600"/>
          </a:xfrm>
        </p:spPr>
        <p:txBody>
          <a:bodyPr/>
          <a:lstStyle/>
          <a:p>
            <a:pPr algn="just" eaLnBrk="1" hangingPunct="1">
              <a:buFont typeface="Wingdings" panose="05000000000000000000" pitchFamily="2" charset="2"/>
              <a:buNone/>
            </a:pPr>
            <a:endParaRPr lang="en-US" altLang="zh-CN" sz="2800" b="1" i="1" dirty="0"/>
          </a:p>
          <a:p>
            <a:pPr algn="just" eaLnBrk="1" hangingPunct="1">
              <a:buFont typeface="Wingdings" panose="05000000000000000000" pitchFamily="2" charset="2"/>
              <a:buNone/>
            </a:pPr>
            <a:endParaRPr lang="en-US" altLang="zh-CN" sz="800" b="1" i="1" dirty="0"/>
          </a:p>
          <a:p>
            <a:pPr algn="just" eaLnBrk="1" hangingPunct="1">
              <a:buFont typeface="Wingdings" panose="05000000000000000000" pitchFamily="2" charset="2"/>
              <a:buNone/>
            </a:pPr>
            <a:r>
              <a:rPr lang="zh-CN" altLang="en-US" sz="2800" b="1" dirty="0">
                <a:solidFill>
                  <a:schemeClr val="tx2"/>
                </a:solidFill>
              </a:rPr>
              <a:t>工作之间的关系：</a:t>
            </a:r>
            <a:r>
              <a:rPr lang="zh-CN" altLang="en-US" sz="2800" b="1" dirty="0"/>
              <a:t>紧前工作，紧后工作，平行工作</a:t>
            </a:r>
          </a:p>
          <a:p>
            <a:pPr algn="just" eaLnBrk="1" hangingPunct="1">
              <a:buFont typeface="Wingdings" panose="05000000000000000000" pitchFamily="2" charset="2"/>
              <a:buNone/>
            </a:pPr>
            <a:endParaRPr lang="zh-CN" altLang="en-US" sz="900" b="1" dirty="0"/>
          </a:p>
          <a:p>
            <a:pPr algn="just" eaLnBrk="1" hangingPunct="1">
              <a:buFont typeface="Wingdings" panose="05000000000000000000" pitchFamily="2" charset="2"/>
              <a:buNone/>
            </a:pPr>
            <a:r>
              <a:rPr lang="zh-CN" altLang="en-US" sz="2800" b="1" dirty="0">
                <a:solidFill>
                  <a:schemeClr val="tx2"/>
                </a:solidFill>
              </a:rPr>
              <a:t>双代号网络图：</a:t>
            </a:r>
            <a:r>
              <a:rPr lang="zh-CN" altLang="en-US" sz="2800" b="1" dirty="0"/>
              <a:t>用圆圈和矢箭表达计划内所要完成的各项工作的先后顺序和相互关系。</a:t>
            </a:r>
          </a:p>
          <a:p>
            <a:pPr eaLnBrk="1" hangingPunct="1">
              <a:buFont typeface="Wingdings" panose="05000000000000000000" pitchFamily="2" charset="2"/>
              <a:buNone/>
            </a:pPr>
            <a:endParaRPr lang="zh-CN" altLang="en-US" sz="800" b="1" dirty="0">
              <a:latin typeface="宋体" panose="02010600030101010101" pitchFamily="2" charset="-122"/>
            </a:endParaRPr>
          </a:p>
          <a:p>
            <a:pPr eaLnBrk="1" hangingPunct="1">
              <a:buFont typeface="Wingdings" panose="05000000000000000000" pitchFamily="2" charset="2"/>
              <a:buNone/>
            </a:pPr>
            <a:r>
              <a:rPr lang="zh-CN" altLang="en-US" sz="2800" b="1" dirty="0">
                <a:solidFill>
                  <a:schemeClr val="tx2"/>
                </a:solidFill>
              </a:rPr>
              <a:t>双代号网络图的基本特点：</a:t>
            </a:r>
          </a:p>
          <a:p>
            <a:pPr eaLnBrk="1" hangingPunct="1">
              <a:buFont typeface="Wingdings" panose="05000000000000000000" pitchFamily="2" charset="2"/>
              <a:buNone/>
            </a:pPr>
            <a:r>
              <a:rPr lang="zh-CN" altLang="en-US" sz="2800" b="1" dirty="0">
                <a:latin typeface="宋体" panose="02010600030101010101" pitchFamily="2" charset="-122"/>
              </a:rPr>
              <a:t>  ①用矢箭表达所要进行的工作；</a:t>
            </a:r>
          </a:p>
          <a:p>
            <a:pPr eaLnBrk="1" hangingPunct="1">
              <a:buFont typeface="Wingdings" panose="05000000000000000000" pitchFamily="2" charset="2"/>
              <a:buNone/>
            </a:pPr>
            <a:r>
              <a:rPr lang="zh-CN" altLang="en-US" sz="2800" b="1" dirty="0">
                <a:latin typeface="宋体" panose="02010600030101010101" pitchFamily="2" charset="-122"/>
              </a:rPr>
              <a:t>  ②圆圈表示工作之间的连接；</a:t>
            </a:r>
          </a:p>
          <a:p>
            <a:pPr eaLnBrk="1" hangingPunct="1">
              <a:buFont typeface="Wingdings" panose="05000000000000000000" pitchFamily="2" charset="2"/>
              <a:buNone/>
            </a:pPr>
            <a:r>
              <a:rPr lang="zh-CN" altLang="en-US" sz="2800" b="1" dirty="0">
                <a:latin typeface="宋体" panose="02010600030101010101" pitchFamily="2" charset="-122"/>
              </a:rPr>
              <a:t>  ③指向某结点的工作没有全部完成，它后面的工作就不能开始。</a:t>
            </a:r>
            <a:r>
              <a:rPr lang="zh-CN" altLang="en-US" sz="2800" b="1" dirty="0"/>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858DFAEA-777C-4CB5-BE28-0F9BB8B87AB0}"/>
              </a:ext>
            </a:extLst>
          </p:cNvPr>
          <p:cNvSpPr>
            <a:spLocks noChangeArrowheads="1"/>
          </p:cNvSpPr>
          <p:nvPr/>
        </p:nvSpPr>
        <p:spPr bwMode="auto">
          <a:xfrm>
            <a:off x="533400" y="685800"/>
            <a:ext cx="3352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buClrTx/>
              <a:buSzTx/>
              <a:buFontTx/>
              <a:buNone/>
            </a:pPr>
            <a:endParaRPr kumimoji="1" lang="zh-CN" altLang="zh-CN" sz="2800">
              <a:latin typeface="Times New Roman" panose="02020603050405020304" pitchFamily="18" charset="0"/>
            </a:endParaRPr>
          </a:p>
        </p:txBody>
      </p:sp>
      <p:graphicFrame>
        <p:nvGraphicFramePr>
          <p:cNvPr id="12291" name="Object 4" descr="信纸">
            <a:extLst>
              <a:ext uri="{FF2B5EF4-FFF2-40B4-BE49-F238E27FC236}">
                <a16:creationId xmlns:a16="http://schemas.microsoft.com/office/drawing/2014/main" id="{43BFFF0A-7B2C-4983-8438-969C784ABA60}"/>
              </a:ext>
            </a:extLst>
          </p:cNvPr>
          <p:cNvGraphicFramePr>
            <a:graphicFrameLocks noChangeAspect="1"/>
          </p:cNvGraphicFramePr>
          <p:nvPr>
            <p:extLst>
              <p:ext uri="{D42A27DB-BD31-4B8C-83A1-F6EECF244321}">
                <p14:modId xmlns:p14="http://schemas.microsoft.com/office/powerpoint/2010/main" val="2469654774"/>
              </p:ext>
            </p:extLst>
          </p:nvPr>
        </p:nvGraphicFramePr>
        <p:xfrm>
          <a:off x="395536" y="1628775"/>
          <a:ext cx="8136903" cy="4896569"/>
        </p:xfrm>
        <a:graphic>
          <a:graphicData uri="http://schemas.openxmlformats.org/presentationml/2006/ole">
            <mc:AlternateContent xmlns:mc="http://schemas.openxmlformats.org/markup-compatibility/2006">
              <mc:Choice xmlns:v="urn:schemas-microsoft-com:vml" Requires="v">
                <p:oleObj spid="_x0000_s1038" name="AutoCAD Drawing" r:id="rId3" imgW="9067800" imgH="5172075" progId="AutoCAD.Drawing.16">
                  <p:embed/>
                </p:oleObj>
              </mc:Choice>
              <mc:Fallback>
                <p:oleObj name="AutoCAD Drawing" r:id="rId3" imgW="9067800" imgH="5172075" progId="AutoCAD.Drawing.16">
                  <p:embed/>
                  <p:pic>
                    <p:nvPicPr>
                      <p:cNvPr id="12291" name="Object 4" descr="信纸">
                        <a:extLst>
                          <a:ext uri="{FF2B5EF4-FFF2-40B4-BE49-F238E27FC236}">
                            <a16:creationId xmlns:a16="http://schemas.microsoft.com/office/drawing/2014/main" id="{43BFFF0A-7B2C-4983-8438-969C784ABA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882" t="44139" r="57562" b="22008"/>
                      <a:stretch>
                        <a:fillRect/>
                      </a:stretch>
                    </p:blipFill>
                    <p:spPr bwMode="auto">
                      <a:xfrm>
                        <a:off x="395536" y="1628775"/>
                        <a:ext cx="8136903" cy="4896569"/>
                      </a:xfrm>
                      <a:prstGeom prst="rect">
                        <a:avLst/>
                      </a:prstGeom>
                      <a:blipFill dpi="0" rotWithShape="0">
                        <a:blip r:embed="rId5"/>
                        <a:srcRect l="5882" t="44139" r="57562" b="22008"/>
                        <a:tile tx="0" ty="0" sx="100000" sy="100000" flip="none" algn="tl"/>
                      </a:blipFill>
                      <a:ln>
                        <a:noFill/>
                      </a:ln>
                      <a:effec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7172A29B-3096-47BE-AF4F-46D1D4B076E1}"/>
              </a:ext>
            </a:extLst>
          </p:cNvPr>
          <p:cNvSpPr>
            <a:spLocks noChangeArrowheads="1"/>
          </p:cNvSpPr>
          <p:nvPr/>
        </p:nvSpPr>
        <p:spPr bwMode="auto">
          <a:xfrm>
            <a:off x="685800" y="762000"/>
            <a:ext cx="807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buClrTx/>
              <a:buSzTx/>
              <a:buFontTx/>
              <a:buNone/>
            </a:pPr>
            <a:r>
              <a:rPr kumimoji="1" lang="zh-CN" altLang="en-US" sz="2800" b="1">
                <a:solidFill>
                  <a:schemeClr val="tx2"/>
                </a:solidFill>
                <a:latin typeface="宋体" panose="02010600030101010101" pitchFamily="2" charset="-122"/>
              </a:rPr>
              <a:t>一、绘图符号</a:t>
            </a:r>
            <a:r>
              <a:rPr kumimoji="1" lang="zh-CN" altLang="en-US" sz="2800">
                <a:latin typeface="Times New Roman" panose="02020603050405020304" pitchFamily="18" charset="0"/>
              </a:rPr>
              <a:t> </a:t>
            </a:r>
          </a:p>
        </p:txBody>
      </p:sp>
      <p:sp>
        <p:nvSpPr>
          <p:cNvPr id="13315" name="Rectangle 3">
            <a:extLst>
              <a:ext uri="{FF2B5EF4-FFF2-40B4-BE49-F238E27FC236}">
                <a16:creationId xmlns:a16="http://schemas.microsoft.com/office/drawing/2014/main" id="{DC12D643-2EA5-4578-B547-5BB6B128EE4C}"/>
              </a:ext>
            </a:extLst>
          </p:cNvPr>
          <p:cNvSpPr>
            <a:spLocks noChangeArrowheads="1"/>
          </p:cNvSpPr>
          <p:nvPr/>
        </p:nvSpPr>
        <p:spPr bwMode="auto">
          <a:xfrm>
            <a:off x="762000" y="1295400"/>
            <a:ext cx="80772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buClrTx/>
              <a:buSzTx/>
              <a:buFontTx/>
              <a:buNone/>
            </a:pPr>
            <a:r>
              <a:rPr kumimoji="1" lang="zh-CN" altLang="en-US" sz="2800" b="1">
                <a:solidFill>
                  <a:schemeClr val="tx2"/>
                </a:solidFill>
                <a:latin typeface="宋体" panose="02010600030101010101" pitchFamily="2" charset="-122"/>
              </a:rPr>
              <a:t>（一）工作</a:t>
            </a:r>
            <a:r>
              <a:rPr kumimoji="1" lang="zh-CN" altLang="en-US" sz="2800" b="1" i="1">
                <a:latin typeface="宋体" panose="02010600030101010101" pitchFamily="2" charset="-122"/>
              </a:rPr>
              <a:t>（活动、工序）</a:t>
            </a:r>
          </a:p>
          <a:p>
            <a:pPr algn="just" eaLnBrk="1" hangingPunct="1">
              <a:buClrTx/>
              <a:buSzTx/>
              <a:buFontTx/>
              <a:buNone/>
            </a:pPr>
            <a:endParaRPr kumimoji="1" lang="zh-CN" altLang="en-US" sz="2800" b="1" i="1">
              <a:latin typeface="宋体" panose="02010600030101010101" pitchFamily="2" charset="-122"/>
            </a:endParaRPr>
          </a:p>
          <a:p>
            <a:pPr algn="just" eaLnBrk="1" hangingPunct="1">
              <a:buClrTx/>
              <a:buSzTx/>
              <a:buFontTx/>
              <a:buNone/>
            </a:pPr>
            <a:endParaRPr kumimoji="1" lang="zh-CN" altLang="en-US" sz="2800" b="1" i="1">
              <a:latin typeface="宋体" panose="02010600030101010101" pitchFamily="2" charset="-122"/>
            </a:endParaRPr>
          </a:p>
          <a:p>
            <a:pPr algn="just" eaLnBrk="1" hangingPunct="1">
              <a:buClrTx/>
              <a:buSzTx/>
              <a:buFontTx/>
              <a:buNone/>
            </a:pPr>
            <a:r>
              <a:rPr kumimoji="1" lang="en-US" altLang="zh-CN" sz="2800" b="1">
                <a:solidFill>
                  <a:schemeClr val="tx2"/>
                </a:solidFill>
                <a:latin typeface="宋体" panose="02010600030101010101" pitchFamily="2" charset="-122"/>
              </a:rPr>
              <a:t>1</a:t>
            </a:r>
            <a:r>
              <a:rPr kumimoji="1" lang="zh-CN" altLang="en-US" sz="2800" b="1">
                <a:solidFill>
                  <a:schemeClr val="tx2"/>
                </a:solidFill>
                <a:latin typeface="Times New Roman" panose="02020603050405020304" pitchFamily="18" charset="0"/>
              </a:rPr>
              <a:t>．工作用矢箭表示，箭头方向表示工作的前进方向（左至右）</a:t>
            </a:r>
            <a:endParaRPr kumimoji="1" lang="zh-CN" altLang="en-US" sz="2800" b="1">
              <a:solidFill>
                <a:schemeClr val="tx2"/>
              </a:solidFill>
              <a:latin typeface="宋体" panose="02010600030101010101" pitchFamily="2" charset="-122"/>
            </a:endParaRPr>
          </a:p>
          <a:p>
            <a:pPr algn="just" eaLnBrk="1" hangingPunct="1">
              <a:buClrTx/>
              <a:buSzTx/>
              <a:buFontTx/>
              <a:buNone/>
            </a:pPr>
            <a:r>
              <a:rPr kumimoji="1" lang="en-US" altLang="zh-CN" sz="2800" b="1">
                <a:solidFill>
                  <a:schemeClr val="tx2"/>
                </a:solidFill>
                <a:latin typeface="宋体" panose="02010600030101010101" pitchFamily="2" charset="-122"/>
              </a:rPr>
              <a:t>2</a:t>
            </a:r>
            <a:r>
              <a:rPr kumimoji="1" lang="zh-CN" altLang="en-US" sz="2800" b="1">
                <a:solidFill>
                  <a:schemeClr val="tx2"/>
                </a:solidFill>
                <a:latin typeface="Times New Roman" panose="02020603050405020304" pitchFamily="18" charset="0"/>
              </a:rPr>
              <a:t>．矢箭长短与时间无关</a:t>
            </a:r>
            <a:endParaRPr kumimoji="1" lang="zh-CN" altLang="en-US" sz="2800" b="1">
              <a:solidFill>
                <a:schemeClr val="tx2"/>
              </a:solidFill>
              <a:latin typeface="宋体" panose="02010600030101010101" pitchFamily="2" charset="-122"/>
            </a:endParaRPr>
          </a:p>
          <a:p>
            <a:pPr algn="just" eaLnBrk="1" hangingPunct="1">
              <a:buClrTx/>
              <a:buSzTx/>
              <a:buFontTx/>
              <a:buNone/>
            </a:pPr>
            <a:r>
              <a:rPr kumimoji="1" lang="en-US" altLang="zh-CN" sz="2800" b="1">
                <a:solidFill>
                  <a:schemeClr val="tx2"/>
                </a:solidFill>
                <a:latin typeface="宋体" panose="02010600030101010101" pitchFamily="2" charset="-122"/>
              </a:rPr>
              <a:t>3</a:t>
            </a:r>
            <a:r>
              <a:rPr kumimoji="1" lang="zh-CN" altLang="en-US" sz="2800" b="1">
                <a:solidFill>
                  <a:schemeClr val="tx2"/>
                </a:solidFill>
                <a:latin typeface="Times New Roman" panose="02020603050405020304" pitchFamily="18" charset="0"/>
              </a:rPr>
              <a:t>．箭尾表示工作的开始，箭头表示工作的完成</a:t>
            </a:r>
            <a:endParaRPr kumimoji="1" lang="zh-CN" altLang="en-US" sz="2800" b="1">
              <a:solidFill>
                <a:schemeClr val="tx2"/>
              </a:solidFill>
              <a:latin typeface="宋体" panose="02010600030101010101" pitchFamily="2" charset="-122"/>
            </a:endParaRPr>
          </a:p>
          <a:p>
            <a:pPr algn="just" eaLnBrk="1" hangingPunct="1">
              <a:buClrTx/>
              <a:buSzTx/>
              <a:buFontTx/>
              <a:buNone/>
            </a:pPr>
            <a:r>
              <a:rPr kumimoji="1" lang="en-US" altLang="zh-CN" sz="2800" b="1">
                <a:solidFill>
                  <a:schemeClr val="tx2"/>
                </a:solidFill>
                <a:latin typeface="宋体" panose="02010600030101010101" pitchFamily="2" charset="-122"/>
              </a:rPr>
              <a:t>4</a:t>
            </a:r>
            <a:r>
              <a:rPr kumimoji="1" lang="zh-CN" altLang="en-US" sz="2800" b="1">
                <a:solidFill>
                  <a:schemeClr val="tx2"/>
                </a:solidFill>
                <a:latin typeface="宋体" panose="02010600030101010101" pitchFamily="2" charset="-122"/>
              </a:rPr>
              <a:t>．工作名称或内容写在矢箭上面，工作持续矢箭写在矢箭下方  </a:t>
            </a:r>
          </a:p>
        </p:txBody>
      </p:sp>
      <p:graphicFrame>
        <p:nvGraphicFramePr>
          <p:cNvPr id="13316" name="Object 4" descr="信纸">
            <a:extLst>
              <a:ext uri="{FF2B5EF4-FFF2-40B4-BE49-F238E27FC236}">
                <a16:creationId xmlns:a16="http://schemas.microsoft.com/office/drawing/2014/main" id="{8A1735ED-0B0F-4CF6-B5E5-171665DFDAD6}"/>
              </a:ext>
            </a:extLst>
          </p:cNvPr>
          <p:cNvGraphicFramePr>
            <a:graphicFrameLocks noChangeAspect="1"/>
          </p:cNvGraphicFramePr>
          <p:nvPr/>
        </p:nvGraphicFramePr>
        <p:xfrm>
          <a:off x="3657600" y="1905000"/>
          <a:ext cx="1905000" cy="838200"/>
        </p:xfrm>
        <a:graphic>
          <a:graphicData uri="http://schemas.openxmlformats.org/presentationml/2006/ole">
            <mc:AlternateContent xmlns:mc="http://schemas.openxmlformats.org/markup-compatibility/2006">
              <mc:Choice xmlns:v="urn:schemas-microsoft-com:vml" Requires="v">
                <p:oleObj spid="_x0000_s2062" name="AutoCAD Drawing" r:id="rId3" imgW="9067800" imgH="5172075" progId="AutoCAD.Drawing.16">
                  <p:embed/>
                </p:oleObj>
              </mc:Choice>
              <mc:Fallback>
                <p:oleObj name="AutoCAD Drawing" r:id="rId3" imgW="9067800" imgH="5172075" progId="AutoCAD.Drawing.16">
                  <p:embed/>
                  <p:pic>
                    <p:nvPicPr>
                      <p:cNvPr id="13316" name="Object 4" descr="信纸">
                        <a:extLst>
                          <a:ext uri="{FF2B5EF4-FFF2-40B4-BE49-F238E27FC236}">
                            <a16:creationId xmlns:a16="http://schemas.microsoft.com/office/drawing/2014/main" id="{8A1735ED-0B0F-4CF6-B5E5-171665DFDA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62605" t="26132" r="24789" b="64143"/>
                      <a:stretch>
                        <a:fillRect/>
                      </a:stretch>
                    </p:blipFill>
                    <p:spPr bwMode="auto">
                      <a:xfrm>
                        <a:off x="3657600" y="1905000"/>
                        <a:ext cx="1905000" cy="838200"/>
                      </a:xfrm>
                      <a:prstGeom prst="rect">
                        <a:avLst/>
                      </a:prstGeom>
                      <a:blipFill dpi="0" rotWithShape="0">
                        <a:blip r:embed="rId5"/>
                        <a:srcRect l="62605" t="26132" r="24789" b="64143"/>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F9FF08BB-25EB-41F7-8875-560AC5A8E9D7}"/>
              </a:ext>
            </a:extLst>
          </p:cNvPr>
          <p:cNvSpPr>
            <a:spLocks noChangeArrowheads="1"/>
          </p:cNvSpPr>
          <p:nvPr/>
        </p:nvSpPr>
        <p:spPr bwMode="auto">
          <a:xfrm>
            <a:off x="611188" y="981075"/>
            <a:ext cx="80772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buClrTx/>
              <a:buSzTx/>
              <a:buFontTx/>
              <a:buNone/>
            </a:pPr>
            <a:r>
              <a:rPr kumimoji="1" lang="zh-CN" altLang="en-US" sz="2800" b="1">
                <a:solidFill>
                  <a:schemeClr val="tx2"/>
                </a:solidFill>
                <a:latin typeface="宋体" panose="02010600030101010101" pitchFamily="2" charset="-122"/>
              </a:rPr>
              <a:t>（二）事件</a:t>
            </a:r>
            <a:r>
              <a:rPr kumimoji="1" lang="zh-CN" altLang="en-US" sz="2800" b="1" i="1">
                <a:latin typeface="宋体" panose="02010600030101010101" pitchFamily="2" charset="-122"/>
              </a:rPr>
              <a:t>（节点，结点） </a:t>
            </a:r>
          </a:p>
          <a:p>
            <a:pPr algn="just" eaLnBrk="1" hangingPunct="1">
              <a:buClrTx/>
              <a:buSzTx/>
              <a:buFontTx/>
              <a:buNone/>
            </a:pPr>
            <a:endParaRPr kumimoji="1" lang="zh-CN" altLang="en-US" sz="2800" b="1" i="1">
              <a:latin typeface="宋体" panose="02010600030101010101" pitchFamily="2" charset="-122"/>
            </a:endParaRPr>
          </a:p>
          <a:p>
            <a:pPr algn="just" eaLnBrk="1" hangingPunct="1">
              <a:buClrTx/>
              <a:buSzTx/>
              <a:buFontTx/>
              <a:buNone/>
            </a:pPr>
            <a:endParaRPr kumimoji="1" lang="zh-CN" altLang="en-US" sz="2800" b="1" i="1">
              <a:latin typeface="宋体" panose="02010600030101010101" pitchFamily="2" charset="-122"/>
            </a:endParaRPr>
          </a:p>
          <a:p>
            <a:pPr algn="just" eaLnBrk="1" hangingPunct="1">
              <a:buClrTx/>
              <a:buSzTx/>
              <a:buFontTx/>
              <a:buNone/>
            </a:pPr>
            <a:r>
              <a:rPr kumimoji="1" lang="zh-CN" altLang="en-US" sz="2800" b="1">
                <a:solidFill>
                  <a:schemeClr val="tx2"/>
                </a:solidFill>
                <a:latin typeface="Times New Roman" panose="02020603050405020304" pitchFamily="18" charset="0"/>
              </a:rPr>
              <a:t>圆圈表示工作之间的连接，称为节点，同时又是工作的完成或开始的瞬间，称为事件。</a:t>
            </a:r>
            <a:endParaRPr kumimoji="1" lang="zh-CN" altLang="en-US" sz="2800" b="1">
              <a:solidFill>
                <a:schemeClr val="tx2"/>
              </a:solidFill>
              <a:latin typeface="宋体" panose="02010600030101010101" pitchFamily="2" charset="-122"/>
            </a:endParaRPr>
          </a:p>
          <a:p>
            <a:pPr algn="just" eaLnBrk="1" hangingPunct="1">
              <a:buClrTx/>
              <a:buSzTx/>
              <a:buFontTx/>
              <a:buNone/>
            </a:pPr>
            <a:r>
              <a:rPr kumimoji="1" lang="en-US" altLang="zh-CN" sz="2800" b="1">
                <a:solidFill>
                  <a:schemeClr val="tx2"/>
                </a:solidFill>
                <a:latin typeface="宋体" panose="02010600030101010101" pitchFamily="2" charset="-122"/>
              </a:rPr>
              <a:t>1</a:t>
            </a:r>
            <a:r>
              <a:rPr kumimoji="1" lang="zh-CN" altLang="en-US" sz="2800" b="1">
                <a:solidFill>
                  <a:schemeClr val="tx2"/>
                </a:solidFill>
                <a:latin typeface="Times New Roman" panose="02020603050405020304" pitchFamily="18" charset="0"/>
              </a:rPr>
              <a:t>．事件用</a:t>
            </a:r>
            <a:r>
              <a:rPr kumimoji="1" lang="zh-CN" altLang="en-US" sz="2800" b="1">
                <a:solidFill>
                  <a:schemeClr val="tx2"/>
                </a:solidFill>
                <a:latin typeface="宋体" panose="02010600030101010101" pitchFamily="2" charset="-122"/>
              </a:rPr>
              <a:t>○</a:t>
            </a:r>
            <a:r>
              <a:rPr kumimoji="1" lang="zh-CN" altLang="en-US" sz="2800" b="1">
                <a:solidFill>
                  <a:schemeClr val="tx2"/>
                </a:solidFill>
                <a:latin typeface="Times New Roman" panose="02020603050405020304" pitchFamily="18" charset="0"/>
              </a:rPr>
              <a:t>表示，圆圈内为正整数编号，称为事件编号</a:t>
            </a:r>
            <a:endParaRPr kumimoji="1" lang="zh-CN" altLang="en-US" sz="2800" b="1">
              <a:solidFill>
                <a:schemeClr val="tx2"/>
              </a:solidFill>
              <a:latin typeface="宋体" panose="02010600030101010101" pitchFamily="2" charset="-122"/>
            </a:endParaRPr>
          </a:p>
          <a:p>
            <a:pPr algn="just" eaLnBrk="1" hangingPunct="1">
              <a:buClrTx/>
              <a:buSzTx/>
              <a:buFontTx/>
              <a:buNone/>
            </a:pPr>
            <a:r>
              <a:rPr kumimoji="1" lang="en-US" altLang="zh-CN" sz="2800" b="1">
                <a:solidFill>
                  <a:schemeClr val="tx2"/>
                </a:solidFill>
                <a:latin typeface="宋体" panose="02010600030101010101" pitchFamily="2" charset="-122"/>
              </a:rPr>
              <a:t>2</a:t>
            </a:r>
            <a:r>
              <a:rPr kumimoji="1" lang="zh-CN" altLang="en-US" sz="2800" b="1">
                <a:solidFill>
                  <a:schemeClr val="tx2"/>
                </a:solidFill>
                <a:latin typeface="Times New Roman" panose="02020603050405020304" pitchFamily="18" charset="0"/>
              </a:rPr>
              <a:t>．在同一网络图中不得有相同的事件编号</a:t>
            </a:r>
            <a:endParaRPr kumimoji="1" lang="zh-CN" altLang="en-US" sz="2800" b="1">
              <a:solidFill>
                <a:schemeClr val="tx2"/>
              </a:solidFill>
              <a:latin typeface="宋体" panose="02010600030101010101" pitchFamily="2" charset="-122"/>
            </a:endParaRPr>
          </a:p>
          <a:p>
            <a:pPr algn="just" eaLnBrk="1" hangingPunct="1">
              <a:buClrTx/>
              <a:buSzTx/>
              <a:buFontTx/>
              <a:buNone/>
            </a:pPr>
            <a:r>
              <a:rPr kumimoji="1" lang="en-US" altLang="zh-CN" sz="2800" b="1">
                <a:solidFill>
                  <a:schemeClr val="tx2"/>
                </a:solidFill>
                <a:latin typeface="宋体" panose="02010600030101010101" pitchFamily="2" charset="-122"/>
              </a:rPr>
              <a:t>3</a:t>
            </a:r>
            <a:r>
              <a:rPr kumimoji="1" lang="zh-CN" altLang="en-US" sz="2800" b="1">
                <a:solidFill>
                  <a:schemeClr val="tx2"/>
                </a:solidFill>
                <a:latin typeface="宋体" panose="02010600030101010101" pitchFamily="2" charset="-122"/>
              </a:rPr>
              <a:t>．</a:t>
            </a:r>
            <a:r>
              <a:rPr kumimoji="1" lang="en-US" altLang="zh-CN" sz="2800" b="1">
                <a:solidFill>
                  <a:schemeClr val="tx2"/>
                </a:solidFill>
                <a:latin typeface="宋体" panose="02010600030101010101" pitchFamily="2" charset="-122"/>
              </a:rPr>
              <a:t>i&lt;j </a:t>
            </a:r>
          </a:p>
        </p:txBody>
      </p:sp>
      <p:graphicFrame>
        <p:nvGraphicFramePr>
          <p:cNvPr id="14339" name="Object 3" descr="信纸">
            <a:extLst>
              <a:ext uri="{FF2B5EF4-FFF2-40B4-BE49-F238E27FC236}">
                <a16:creationId xmlns:a16="http://schemas.microsoft.com/office/drawing/2014/main" id="{31635D9A-7420-4A9F-9254-85792372EE2E}"/>
              </a:ext>
            </a:extLst>
          </p:cNvPr>
          <p:cNvGraphicFramePr>
            <a:graphicFrameLocks noChangeAspect="1"/>
          </p:cNvGraphicFramePr>
          <p:nvPr/>
        </p:nvGraphicFramePr>
        <p:xfrm>
          <a:off x="3429000" y="1600200"/>
          <a:ext cx="2133600" cy="960438"/>
        </p:xfrm>
        <a:graphic>
          <a:graphicData uri="http://schemas.openxmlformats.org/presentationml/2006/ole">
            <mc:AlternateContent xmlns:mc="http://schemas.openxmlformats.org/markup-compatibility/2006">
              <mc:Choice xmlns:v="urn:schemas-microsoft-com:vml" Requires="v">
                <p:oleObj spid="_x0000_s3086" name="AutoCAD Drawing" r:id="rId3" imgW="9067800" imgH="5172075" progId="AutoCAD.Drawing.16">
                  <p:embed/>
                </p:oleObj>
              </mc:Choice>
              <mc:Fallback>
                <p:oleObj name="AutoCAD Drawing" r:id="rId3" imgW="9067800" imgH="5172075" progId="AutoCAD.Drawing.16">
                  <p:embed/>
                  <p:pic>
                    <p:nvPicPr>
                      <p:cNvPr id="14339" name="Object 3" descr="信纸">
                        <a:extLst>
                          <a:ext uri="{FF2B5EF4-FFF2-40B4-BE49-F238E27FC236}">
                            <a16:creationId xmlns:a16="http://schemas.microsoft.com/office/drawing/2014/main" id="{31635D9A-7420-4A9F-9254-85792372EE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47900" t="38306" r="35294" b="48434"/>
                      <a:stretch>
                        <a:fillRect/>
                      </a:stretch>
                    </p:blipFill>
                    <p:spPr bwMode="auto">
                      <a:xfrm>
                        <a:off x="3429000" y="1600200"/>
                        <a:ext cx="2133600" cy="960438"/>
                      </a:xfrm>
                      <a:prstGeom prst="rect">
                        <a:avLst/>
                      </a:prstGeom>
                      <a:blipFill dpi="0" rotWithShape="0">
                        <a:blip r:embed="rId5"/>
                        <a:srcRect l="47900" t="38306" r="35294" b="48434"/>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3085CF30-509A-4F83-BB13-0F75F8E10254}"/>
              </a:ext>
            </a:extLst>
          </p:cNvPr>
          <p:cNvSpPr>
            <a:spLocks noChangeArrowheads="1"/>
          </p:cNvSpPr>
          <p:nvPr/>
        </p:nvSpPr>
        <p:spPr bwMode="auto">
          <a:xfrm>
            <a:off x="611560" y="685800"/>
            <a:ext cx="815144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buClrTx/>
              <a:buSzTx/>
              <a:buFontTx/>
              <a:buNone/>
            </a:pPr>
            <a:r>
              <a:rPr kumimoji="1" lang="zh-CN" altLang="en-US" sz="2800" b="1" dirty="0">
                <a:solidFill>
                  <a:schemeClr val="tx2"/>
                </a:solidFill>
                <a:latin typeface="宋体" panose="02010600030101010101" pitchFamily="2" charset="-122"/>
              </a:rPr>
              <a:t>（三）虚工作（逻辑矢箭）</a:t>
            </a:r>
            <a:endParaRPr kumimoji="1" lang="en-US" altLang="zh-CN" sz="2800" b="1" dirty="0">
              <a:solidFill>
                <a:schemeClr val="tx2"/>
              </a:solidFill>
              <a:latin typeface="宋体" panose="02010600030101010101" pitchFamily="2" charset="-122"/>
            </a:endParaRPr>
          </a:p>
          <a:p>
            <a:pPr algn="just" eaLnBrk="1" hangingPunct="1">
              <a:buClrTx/>
              <a:buSzTx/>
              <a:buFontTx/>
              <a:buNone/>
            </a:pPr>
            <a:endParaRPr kumimoji="1" lang="en-US" altLang="zh-CN" sz="2800" b="1" dirty="0">
              <a:solidFill>
                <a:schemeClr val="tx2"/>
              </a:solidFill>
              <a:latin typeface="宋体" panose="02010600030101010101" pitchFamily="2" charset="-122"/>
            </a:endParaRPr>
          </a:p>
          <a:p>
            <a:pPr algn="just" eaLnBrk="1" hangingPunct="1">
              <a:buClrTx/>
              <a:buSzTx/>
              <a:buFontTx/>
              <a:buNone/>
            </a:pPr>
            <a:r>
              <a:rPr kumimoji="1" lang="en-US" altLang="zh-CN" sz="2800" b="1" i="1" dirty="0">
                <a:latin typeface="Times New Roman" panose="02020603050405020304" pitchFamily="18" charset="0"/>
              </a:rPr>
              <a:t>——</a:t>
            </a:r>
            <a:r>
              <a:rPr kumimoji="1" lang="zh-CN" altLang="en-US" sz="2800" b="1" i="1" dirty="0">
                <a:latin typeface="宋体" panose="02010600030101010101" pitchFamily="2" charset="-122"/>
              </a:rPr>
              <a:t>不占资源，不占时间 </a:t>
            </a:r>
          </a:p>
          <a:p>
            <a:pPr algn="just" eaLnBrk="1" hangingPunct="1">
              <a:buClrTx/>
              <a:buSzTx/>
              <a:buFontTx/>
              <a:buNone/>
            </a:pPr>
            <a:endParaRPr kumimoji="1" lang="zh-CN" altLang="en-US" sz="2800" b="1" i="1" dirty="0">
              <a:latin typeface="宋体" panose="02010600030101010101" pitchFamily="2" charset="-122"/>
            </a:endParaRPr>
          </a:p>
          <a:p>
            <a:pPr algn="just" eaLnBrk="1" hangingPunct="1">
              <a:buClrTx/>
              <a:buSzTx/>
              <a:buFontTx/>
              <a:buNone/>
            </a:pPr>
            <a:endParaRPr kumimoji="1" lang="zh-CN" altLang="en-US" sz="2800" b="1" i="1" dirty="0">
              <a:latin typeface="宋体" panose="02010600030101010101" pitchFamily="2" charset="-122"/>
            </a:endParaRPr>
          </a:p>
          <a:p>
            <a:pPr algn="just" eaLnBrk="1" hangingPunct="1">
              <a:buClrTx/>
              <a:buSzTx/>
              <a:buFontTx/>
              <a:buNone/>
            </a:pPr>
            <a:r>
              <a:rPr kumimoji="1" lang="zh-CN" altLang="en-US" sz="2800" b="1" dirty="0">
                <a:solidFill>
                  <a:schemeClr val="tx2"/>
                </a:solidFill>
                <a:latin typeface="宋体" panose="02010600030101010101" pitchFamily="2" charset="-122"/>
              </a:rPr>
              <a:t>  仅表示工作之间的先后顺序，用虚线矢箭表示，持续时间为</a:t>
            </a:r>
            <a:r>
              <a:rPr kumimoji="1" lang="en-US" altLang="zh-CN" sz="2800" b="1" dirty="0">
                <a:solidFill>
                  <a:schemeClr val="tx2"/>
                </a:solidFill>
                <a:latin typeface="宋体" panose="02010600030101010101" pitchFamily="2" charset="-122"/>
              </a:rPr>
              <a:t>0</a:t>
            </a:r>
            <a:r>
              <a:rPr kumimoji="1" lang="zh-CN" altLang="en-US" sz="2800" b="1" dirty="0">
                <a:solidFill>
                  <a:schemeClr val="tx2"/>
                </a:solidFill>
                <a:latin typeface="宋体" panose="02010600030101010101" pitchFamily="2" charset="-122"/>
              </a:rPr>
              <a:t>。</a:t>
            </a:r>
            <a:r>
              <a:rPr kumimoji="1" lang="zh-CN" altLang="en-US" sz="2800" b="1" dirty="0">
                <a:solidFill>
                  <a:schemeClr val="bg2"/>
                </a:solidFill>
                <a:latin typeface="宋体" panose="02010600030101010101" pitchFamily="2" charset="-122"/>
              </a:rPr>
              <a:t> </a:t>
            </a:r>
          </a:p>
        </p:txBody>
      </p:sp>
      <p:graphicFrame>
        <p:nvGraphicFramePr>
          <p:cNvPr id="15363" name="Object 3" descr="信纸">
            <a:extLst>
              <a:ext uri="{FF2B5EF4-FFF2-40B4-BE49-F238E27FC236}">
                <a16:creationId xmlns:a16="http://schemas.microsoft.com/office/drawing/2014/main" id="{37559B22-5DDF-4415-AFE8-1A2A5F9468BF}"/>
              </a:ext>
            </a:extLst>
          </p:cNvPr>
          <p:cNvGraphicFramePr>
            <a:graphicFrameLocks noChangeAspect="1"/>
          </p:cNvGraphicFramePr>
          <p:nvPr>
            <p:extLst>
              <p:ext uri="{D42A27DB-BD31-4B8C-83A1-F6EECF244321}">
                <p14:modId xmlns:p14="http://schemas.microsoft.com/office/powerpoint/2010/main" val="190656409"/>
              </p:ext>
            </p:extLst>
          </p:nvPr>
        </p:nvGraphicFramePr>
        <p:xfrm>
          <a:off x="5436096" y="2198687"/>
          <a:ext cx="1981200" cy="849313"/>
        </p:xfrm>
        <a:graphic>
          <a:graphicData uri="http://schemas.openxmlformats.org/presentationml/2006/ole">
            <mc:AlternateContent xmlns:mc="http://schemas.openxmlformats.org/markup-compatibility/2006">
              <mc:Choice xmlns:v="urn:schemas-microsoft-com:vml" Requires="v">
                <p:oleObj spid="_x0000_s4110" name="AutoCAD Drawing" r:id="rId3" imgW="9067800" imgH="5172075" progId="AutoCAD.Drawing.16">
                  <p:embed/>
                </p:oleObj>
              </mc:Choice>
              <mc:Fallback>
                <p:oleObj name="AutoCAD Drawing" r:id="rId3" imgW="9067800" imgH="5172075" progId="AutoCAD.Drawing.16">
                  <p:embed/>
                  <p:pic>
                    <p:nvPicPr>
                      <p:cNvPr id="15363" name="Object 3" descr="信纸">
                        <a:extLst>
                          <a:ext uri="{FF2B5EF4-FFF2-40B4-BE49-F238E27FC236}">
                            <a16:creationId xmlns:a16="http://schemas.microsoft.com/office/drawing/2014/main" id="{37559B22-5DDF-4415-AFE8-1A2A5F9468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65126" t="39687" r="17227" b="47054"/>
                      <a:stretch>
                        <a:fillRect/>
                      </a:stretch>
                    </p:blipFill>
                    <p:spPr bwMode="auto">
                      <a:xfrm>
                        <a:off x="5436096" y="2198687"/>
                        <a:ext cx="1981200" cy="849313"/>
                      </a:xfrm>
                      <a:prstGeom prst="rect">
                        <a:avLst/>
                      </a:prstGeom>
                      <a:blipFill dpi="0" rotWithShape="0">
                        <a:blip r:embed="rId5"/>
                        <a:srcRect l="65126" t="39687" r="17227" b="47054"/>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01279CAE-79FF-4E91-81AB-42AF34F3FAB4}"/>
              </a:ext>
            </a:extLst>
          </p:cNvPr>
          <p:cNvSpPr>
            <a:spLocks noChangeArrowheads="1"/>
          </p:cNvSpPr>
          <p:nvPr/>
        </p:nvSpPr>
        <p:spPr bwMode="auto">
          <a:xfrm>
            <a:off x="1331640" y="476672"/>
            <a:ext cx="541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buClrTx/>
              <a:buSzTx/>
              <a:buFontTx/>
              <a:buNone/>
            </a:pPr>
            <a:r>
              <a:rPr kumimoji="1" lang="zh-CN" altLang="en-US" sz="3600" b="1" dirty="0">
                <a:solidFill>
                  <a:schemeClr val="accent5">
                    <a:lumMod val="50000"/>
                  </a:schemeClr>
                </a:solidFill>
                <a:latin typeface="Times New Roman" panose="02020603050405020304" pitchFamily="18" charset="0"/>
              </a:rPr>
              <a:t>二、基本规则 </a:t>
            </a:r>
          </a:p>
        </p:txBody>
      </p:sp>
      <p:graphicFrame>
        <p:nvGraphicFramePr>
          <p:cNvPr id="28675" name="Group 3">
            <a:extLst>
              <a:ext uri="{FF2B5EF4-FFF2-40B4-BE49-F238E27FC236}">
                <a16:creationId xmlns:a16="http://schemas.microsoft.com/office/drawing/2014/main" id="{884D17B5-2F71-4AF9-BDC6-6824AF90C2BB}"/>
              </a:ext>
            </a:extLst>
          </p:cNvPr>
          <p:cNvGraphicFramePr>
            <a:graphicFrameLocks noGrp="1"/>
          </p:cNvGraphicFramePr>
          <p:nvPr>
            <p:extLst>
              <p:ext uri="{D42A27DB-BD31-4B8C-83A1-F6EECF244321}">
                <p14:modId xmlns:p14="http://schemas.microsoft.com/office/powerpoint/2010/main" val="3496620616"/>
              </p:ext>
            </p:extLst>
          </p:nvPr>
        </p:nvGraphicFramePr>
        <p:xfrm>
          <a:off x="838200" y="1676400"/>
          <a:ext cx="6973888" cy="4064002"/>
        </p:xfrm>
        <a:graphic>
          <a:graphicData uri="http://schemas.openxmlformats.org/drawingml/2006/table">
            <a:tbl>
              <a:tblPr/>
              <a:tblGrid>
                <a:gridCol w="1420813">
                  <a:extLst>
                    <a:ext uri="{9D8B030D-6E8A-4147-A177-3AD203B41FA5}">
                      <a16:colId xmlns:a16="http://schemas.microsoft.com/office/drawing/2014/main" val="20000"/>
                    </a:ext>
                  </a:extLst>
                </a:gridCol>
                <a:gridCol w="5553075">
                  <a:extLst>
                    <a:ext uri="{9D8B030D-6E8A-4147-A177-3AD203B41FA5}">
                      <a16:colId xmlns:a16="http://schemas.microsoft.com/office/drawing/2014/main" val="20001"/>
                    </a:ext>
                  </a:extLst>
                </a:gridCol>
              </a:tblGrid>
              <a:tr h="6778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3600" b="1" i="0" u="none" strike="noStrike" cap="none" normalizeH="0" baseline="0" dirty="0">
                          <a:ln>
                            <a:noFill/>
                          </a:ln>
                          <a:solidFill>
                            <a:schemeClr val="tx1"/>
                          </a:solidFill>
                          <a:effectLst/>
                          <a:latin typeface="Arial" charset="0"/>
                          <a:ea typeface="宋体" pitchFamily="2" charset="-122"/>
                        </a:rPr>
                        <a:t>序号</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3600" b="1" i="0" u="none" strike="noStrike" cap="none" normalizeH="0" baseline="0" dirty="0">
                          <a:ln>
                            <a:noFill/>
                          </a:ln>
                          <a:solidFill>
                            <a:schemeClr val="tx1"/>
                          </a:solidFill>
                          <a:effectLst/>
                          <a:latin typeface="Arial" charset="0"/>
                          <a:ea typeface="宋体" pitchFamily="2" charset="-122"/>
                        </a:rPr>
                        <a:t>基本规则</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762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3600" b="1" i="0" u="none" strike="noStrike" cap="none" normalizeH="0" baseline="0">
                          <a:ln>
                            <a:noFill/>
                          </a:ln>
                          <a:solidFill>
                            <a:schemeClr val="tx1"/>
                          </a:solidFill>
                          <a:effectLst/>
                          <a:latin typeface="Arial" charset="0"/>
                          <a:ea typeface="宋体" pitchFamily="2" charset="-122"/>
                        </a:rPr>
                        <a:t>1</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3600" b="1" i="0" u="none" strike="noStrike" cap="none" normalizeH="0" baseline="0" dirty="0">
                          <a:ln>
                            <a:noFill/>
                          </a:ln>
                          <a:solidFill>
                            <a:schemeClr val="tx1"/>
                          </a:solidFill>
                          <a:effectLst/>
                          <a:latin typeface="Arial" charset="0"/>
                          <a:ea typeface="宋体" pitchFamily="2" charset="-122"/>
                        </a:rPr>
                        <a:t>走向唯一性</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778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3600" b="1" i="0" u="none" strike="noStrike" cap="none" normalizeH="0" baseline="0">
                          <a:ln>
                            <a:noFill/>
                          </a:ln>
                          <a:solidFill>
                            <a:schemeClr val="tx1"/>
                          </a:solidFill>
                          <a:effectLst/>
                          <a:latin typeface="Arial" charset="0"/>
                          <a:ea typeface="宋体" pitchFamily="2" charset="-122"/>
                        </a:rPr>
                        <a:t>2</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3600" b="1" i="0" u="none" strike="noStrike" cap="none" normalizeH="0" baseline="0" dirty="0">
                          <a:ln>
                            <a:noFill/>
                          </a:ln>
                          <a:solidFill>
                            <a:schemeClr val="tx1"/>
                          </a:solidFill>
                          <a:effectLst/>
                          <a:latin typeface="Arial" charset="0"/>
                          <a:ea typeface="宋体" pitchFamily="2" charset="-122"/>
                        </a:rPr>
                        <a:t>不应存在闭合回路</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778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3600" b="1" i="0" u="none" strike="noStrike" cap="none" normalizeH="0" baseline="0">
                          <a:ln>
                            <a:noFill/>
                          </a:ln>
                          <a:solidFill>
                            <a:schemeClr val="tx1"/>
                          </a:solidFill>
                          <a:effectLst/>
                          <a:latin typeface="Arial" charset="0"/>
                          <a:ea typeface="宋体" pitchFamily="2" charset="-122"/>
                        </a:rPr>
                        <a:t>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3600" b="1" i="0" u="none" strike="noStrike" cap="none" normalizeH="0" baseline="0" dirty="0">
                          <a:ln>
                            <a:noFill/>
                          </a:ln>
                          <a:solidFill>
                            <a:schemeClr val="tx1"/>
                          </a:solidFill>
                          <a:effectLst/>
                          <a:latin typeface="Arial" charset="0"/>
                          <a:ea typeface="宋体" pitchFamily="2" charset="-122"/>
                        </a:rPr>
                        <a:t>编号和工作唯一性</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762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3600" b="1" i="0" u="none" strike="noStrike" cap="none" normalizeH="0" baseline="0">
                          <a:ln>
                            <a:noFill/>
                          </a:ln>
                          <a:solidFill>
                            <a:schemeClr val="tx1"/>
                          </a:solidFill>
                          <a:effectLst/>
                          <a:latin typeface="Arial" charset="0"/>
                          <a:ea typeface="宋体" pitchFamily="2" charset="-122"/>
                        </a:rPr>
                        <a:t>4</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3600" b="1" i="0" u="none" strike="noStrike" cap="none" normalizeH="0" baseline="0" dirty="0">
                          <a:ln>
                            <a:noFill/>
                          </a:ln>
                          <a:solidFill>
                            <a:schemeClr val="tx1"/>
                          </a:solidFill>
                          <a:effectLst/>
                          <a:latin typeface="Arial" charset="0"/>
                          <a:ea typeface="宋体" pitchFamily="2" charset="-122"/>
                        </a:rPr>
                        <a:t>一个开始，一个结束</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778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3600" b="1" i="0" u="none" strike="noStrike" cap="none" normalizeH="0" baseline="0">
                          <a:ln>
                            <a:noFill/>
                          </a:ln>
                          <a:solidFill>
                            <a:schemeClr val="tx1"/>
                          </a:solidFill>
                          <a:effectLst/>
                          <a:latin typeface="Arial" charset="0"/>
                          <a:ea typeface="宋体" pitchFamily="2" charset="-122"/>
                        </a:rPr>
                        <a:t>5</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3600" b="1" i="0" u="none" strike="noStrike" cap="none" normalizeH="0" baseline="0" dirty="0">
                          <a:ln>
                            <a:noFill/>
                          </a:ln>
                          <a:solidFill>
                            <a:schemeClr val="tx1"/>
                          </a:solidFill>
                          <a:effectLst/>
                          <a:latin typeface="Arial" charset="0"/>
                          <a:ea typeface="宋体" pitchFamily="2" charset="-122"/>
                        </a:rPr>
                        <a:t>平行搭接工作分段表示</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8CE56FB9-CAFC-447F-9BC1-61B979C392A2}"/>
              </a:ext>
            </a:extLst>
          </p:cNvPr>
          <p:cNvSpPr>
            <a:spLocks noChangeArrowheads="1"/>
          </p:cNvSpPr>
          <p:nvPr/>
        </p:nvSpPr>
        <p:spPr bwMode="auto">
          <a:xfrm>
            <a:off x="1833563" y="2247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0483" name="Rectangle 3">
            <a:extLst>
              <a:ext uri="{FF2B5EF4-FFF2-40B4-BE49-F238E27FC236}">
                <a16:creationId xmlns:a16="http://schemas.microsoft.com/office/drawing/2014/main" id="{F6BD6A29-471D-468B-A8A5-0FE9A58164E7}"/>
              </a:ext>
            </a:extLst>
          </p:cNvPr>
          <p:cNvSpPr>
            <a:spLocks noChangeArrowheads="1"/>
          </p:cNvSpPr>
          <p:nvPr/>
        </p:nvSpPr>
        <p:spPr bwMode="auto">
          <a:xfrm>
            <a:off x="304800" y="260648"/>
            <a:ext cx="88392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buClrTx/>
              <a:buSzTx/>
              <a:buFontTx/>
              <a:buNone/>
            </a:pPr>
            <a:r>
              <a:rPr kumimoji="1" lang="zh-CN" altLang="en-US" b="1" dirty="0">
                <a:latin typeface="宋体" panose="02010600030101010101" pitchFamily="2" charset="-122"/>
              </a:rPr>
              <a:t>例</a:t>
            </a:r>
            <a:r>
              <a:rPr kumimoji="1" lang="en-US" altLang="zh-CN" b="1" dirty="0">
                <a:latin typeface="Times New Roman" panose="02020603050405020304" pitchFamily="18" charset="0"/>
              </a:rPr>
              <a:t>1</a:t>
            </a:r>
            <a:r>
              <a:rPr kumimoji="1" lang="zh-CN" altLang="en-US" b="1" dirty="0">
                <a:latin typeface="宋体" panose="02010600030101010101" pitchFamily="2" charset="-122"/>
              </a:rPr>
              <a:t>：</a:t>
            </a:r>
          </a:p>
          <a:p>
            <a:pPr algn="just" eaLnBrk="1" hangingPunct="1">
              <a:buClrTx/>
              <a:buSzTx/>
              <a:buFontTx/>
              <a:buNone/>
            </a:pPr>
            <a:endParaRPr kumimoji="1" lang="zh-CN" altLang="en-US" b="1" dirty="0">
              <a:latin typeface="宋体" panose="02010600030101010101" pitchFamily="2" charset="-122"/>
            </a:endParaRPr>
          </a:p>
          <a:p>
            <a:pPr algn="just" eaLnBrk="1" hangingPunct="1">
              <a:buClrTx/>
              <a:buSzTx/>
              <a:buFontTx/>
              <a:buNone/>
            </a:pPr>
            <a:endParaRPr kumimoji="1" lang="zh-CN" altLang="en-US" b="1" dirty="0">
              <a:latin typeface="宋体" panose="02010600030101010101" pitchFamily="2" charset="-122"/>
            </a:endParaRPr>
          </a:p>
          <a:p>
            <a:pPr algn="just" eaLnBrk="1" hangingPunct="1">
              <a:buClrTx/>
              <a:buSzTx/>
              <a:buFontTx/>
              <a:buNone/>
            </a:pPr>
            <a:endParaRPr kumimoji="1" lang="zh-CN" altLang="en-US" b="1" dirty="0">
              <a:latin typeface="宋体" panose="02010600030101010101" pitchFamily="2" charset="-122"/>
            </a:endParaRPr>
          </a:p>
          <a:p>
            <a:pPr algn="just" eaLnBrk="1" hangingPunct="1">
              <a:buClrTx/>
              <a:buSzTx/>
              <a:buFontTx/>
              <a:buNone/>
            </a:pPr>
            <a:endParaRPr kumimoji="1" lang="zh-CN" altLang="en-US" b="1" dirty="0">
              <a:latin typeface="宋体" panose="02010600030101010101" pitchFamily="2" charset="-122"/>
            </a:endParaRPr>
          </a:p>
          <a:p>
            <a:pPr algn="just" eaLnBrk="1" hangingPunct="1">
              <a:buClrTx/>
              <a:buSzTx/>
              <a:buFontTx/>
              <a:buNone/>
            </a:pPr>
            <a:r>
              <a:rPr kumimoji="1" lang="zh-CN" altLang="en-US" b="1" dirty="0">
                <a:latin typeface="Times New Roman" panose="02020603050405020304" pitchFamily="18" charset="0"/>
              </a:rPr>
              <a:t> </a:t>
            </a:r>
          </a:p>
          <a:p>
            <a:pPr algn="just" eaLnBrk="1" hangingPunct="1">
              <a:buClrTx/>
              <a:buSzTx/>
              <a:buFontTx/>
              <a:buNone/>
            </a:pPr>
            <a:r>
              <a:rPr kumimoji="1" lang="zh-CN" altLang="en-US" b="1" dirty="0">
                <a:latin typeface="Times New Roman" panose="02020603050405020304" pitchFamily="18" charset="0"/>
              </a:rPr>
              <a:t>解：步骤如下：</a:t>
            </a:r>
          </a:p>
          <a:p>
            <a:pPr algn="just" eaLnBrk="1" hangingPunct="1">
              <a:buClrTx/>
              <a:buSzTx/>
              <a:buFontTx/>
              <a:buNone/>
            </a:pPr>
            <a:r>
              <a:rPr kumimoji="1" lang="zh-CN" altLang="en-US" sz="2800" b="1" dirty="0">
                <a:latin typeface="Times New Roman" panose="02020603050405020304" pitchFamily="18" charset="0"/>
              </a:rPr>
              <a:t>①分析工作逻辑关系：⑴有多个紧前工作的内向工作；⑵有多个紧后工作的外向工作；⑶单一紧前和紧后的单向工作</a:t>
            </a:r>
          </a:p>
          <a:p>
            <a:pPr algn="just" eaLnBrk="1" hangingPunct="1">
              <a:buClrTx/>
              <a:buSzTx/>
              <a:buFontTx/>
              <a:buNone/>
            </a:pPr>
            <a:r>
              <a:rPr kumimoji="1" lang="zh-CN" altLang="en-US" sz="2800" b="1" dirty="0">
                <a:latin typeface="宋体" panose="02010600030101010101" pitchFamily="2" charset="-122"/>
              </a:rPr>
              <a:t>②试排工作的位置，⑶为主干线，⑴⑵为平行工作</a:t>
            </a:r>
            <a:r>
              <a:rPr kumimoji="1" lang="zh-CN" altLang="en-US" sz="2800" b="1" dirty="0">
                <a:latin typeface="Times New Roman" panose="02020603050405020304" pitchFamily="18" charset="0"/>
              </a:rPr>
              <a:t> </a:t>
            </a:r>
          </a:p>
        </p:txBody>
      </p:sp>
      <p:graphicFrame>
        <p:nvGraphicFramePr>
          <p:cNvPr id="41988" name="Group 4">
            <a:extLst>
              <a:ext uri="{FF2B5EF4-FFF2-40B4-BE49-F238E27FC236}">
                <a16:creationId xmlns:a16="http://schemas.microsoft.com/office/drawing/2014/main" id="{2E3CB549-9E7A-47E1-877B-808DDA866BA1}"/>
              </a:ext>
            </a:extLst>
          </p:cNvPr>
          <p:cNvGraphicFramePr>
            <a:graphicFrameLocks noGrp="1"/>
          </p:cNvGraphicFramePr>
          <p:nvPr/>
        </p:nvGraphicFramePr>
        <p:xfrm>
          <a:off x="609600" y="990600"/>
          <a:ext cx="8229600" cy="2743200"/>
        </p:xfrm>
        <a:graphic>
          <a:graphicData uri="http://schemas.openxmlformats.org/drawingml/2006/table">
            <a:tbl>
              <a:tblPr/>
              <a:tblGrid>
                <a:gridCol w="1447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381000">
                  <a:extLst>
                    <a:ext uri="{9D8B030D-6E8A-4147-A177-3AD203B41FA5}">
                      <a16:colId xmlns:a16="http://schemas.microsoft.com/office/drawing/2014/main" val="20006"/>
                    </a:ext>
                  </a:extLst>
                </a:gridCol>
                <a:gridCol w="457200">
                  <a:extLst>
                    <a:ext uri="{9D8B030D-6E8A-4147-A177-3AD203B41FA5}">
                      <a16:colId xmlns:a16="http://schemas.microsoft.com/office/drawing/2014/main" val="20007"/>
                    </a:ext>
                  </a:extLst>
                </a:gridCol>
                <a:gridCol w="685800">
                  <a:extLst>
                    <a:ext uri="{9D8B030D-6E8A-4147-A177-3AD203B41FA5}">
                      <a16:colId xmlns:a16="http://schemas.microsoft.com/office/drawing/2014/main" val="20008"/>
                    </a:ext>
                  </a:extLst>
                </a:gridCol>
                <a:gridCol w="381000">
                  <a:extLst>
                    <a:ext uri="{9D8B030D-6E8A-4147-A177-3AD203B41FA5}">
                      <a16:colId xmlns:a16="http://schemas.microsoft.com/office/drawing/2014/main" val="20009"/>
                    </a:ext>
                  </a:extLst>
                </a:gridCol>
                <a:gridCol w="990600">
                  <a:extLst>
                    <a:ext uri="{9D8B030D-6E8A-4147-A177-3AD203B41FA5}">
                      <a16:colId xmlns:a16="http://schemas.microsoft.com/office/drawing/2014/main" val="20010"/>
                    </a:ext>
                  </a:extLst>
                </a:gridCol>
                <a:gridCol w="609600">
                  <a:extLst>
                    <a:ext uri="{9D8B030D-6E8A-4147-A177-3AD203B41FA5}">
                      <a16:colId xmlns:a16="http://schemas.microsoft.com/office/drawing/2014/main" val="20011"/>
                    </a:ext>
                  </a:extLst>
                </a:gridCol>
              </a:tblGrid>
              <a:tr h="9144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400" b="1" i="0" u="none" strike="noStrike" cap="none" normalizeH="0" baseline="0">
                          <a:ln>
                            <a:noFill/>
                          </a:ln>
                          <a:solidFill>
                            <a:schemeClr val="tx1"/>
                          </a:solidFill>
                          <a:effectLst/>
                          <a:latin typeface="Arial" charset="0"/>
                          <a:ea typeface="宋体" pitchFamily="2" charset="-122"/>
                        </a:rPr>
                        <a:t>紧前工作</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A</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A</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E</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A</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C,D</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E</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F,G,H</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I,J</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382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400" b="1" i="0" u="none" strike="noStrike" cap="none" normalizeH="0" baseline="0">
                          <a:ln>
                            <a:noFill/>
                          </a:ln>
                          <a:solidFill>
                            <a:schemeClr val="tx1"/>
                          </a:solidFill>
                          <a:effectLst/>
                          <a:latin typeface="Arial" charset="0"/>
                          <a:ea typeface="宋体" pitchFamily="2" charset="-122"/>
                        </a:rPr>
                        <a:t>本工作</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A</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D</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E</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F</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G</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H</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I</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J</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K</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906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400" b="1" i="0" u="none" strike="noStrike" cap="none" normalizeH="0" baseline="0">
                          <a:ln>
                            <a:noFill/>
                          </a:ln>
                          <a:solidFill>
                            <a:schemeClr val="tx1"/>
                          </a:solidFill>
                          <a:effectLst/>
                          <a:latin typeface="Arial" charset="0"/>
                          <a:ea typeface="宋体" pitchFamily="2" charset="-122"/>
                        </a:rPr>
                        <a:t>紧后工作</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B,C,G</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D,E</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H</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H</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F,I</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J</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J</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J</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K</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K</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722D219A-EB8A-4EF1-B641-81FB8C28D2A2}"/>
              </a:ext>
            </a:extLst>
          </p:cNvPr>
          <p:cNvSpPr>
            <a:spLocks noChangeArrowheads="1"/>
          </p:cNvSpPr>
          <p:nvPr/>
        </p:nvSpPr>
        <p:spPr bwMode="auto">
          <a:xfrm>
            <a:off x="1833563" y="2247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pic>
        <p:nvPicPr>
          <p:cNvPr id="21507" name="Picture 3">
            <a:extLst>
              <a:ext uri="{FF2B5EF4-FFF2-40B4-BE49-F238E27FC236}">
                <a16:creationId xmlns:a16="http://schemas.microsoft.com/office/drawing/2014/main" id="{6528414A-74CB-4344-AD5A-B742F0B886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304800"/>
            <a:ext cx="5476875"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Rectangle 4">
            <a:extLst>
              <a:ext uri="{FF2B5EF4-FFF2-40B4-BE49-F238E27FC236}">
                <a16:creationId xmlns:a16="http://schemas.microsoft.com/office/drawing/2014/main" id="{0BF365BE-6144-40A0-A202-1C8398B36F71}"/>
              </a:ext>
            </a:extLst>
          </p:cNvPr>
          <p:cNvSpPr>
            <a:spLocks noChangeArrowheads="1"/>
          </p:cNvSpPr>
          <p:nvPr/>
        </p:nvSpPr>
        <p:spPr bwMode="auto">
          <a:xfrm>
            <a:off x="685800" y="2743200"/>
            <a:ext cx="5867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buClrTx/>
              <a:buSzTx/>
              <a:buFontTx/>
              <a:buNone/>
            </a:pPr>
            <a:r>
              <a:rPr kumimoji="1" lang="en-US" altLang="zh-CN" sz="2800" b="1">
                <a:latin typeface="宋体" panose="02010600030101010101" pitchFamily="2" charset="-122"/>
              </a:rPr>
              <a:t>③</a:t>
            </a:r>
            <a:r>
              <a:rPr kumimoji="1" lang="zh-CN" altLang="en-US" sz="2800" b="1">
                <a:latin typeface="宋体" panose="02010600030101010101" pitchFamily="2" charset="-122"/>
              </a:rPr>
              <a:t>调整位置，尽量避免交叉</a:t>
            </a:r>
            <a:r>
              <a:rPr kumimoji="1" lang="zh-CN" altLang="en-US" sz="2800" b="1">
                <a:latin typeface="Times New Roman" panose="02020603050405020304" pitchFamily="18" charset="0"/>
              </a:rPr>
              <a:t> </a:t>
            </a:r>
          </a:p>
        </p:txBody>
      </p:sp>
      <p:sp>
        <p:nvSpPr>
          <p:cNvPr id="21509" name="Rectangle 5">
            <a:extLst>
              <a:ext uri="{FF2B5EF4-FFF2-40B4-BE49-F238E27FC236}">
                <a16:creationId xmlns:a16="http://schemas.microsoft.com/office/drawing/2014/main" id="{016ED37F-F676-4079-8B70-8F5B65D94068}"/>
              </a:ext>
            </a:extLst>
          </p:cNvPr>
          <p:cNvSpPr>
            <a:spLocks noChangeArrowheads="1"/>
          </p:cNvSpPr>
          <p:nvPr/>
        </p:nvSpPr>
        <p:spPr bwMode="auto">
          <a:xfrm>
            <a:off x="1543050" y="22002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pic>
        <p:nvPicPr>
          <p:cNvPr id="21510" name="Picture 6">
            <a:extLst>
              <a:ext uri="{FF2B5EF4-FFF2-40B4-BE49-F238E27FC236}">
                <a16:creationId xmlns:a16="http://schemas.microsoft.com/office/drawing/2014/main" id="{D93F4143-6AF4-4084-B795-9B2D689A5E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3352800"/>
            <a:ext cx="6057900"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491D1C8F-408D-41DC-98BC-51E7A3AB556F}"/>
              </a:ext>
            </a:extLst>
          </p:cNvPr>
          <p:cNvSpPr>
            <a:spLocks noChangeArrowheads="1"/>
          </p:cNvSpPr>
          <p:nvPr/>
        </p:nvSpPr>
        <p:spPr bwMode="auto">
          <a:xfrm>
            <a:off x="1833563" y="2247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2531" name="Rectangle 3">
            <a:extLst>
              <a:ext uri="{FF2B5EF4-FFF2-40B4-BE49-F238E27FC236}">
                <a16:creationId xmlns:a16="http://schemas.microsoft.com/office/drawing/2014/main" id="{85864D83-0DC1-478D-AD3C-879684DD83F2}"/>
              </a:ext>
            </a:extLst>
          </p:cNvPr>
          <p:cNvSpPr>
            <a:spLocks noChangeArrowheads="1"/>
          </p:cNvSpPr>
          <p:nvPr/>
        </p:nvSpPr>
        <p:spPr bwMode="auto">
          <a:xfrm>
            <a:off x="762000" y="609600"/>
            <a:ext cx="80010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buClrTx/>
              <a:buSzTx/>
              <a:buFontTx/>
              <a:buNone/>
            </a:pPr>
            <a:r>
              <a:rPr kumimoji="1" lang="en-US" altLang="zh-CN" sz="2800" b="1">
                <a:latin typeface="Times New Roman" panose="02020603050405020304" pitchFamily="18" charset="0"/>
              </a:rPr>
              <a:t>④</a:t>
            </a:r>
            <a:r>
              <a:rPr kumimoji="1" lang="zh-CN" altLang="en-US" sz="2800" b="1">
                <a:latin typeface="Times New Roman" panose="02020603050405020304" pitchFamily="18" charset="0"/>
              </a:rPr>
              <a:t>初绘双代号，校核逻辑关系</a:t>
            </a:r>
          </a:p>
          <a:p>
            <a:pPr algn="just" eaLnBrk="1" hangingPunct="1">
              <a:buClrTx/>
              <a:buSzTx/>
              <a:buFontTx/>
              <a:buNone/>
            </a:pPr>
            <a:r>
              <a:rPr kumimoji="1" lang="zh-CN" altLang="en-US" sz="2800" b="1">
                <a:latin typeface="Times New Roman" panose="02020603050405020304" pitchFamily="18" charset="0"/>
              </a:rPr>
              <a:t>⑤按规则检验（尤其节点唯一性，虚工作</a:t>
            </a:r>
            <a:r>
              <a:rPr kumimoji="1" lang="en-US" altLang="zh-CN" sz="2800" b="1">
                <a:latin typeface="Times New Roman" panose="02020603050405020304" pitchFamily="18" charset="0"/>
              </a:rPr>
              <a:t>——</a:t>
            </a:r>
            <a:r>
              <a:rPr kumimoji="1" lang="zh-CN" altLang="en-US" sz="2800" b="1">
                <a:latin typeface="Times New Roman" panose="02020603050405020304" pitchFamily="18" charset="0"/>
              </a:rPr>
              <a:t>逻辑关系的连接和断开）</a:t>
            </a:r>
          </a:p>
          <a:p>
            <a:pPr algn="just" eaLnBrk="1" hangingPunct="1">
              <a:buClrTx/>
              <a:buSzTx/>
              <a:buFontTx/>
              <a:buNone/>
            </a:pPr>
            <a:r>
              <a:rPr kumimoji="1" lang="zh-CN" altLang="en-US" sz="2800" b="1">
                <a:latin typeface="宋体" panose="02010600030101010101" pitchFamily="2" charset="-122"/>
              </a:rPr>
              <a:t>⑥节点编号（重视头尾唯一）</a:t>
            </a:r>
            <a:r>
              <a:rPr kumimoji="1" lang="zh-CN" altLang="en-US" sz="2800" b="1">
                <a:latin typeface="Times New Roman" panose="02020603050405020304" pitchFamily="18" charset="0"/>
              </a:rPr>
              <a:t> </a:t>
            </a:r>
          </a:p>
        </p:txBody>
      </p:sp>
      <p:sp>
        <p:nvSpPr>
          <p:cNvPr id="22532" name="Rectangle 4">
            <a:extLst>
              <a:ext uri="{FF2B5EF4-FFF2-40B4-BE49-F238E27FC236}">
                <a16:creationId xmlns:a16="http://schemas.microsoft.com/office/drawing/2014/main" id="{CC1354E8-1CD3-4A53-BD29-E96B0FD5D37B}"/>
              </a:ext>
            </a:extLst>
          </p:cNvPr>
          <p:cNvSpPr>
            <a:spLocks noChangeArrowheads="1"/>
          </p:cNvSpPr>
          <p:nvPr/>
        </p:nvSpPr>
        <p:spPr bwMode="auto">
          <a:xfrm>
            <a:off x="1543050" y="22002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2533" name="Rectangle 5">
            <a:extLst>
              <a:ext uri="{FF2B5EF4-FFF2-40B4-BE49-F238E27FC236}">
                <a16:creationId xmlns:a16="http://schemas.microsoft.com/office/drawing/2014/main" id="{45B924E1-9312-4032-A0CF-1F77F6AA009F}"/>
              </a:ext>
            </a:extLst>
          </p:cNvPr>
          <p:cNvSpPr>
            <a:spLocks noChangeArrowheads="1"/>
          </p:cNvSpPr>
          <p:nvPr/>
        </p:nvSpPr>
        <p:spPr bwMode="auto">
          <a:xfrm>
            <a:off x="1314450" y="2009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pic>
        <p:nvPicPr>
          <p:cNvPr id="22534" name="Picture 6">
            <a:extLst>
              <a:ext uri="{FF2B5EF4-FFF2-40B4-BE49-F238E27FC236}">
                <a16:creationId xmlns:a16="http://schemas.microsoft.com/office/drawing/2014/main" id="{31140553-3012-459F-BFAA-D4134A5170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2971800"/>
            <a:ext cx="6515100"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08DDE4A8-02CC-43A3-BDDE-8678D2B289AE}"/>
              </a:ext>
            </a:extLst>
          </p:cNvPr>
          <p:cNvSpPr>
            <a:spLocks noChangeArrowheads="1"/>
          </p:cNvSpPr>
          <p:nvPr/>
        </p:nvSpPr>
        <p:spPr bwMode="auto">
          <a:xfrm>
            <a:off x="1833563" y="2247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5603" name="Rectangle 3">
            <a:extLst>
              <a:ext uri="{FF2B5EF4-FFF2-40B4-BE49-F238E27FC236}">
                <a16:creationId xmlns:a16="http://schemas.microsoft.com/office/drawing/2014/main" id="{381697D8-539C-4457-8066-ED1F4470CF08}"/>
              </a:ext>
            </a:extLst>
          </p:cNvPr>
          <p:cNvSpPr>
            <a:spLocks noChangeArrowheads="1"/>
          </p:cNvSpPr>
          <p:nvPr/>
        </p:nvSpPr>
        <p:spPr bwMode="auto">
          <a:xfrm>
            <a:off x="755576" y="1471950"/>
            <a:ext cx="8388424" cy="3138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buClrTx/>
              <a:buSzTx/>
              <a:buFontTx/>
              <a:buNone/>
            </a:pPr>
            <a:r>
              <a:rPr kumimoji="1" lang="en-US" altLang="zh-CN" sz="3600" b="1" dirty="0">
                <a:latin typeface="Times New Roman" panose="02020603050405020304" pitchFamily="18" charset="0"/>
              </a:rPr>
              <a:t> </a:t>
            </a:r>
            <a:r>
              <a:rPr kumimoji="1" lang="zh-CN" altLang="en-US" sz="3600" b="1" dirty="0">
                <a:latin typeface="Times New Roman" panose="02020603050405020304" pitchFamily="18" charset="0"/>
              </a:rPr>
              <a:t>例</a:t>
            </a:r>
            <a:r>
              <a:rPr kumimoji="1" lang="en-US" altLang="zh-CN" sz="3600" b="1" dirty="0">
                <a:latin typeface="Times New Roman" panose="02020603050405020304" pitchFamily="18" charset="0"/>
              </a:rPr>
              <a:t>2</a:t>
            </a:r>
            <a:r>
              <a:rPr kumimoji="1" lang="zh-CN" altLang="en-US" sz="3600" b="1" dirty="0">
                <a:latin typeface="Times New Roman" panose="02020603050405020304" pitchFamily="18" charset="0"/>
              </a:rPr>
              <a:t>：</a:t>
            </a:r>
            <a:r>
              <a:rPr kumimoji="1" lang="zh-CN" altLang="en-US" sz="3600" b="1" dirty="0">
                <a:solidFill>
                  <a:schemeClr val="accent5">
                    <a:lumMod val="50000"/>
                  </a:schemeClr>
                </a:solidFill>
                <a:latin typeface="Times New Roman" panose="02020603050405020304" pitchFamily="18" charset="0"/>
              </a:rPr>
              <a:t>按下列工作的逻辑关系，分别绘出其双代号网络图。</a:t>
            </a:r>
          </a:p>
          <a:p>
            <a:pPr algn="just" eaLnBrk="1" hangingPunct="1">
              <a:buClrTx/>
              <a:buSzTx/>
              <a:buFontTx/>
              <a:buNone/>
            </a:pPr>
            <a:r>
              <a:rPr kumimoji="1" lang="en-US" altLang="zh-CN" sz="3600" b="1" dirty="0">
                <a:latin typeface="Times New Roman" panose="02020603050405020304" pitchFamily="18" charset="0"/>
              </a:rPr>
              <a:t>      A</a:t>
            </a:r>
            <a:r>
              <a:rPr kumimoji="1" lang="zh-CN" altLang="en-US" sz="3600" b="1" dirty="0">
                <a:latin typeface="Times New Roman" panose="02020603050405020304" pitchFamily="18" charset="0"/>
              </a:rPr>
              <a:t>、</a:t>
            </a:r>
            <a:r>
              <a:rPr kumimoji="1" lang="en-US" altLang="zh-CN" sz="3600" b="1" dirty="0">
                <a:latin typeface="Times New Roman" panose="02020603050405020304" pitchFamily="18" charset="0"/>
              </a:rPr>
              <a:t>B</a:t>
            </a:r>
            <a:r>
              <a:rPr kumimoji="1" lang="zh-CN" altLang="en-US" sz="3600" b="1" dirty="0">
                <a:latin typeface="Times New Roman" panose="02020603050405020304" pitchFamily="18" charset="0"/>
              </a:rPr>
              <a:t>均完成后作</a:t>
            </a:r>
            <a:r>
              <a:rPr kumimoji="1" lang="en-US" altLang="zh-CN" sz="3600" b="1" dirty="0">
                <a:latin typeface="Times New Roman" panose="02020603050405020304" pitchFamily="18" charset="0"/>
              </a:rPr>
              <a:t>C</a:t>
            </a:r>
            <a:r>
              <a:rPr kumimoji="1" lang="zh-CN" altLang="en-US" sz="3600" b="1" dirty="0">
                <a:latin typeface="Times New Roman" panose="02020603050405020304" pitchFamily="18" charset="0"/>
              </a:rPr>
              <a:t>；</a:t>
            </a:r>
            <a:r>
              <a:rPr kumimoji="1" lang="en-US" altLang="zh-CN" sz="3600" b="1" dirty="0">
                <a:latin typeface="Times New Roman" panose="02020603050405020304" pitchFamily="18" charset="0"/>
              </a:rPr>
              <a:t>B</a:t>
            </a:r>
            <a:r>
              <a:rPr kumimoji="1" lang="zh-CN" altLang="en-US" sz="3600" b="1" dirty="0">
                <a:latin typeface="Times New Roman" panose="02020603050405020304" pitchFamily="18" charset="0"/>
              </a:rPr>
              <a:t>、</a:t>
            </a:r>
            <a:r>
              <a:rPr kumimoji="1" lang="en-US" altLang="zh-CN" sz="3600" b="1" dirty="0">
                <a:latin typeface="Times New Roman" panose="02020603050405020304" pitchFamily="18" charset="0"/>
              </a:rPr>
              <a:t>D</a:t>
            </a:r>
            <a:r>
              <a:rPr kumimoji="1" lang="zh-CN" altLang="en-US" sz="3600" b="1" dirty="0">
                <a:latin typeface="Times New Roman" panose="02020603050405020304" pitchFamily="18" charset="0"/>
              </a:rPr>
              <a:t>均完成后作</a:t>
            </a:r>
            <a:r>
              <a:rPr kumimoji="1" lang="en-US" altLang="zh-CN" sz="3600" b="1" dirty="0">
                <a:latin typeface="Times New Roman" panose="02020603050405020304" pitchFamily="18" charset="0"/>
              </a:rPr>
              <a:t>E</a:t>
            </a:r>
            <a:r>
              <a:rPr kumimoji="1" lang="zh-CN" altLang="en-US" sz="3600" b="1" dirty="0">
                <a:latin typeface="Times New Roman" panose="02020603050405020304" pitchFamily="18" charset="0"/>
              </a:rPr>
              <a:t>；</a:t>
            </a:r>
            <a:r>
              <a:rPr kumimoji="1" lang="en-US" altLang="zh-CN" sz="3600" b="1" dirty="0">
                <a:latin typeface="Times New Roman" panose="02020603050405020304" pitchFamily="18" charset="0"/>
              </a:rPr>
              <a:t>C</a:t>
            </a:r>
            <a:r>
              <a:rPr kumimoji="1" lang="zh-CN" altLang="en-US" sz="3600" b="1" dirty="0">
                <a:latin typeface="Times New Roman" panose="02020603050405020304" pitchFamily="18" charset="0"/>
              </a:rPr>
              <a:t>、</a:t>
            </a:r>
            <a:r>
              <a:rPr kumimoji="1" lang="en-US" altLang="zh-CN" sz="3600" b="1" dirty="0">
                <a:latin typeface="Times New Roman" panose="02020603050405020304" pitchFamily="18" charset="0"/>
              </a:rPr>
              <a:t>E</a:t>
            </a:r>
            <a:r>
              <a:rPr kumimoji="1" lang="zh-CN" altLang="en-US" sz="3600" b="1" dirty="0">
                <a:latin typeface="Times New Roman" panose="02020603050405020304" pitchFamily="18" charset="0"/>
              </a:rPr>
              <a:t>均完成后作</a:t>
            </a:r>
            <a:r>
              <a:rPr kumimoji="1" lang="en-US" altLang="zh-CN" sz="3600" b="1" dirty="0">
                <a:latin typeface="Times New Roman" panose="02020603050405020304" pitchFamily="18" charset="0"/>
              </a:rPr>
              <a:t>F</a:t>
            </a:r>
            <a:r>
              <a:rPr kumimoji="1" lang="zh-CN" altLang="en-US" sz="3600" b="1" dirty="0">
                <a:latin typeface="Times New Roman" panose="02020603050405020304" pitchFamily="18" charset="0"/>
              </a:rPr>
              <a:t>。</a:t>
            </a:r>
          </a:p>
          <a:p>
            <a:pPr algn="just" eaLnBrk="1" hangingPunct="1">
              <a:buClrTx/>
              <a:buSzTx/>
              <a:buFontTx/>
              <a:buNone/>
            </a:pPr>
            <a:endParaRPr kumimoji="1" lang="en-US" altLang="zh-CN" sz="3600" b="1" dirty="0">
              <a:latin typeface="Times New Roman" panose="02020603050405020304" pitchFamily="18" charset="0"/>
            </a:endParaRPr>
          </a:p>
        </p:txBody>
      </p:sp>
      <p:sp>
        <p:nvSpPr>
          <p:cNvPr id="25604" name="Rectangle 4">
            <a:extLst>
              <a:ext uri="{FF2B5EF4-FFF2-40B4-BE49-F238E27FC236}">
                <a16:creationId xmlns:a16="http://schemas.microsoft.com/office/drawing/2014/main" id="{BEE3386E-742C-45AF-8B7E-F519B80E7C48}"/>
              </a:ext>
            </a:extLst>
          </p:cNvPr>
          <p:cNvSpPr>
            <a:spLocks noChangeArrowheads="1"/>
          </p:cNvSpPr>
          <p:nvPr/>
        </p:nvSpPr>
        <p:spPr bwMode="auto">
          <a:xfrm>
            <a:off x="12573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5605" name="Rectangle 5">
            <a:extLst>
              <a:ext uri="{FF2B5EF4-FFF2-40B4-BE49-F238E27FC236}">
                <a16:creationId xmlns:a16="http://schemas.microsoft.com/office/drawing/2014/main" id="{7B7B3369-058D-45CD-9A05-9AE91B45D67A}"/>
              </a:ext>
            </a:extLst>
          </p:cNvPr>
          <p:cNvSpPr>
            <a:spLocks noChangeArrowheads="1"/>
          </p:cNvSpPr>
          <p:nvPr/>
        </p:nvSpPr>
        <p:spPr bwMode="auto">
          <a:xfrm>
            <a:off x="1257300" y="25241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5606" name="Rectangle 6">
            <a:extLst>
              <a:ext uri="{FF2B5EF4-FFF2-40B4-BE49-F238E27FC236}">
                <a16:creationId xmlns:a16="http://schemas.microsoft.com/office/drawing/2014/main" id="{D2F40F5B-86AB-4B2C-AF28-00AFFA3DB8D5}"/>
              </a:ext>
            </a:extLst>
          </p:cNvPr>
          <p:cNvSpPr>
            <a:spLocks noChangeArrowheads="1"/>
          </p:cNvSpPr>
          <p:nvPr/>
        </p:nvSpPr>
        <p:spPr bwMode="auto">
          <a:xfrm>
            <a:off x="323850" y="3502025"/>
            <a:ext cx="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endParaRPr kumimoji="1" lang="zh-CN" altLang="zh-CN" sz="2800" b="1"/>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5D86EC25-FDD5-42FA-9815-7627BD88AE78}"/>
              </a:ext>
            </a:extLst>
          </p:cNvPr>
          <p:cNvSpPr>
            <a:spLocks noChangeArrowheads="1"/>
          </p:cNvSpPr>
          <p:nvPr/>
        </p:nvSpPr>
        <p:spPr bwMode="auto">
          <a:xfrm>
            <a:off x="1833563" y="2247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7651" name="Rectangle 3">
            <a:extLst>
              <a:ext uri="{FF2B5EF4-FFF2-40B4-BE49-F238E27FC236}">
                <a16:creationId xmlns:a16="http://schemas.microsoft.com/office/drawing/2014/main" id="{8BCD82F9-8D0C-4558-82C6-909149151DBF}"/>
              </a:ext>
            </a:extLst>
          </p:cNvPr>
          <p:cNvSpPr>
            <a:spLocks noChangeArrowheads="1"/>
          </p:cNvSpPr>
          <p:nvPr/>
        </p:nvSpPr>
        <p:spPr bwMode="auto">
          <a:xfrm>
            <a:off x="228600" y="685800"/>
            <a:ext cx="8591550" cy="87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buClrTx/>
              <a:buSzTx/>
              <a:buFontTx/>
              <a:buNone/>
            </a:pPr>
            <a:endParaRPr kumimoji="1" lang="zh-CN" altLang="zh-CN" sz="2800" b="1">
              <a:latin typeface="Times New Roman" panose="02020603050405020304" pitchFamily="18" charset="0"/>
            </a:endParaRPr>
          </a:p>
        </p:txBody>
      </p:sp>
      <p:graphicFrame>
        <p:nvGraphicFramePr>
          <p:cNvPr id="49157" name="Object 5" descr="再生纸">
            <a:extLst>
              <a:ext uri="{FF2B5EF4-FFF2-40B4-BE49-F238E27FC236}">
                <a16:creationId xmlns:a16="http://schemas.microsoft.com/office/drawing/2014/main" id="{A70F2AA8-24D6-49A3-B137-4C760C5F82C7}"/>
              </a:ext>
            </a:extLst>
          </p:cNvPr>
          <p:cNvGraphicFramePr>
            <a:graphicFrameLocks noChangeAspect="1"/>
          </p:cNvGraphicFramePr>
          <p:nvPr>
            <p:extLst>
              <p:ext uri="{D42A27DB-BD31-4B8C-83A1-F6EECF244321}">
                <p14:modId xmlns:p14="http://schemas.microsoft.com/office/powerpoint/2010/main" val="3642849375"/>
              </p:ext>
            </p:extLst>
          </p:nvPr>
        </p:nvGraphicFramePr>
        <p:xfrm>
          <a:off x="333028" y="831220"/>
          <a:ext cx="8271420" cy="4255988"/>
        </p:xfrm>
        <a:graphic>
          <a:graphicData uri="http://schemas.openxmlformats.org/presentationml/2006/ole">
            <mc:AlternateContent xmlns:mc="http://schemas.openxmlformats.org/markup-compatibility/2006">
              <mc:Choice xmlns:v="urn:schemas-microsoft-com:vml" Requires="v">
                <p:oleObj spid="_x0000_s8205" name="AutoCAD Drawing" r:id="rId3" imgW="9058275" imgH="4991100" progId="AutoCAD.Drawing.16">
                  <p:embed/>
                </p:oleObj>
              </mc:Choice>
              <mc:Fallback>
                <p:oleObj name="AutoCAD Drawing" r:id="rId3" imgW="9058275" imgH="4991100" progId="AutoCAD.Drawing.16">
                  <p:embed/>
                  <p:pic>
                    <p:nvPicPr>
                      <p:cNvPr id="49157" name="Object 5" descr="再生纸">
                        <a:extLst>
                          <a:ext uri="{FF2B5EF4-FFF2-40B4-BE49-F238E27FC236}">
                            <a16:creationId xmlns:a16="http://schemas.microsoft.com/office/drawing/2014/main" id="{A70F2AA8-24D6-49A3-B137-4C760C5F82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0252" t="12500" r="7869" b="11037"/>
                      <a:stretch>
                        <a:fillRect/>
                      </a:stretch>
                    </p:blipFill>
                    <p:spPr bwMode="auto">
                      <a:xfrm>
                        <a:off x="333028" y="831220"/>
                        <a:ext cx="8271420" cy="4255988"/>
                      </a:xfrm>
                      <a:prstGeom prst="rect">
                        <a:avLst/>
                      </a:prstGeom>
                      <a:blipFill dpi="0" rotWithShape="1">
                        <a:blip r:embed="rId5"/>
                        <a:srcRect l="10252" t="12500" r="7869" b="11037"/>
                        <a:tile tx="0" ty="0" sx="100000" sy="100000" flip="none" algn="tl"/>
                      </a:blipFill>
                      <a:ln>
                        <a:noFill/>
                      </a:ln>
                      <a:effectLst/>
                    </p:spPr>
                  </p:pic>
                </p:oleObj>
              </mc:Fallback>
            </mc:AlternateContent>
          </a:graphicData>
        </a:graphic>
      </p:graphicFrame>
    </p:spTree>
    <p:extLst>
      <p:ext uri="{BB962C8B-B14F-4D97-AF65-F5344CB8AC3E}">
        <p14:creationId xmlns:p14="http://schemas.microsoft.com/office/powerpoint/2010/main" val="13222861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9157"/>
                                        </p:tgtEl>
                                        <p:attrNameLst>
                                          <p:attrName>style.visibility</p:attrName>
                                        </p:attrNameLst>
                                      </p:cBhvr>
                                      <p:to>
                                        <p:strVal val="visible"/>
                                      </p:to>
                                    </p:set>
                                    <p:animEffect transition="in" filter="blinds(horizontal)">
                                      <p:cBhvr>
                                        <p:cTn id="7" dur="500"/>
                                        <p:tgtEl>
                                          <p:spTgt spid="49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A1A39B2B-D288-4460-9C09-4BA475F1AFE5}"/>
              </a:ext>
            </a:extLst>
          </p:cNvPr>
          <p:cNvSpPr>
            <a:spLocks noGrp="1" noRot="1" noChangeArrowheads="1"/>
          </p:cNvSpPr>
          <p:nvPr>
            <p:ph type="title"/>
          </p:nvPr>
        </p:nvSpPr>
        <p:spPr/>
        <p:txBody>
          <a:bodyPr/>
          <a:lstStyle/>
          <a:p>
            <a:pPr algn="ctr" eaLnBrk="1" hangingPunct="1"/>
            <a:r>
              <a:rPr kumimoji="1" lang="zh-CN" altLang="en-US" dirty="0"/>
              <a:t>课题练习</a:t>
            </a:r>
            <a:endParaRPr lang="zh-CN" altLang="zh-CN" dirty="0"/>
          </a:p>
        </p:txBody>
      </p:sp>
      <p:sp>
        <p:nvSpPr>
          <p:cNvPr id="26627" name="Rectangle 3">
            <a:extLst>
              <a:ext uri="{FF2B5EF4-FFF2-40B4-BE49-F238E27FC236}">
                <a16:creationId xmlns:a16="http://schemas.microsoft.com/office/drawing/2014/main" id="{2DC69799-6250-4273-AE6D-D487AAA9FDA1}"/>
              </a:ext>
            </a:extLst>
          </p:cNvPr>
          <p:cNvSpPr>
            <a:spLocks noGrp="1" noRot="1" noChangeArrowheads="1"/>
          </p:cNvSpPr>
          <p:nvPr>
            <p:ph type="body" idx="1"/>
          </p:nvPr>
        </p:nvSpPr>
        <p:spPr/>
        <p:txBody>
          <a:bodyPr/>
          <a:lstStyle/>
          <a:p>
            <a:pPr eaLnBrk="1" hangingPunct="1"/>
            <a:r>
              <a:rPr lang="zh-CN" altLang="zh-CN" sz="3200" dirty="0"/>
              <a:t>某网络计划的有关资料如下</a:t>
            </a:r>
            <a:r>
              <a:rPr lang="zh-CN" altLang="en-US" sz="3200" dirty="0"/>
              <a:t>：</a:t>
            </a:r>
            <a:r>
              <a:rPr kumimoji="1" lang="en-US" altLang="zh-CN" sz="3200" dirty="0"/>
              <a:t>A</a:t>
            </a:r>
            <a:r>
              <a:rPr kumimoji="1" lang="zh-CN" altLang="en-US" sz="3200" dirty="0"/>
              <a:t>、</a:t>
            </a:r>
            <a:r>
              <a:rPr kumimoji="1" lang="en-US" altLang="zh-CN" sz="3200" dirty="0"/>
              <a:t>B</a:t>
            </a:r>
            <a:r>
              <a:rPr kumimoji="1" lang="zh-CN" altLang="en-US" sz="3200" dirty="0"/>
              <a:t>、</a:t>
            </a:r>
            <a:r>
              <a:rPr kumimoji="1" lang="en-US" altLang="zh-CN" sz="3200" dirty="0"/>
              <a:t>C</a:t>
            </a:r>
            <a:r>
              <a:rPr kumimoji="1" lang="zh-CN" altLang="en-US" sz="3200" dirty="0"/>
              <a:t>均完成后作</a:t>
            </a:r>
            <a:r>
              <a:rPr kumimoji="1" lang="en-US" altLang="zh-CN" sz="3200" dirty="0"/>
              <a:t>D</a:t>
            </a:r>
            <a:r>
              <a:rPr kumimoji="1" lang="zh-CN" altLang="en-US" sz="3200" dirty="0"/>
              <a:t>；</a:t>
            </a:r>
            <a:r>
              <a:rPr kumimoji="1" lang="en-US" altLang="zh-CN" sz="3200" dirty="0"/>
              <a:t>B</a:t>
            </a:r>
            <a:r>
              <a:rPr kumimoji="1" lang="zh-CN" altLang="en-US" sz="3200" dirty="0"/>
              <a:t>、</a:t>
            </a:r>
            <a:r>
              <a:rPr kumimoji="1" lang="en-US" altLang="zh-CN" sz="3200" dirty="0"/>
              <a:t>C</a:t>
            </a:r>
            <a:r>
              <a:rPr kumimoji="1" lang="zh-CN" altLang="en-US" sz="3200" dirty="0"/>
              <a:t>完成后作</a:t>
            </a:r>
            <a:r>
              <a:rPr kumimoji="1" lang="en-US" altLang="zh-CN" sz="3200" dirty="0"/>
              <a:t>E</a:t>
            </a:r>
            <a:r>
              <a:rPr kumimoji="1" lang="zh-CN" altLang="en-US" sz="3200" dirty="0"/>
              <a:t>；</a:t>
            </a:r>
            <a:r>
              <a:rPr kumimoji="1" lang="en-US" altLang="zh-CN" sz="3200" dirty="0"/>
              <a:t>D</a:t>
            </a:r>
            <a:r>
              <a:rPr kumimoji="1" lang="zh-CN" altLang="en-US" sz="3200" dirty="0"/>
              <a:t>、</a:t>
            </a:r>
            <a:r>
              <a:rPr kumimoji="1" lang="en-US" altLang="zh-CN" sz="3200" dirty="0"/>
              <a:t>E</a:t>
            </a:r>
            <a:r>
              <a:rPr kumimoji="1" lang="zh-CN" altLang="en-US" sz="3200" dirty="0"/>
              <a:t>完成后作</a:t>
            </a:r>
            <a:r>
              <a:rPr kumimoji="1" lang="en-US" altLang="zh-CN" sz="3200" dirty="0"/>
              <a:t>F</a:t>
            </a:r>
            <a:r>
              <a:rPr kumimoji="1" lang="zh-CN" altLang="en-US" sz="3200" dirty="0"/>
              <a:t>。</a:t>
            </a:r>
            <a:endParaRPr kumimoji="1" lang="en-US" altLang="zh-CN" sz="3200" dirty="0"/>
          </a:p>
          <a:p>
            <a:pPr eaLnBrk="1" hangingPunct="1"/>
            <a:r>
              <a:rPr lang="zh-CN" altLang="zh-CN" sz="3200" dirty="0"/>
              <a:t>试绘制双代号网络图</a:t>
            </a:r>
            <a:r>
              <a:rPr lang="zh-CN" altLang="en-US" sz="3200" dirty="0"/>
              <a:t>。</a:t>
            </a:r>
            <a:endParaRPr kumimoji="1" lang="zh-CN" altLang="en-US" sz="3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5D86EC25-FDD5-42FA-9815-7627BD88AE78}"/>
              </a:ext>
            </a:extLst>
          </p:cNvPr>
          <p:cNvSpPr>
            <a:spLocks noChangeArrowheads="1"/>
          </p:cNvSpPr>
          <p:nvPr/>
        </p:nvSpPr>
        <p:spPr bwMode="auto">
          <a:xfrm>
            <a:off x="1833563" y="2247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7651" name="Rectangle 3">
            <a:extLst>
              <a:ext uri="{FF2B5EF4-FFF2-40B4-BE49-F238E27FC236}">
                <a16:creationId xmlns:a16="http://schemas.microsoft.com/office/drawing/2014/main" id="{8BCD82F9-8D0C-4558-82C6-909149151DBF}"/>
              </a:ext>
            </a:extLst>
          </p:cNvPr>
          <p:cNvSpPr>
            <a:spLocks noChangeArrowheads="1"/>
          </p:cNvSpPr>
          <p:nvPr/>
        </p:nvSpPr>
        <p:spPr bwMode="auto">
          <a:xfrm>
            <a:off x="228600" y="685800"/>
            <a:ext cx="8591550" cy="87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buClrTx/>
              <a:buSzTx/>
              <a:buFontTx/>
              <a:buNone/>
            </a:pPr>
            <a:endParaRPr kumimoji="1" lang="zh-CN" altLang="zh-CN" sz="2800" b="1">
              <a:latin typeface="Times New Roman" panose="02020603050405020304" pitchFamily="18" charset="0"/>
            </a:endParaRPr>
          </a:p>
        </p:txBody>
      </p:sp>
      <p:graphicFrame>
        <p:nvGraphicFramePr>
          <p:cNvPr id="49156" name="Object 4" descr="再生纸">
            <a:extLst>
              <a:ext uri="{FF2B5EF4-FFF2-40B4-BE49-F238E27FC236}">
                <a16:creationId xmlns:a16="http://schemas.microsoft.com/office/drawing/2014/main" id="{7EAFAE42-B2FB-421E-B7E6-F3F7EE1B0A7B}"/>
              </a:ext>
            </a:extLst>
          </p:cNvPr>
          <p:cNvGraphicFramePr>
            <a:graphicFrameLocks noChangeAspect="1"/>
          </p:cNvGraphicFramePr>
          <p:nvPr>
            <p:extLst>
              <p:ext uri="{D42A27DB-BD31-4B8C-83A1-F6EECF244321}">
                <p14:modId xmlns:p14="http://schemas.microsoft.com/office/powerpoint/2010/main" val="3034755378"/>
              </p:ext>
            </p:extLst>
          </p:nvPr>
        </p:nvGraphicFramePr>
        <p:xfrm>
          <a:off x="684213" y="1988853"/>
          <a:ext cx="7790423" cy="3776948"/>
        </p:xfrm>
        <a:graphic>
          <a:graphicData uri="http://schemas.openxmlformats.org/presentationml/2006/ole">
            <mc:AlternateContent xmlns:mc="http://schemas.openxmlformats.org/markup-compatibility/2006">
              <mc:Choice xmlns:v="urn:schemas-microsoft-com:vml" Requires="v">
                <p:oleObj spid="_x0000_s5136" name="AutoCAD Drawing" r:id="rId3" imgW="9058275" imgH="4991100" progId="AutoCAD.Drawing.16">
                  <p:embed/>
                </p:oleObj>
              </mc:Choice>
              <mc:Fallback>
                <p:oleObj name="AutoCAD Drawing" r:id="rId3" imgW="9058275" imgH="4991100" progId="AutoCAD.Drawing.16">
                  <p:embed/>
                  <p:pic>
                    <p:nvPicPr>
                      <p:cNvPr id="49156" name="Object 4" descr="再生纸">
                        <a:extLst>
                          <a:ext uri="{FF2B5EF4-FFF2-40B4-BE49-F238E27FC236}">
                            <a16:creationId xmlns:a16="http://schemas.microsoft.com/office/drawing/2014/main" id="{7EAFAE42-B2FB-421E-B7E6-F3F7EE1B0A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486" t="6711" r="11041" b="15363"/>
                      <a:stretch>
                        <a:fillRect/>
                      </a:stretch>
                    </p:blipFill>
                    <p:spPr bwMode="auto">
                      <a:xfrm>
                        <a:off x="684213" y="1988853"/>
                        <a:ext cx="7790423" cy="3776948"/>
                      </a:xfrm>
                      <a:prstGeom prst="rect">
                        <a:avLst/>
                      </a:prstGeom>
                      <a:blipFill dpi="0" rotWithShape="1">
                        <a:blip r:embed="rId5"/>
                        <a:srcRect l="5486" t="6711" r="11041" b="15363"/>
                        <a:tile tx="0" ty="0" sx="100000" sy="100000" flip="none" algn="tl"/>
                      </a:blip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9156"/>
                                        </p:tgtEl>
                                        <p:attrNameLst>
                                          <p:attrName>style.visibility</p:attrName>
                                        </p:attrNameLst>
                                      </p:cBhvr>
                                      <p:to>
                                        <p:strVal val="visible"/>
                                      </p:to>
                                    </p:set>
                                    <p:animEffect transition="in" filter="blinds(horizontal)">
                                      <p:cBhvr>
                                        <p:cTn id="7" dur="500"/>
                                        <p:tgtEl>
                                          <p:spTgt spid="49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6F39F002-3F1D-457E-B6B5-B7CFECE7CB46}"/>
              </a:ext>
            </a:extLst>
          </p:cNvPr>
          <p:cNvSpPr>
            <a:spLocks noChangeArrowheads="1"/>
          </p:cNvSpPr>
          <p:nvPr/>
        </p:nvSpPr>
        <p:spPr bwMode="auto">
          <a:xfrm>
            <a:off x="1833563" y="2247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9699" name="Rectangle 3">
            <a:extLst>
              <a:ext uri="{FF2B5EF4-FFF2-40B4-BE49-F238E27FC236}">
                <a16:creationId xmlns:a16="http://schemas.microsoft.com/office/drawing/2014/main" id="{D44BAF0D-CA1A-4265-82B6-B3DD93368EC2}"/>
              </a:ext>
            </a:extLst>
          </p:cNvPr>
          <p:cNvSpPr>
            <a:spLocks noChangeArrowheads="1"/>
          </p:cNvSpPr>
          <p:nvPr/>
        </p:nvSpPr>
        <p:spPr bwMode="auto">
          <a:xfrm>
            <a:off x="228600" y="457200"/>
            <a:ext cx="86106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buClrTx/>
              <a:buSzTx/>
              <a:buFontTx/>
              <a:buNone/>
            </a:pPr>
            <a:r>
              <a:rPr kumimoji="1" lang="zh-CN" altLang="en-US" sz="2800" b="1" dirty="0">
                <a:latin typeface="Times New Roman" panose="02020603050405020304" pitchFamily="18" charset="0"/>
              </a:rPr>
              <a:t>课后作业</a:t>
            </a:r>
            <a:r>
              <a:rPr kumimoji="1" lang="en-US" altLang="zh-CN" sz="2800" b="1" dirty="0">
                <a:latin typeface="Times New Roman" panose="02020603050405020304" pitchFamily="18" charset="0"/>
              </a:rPr>
              <a:t>1</a:t>
            </a:r>
            <a:r>
              <a:rPr kumimoji="1" lang="zh-CN" altLang="en-US" sz="2800" b="1" dirty="0">
                <a:latin typeface="Times New Roman" panose="02020603050405020304" pitchFamily="18" charset="0"/>
              </a:rPr>
              <a:t>：</a:t>
            </a:r>
          </a:p>
          <a:p>
            <a:pPr algn="just" eaLnBrk="1" hangingPunct="1">
              <a:buClrTx/>
              <a:buSzTx/>
              <a:buFontTx/>
              <a:buNone/>
            </a:pPr>
            <a:r>
              <a:rPr kumimoji="1" lang="zh-CN" altLang="en-US" sz="2800" b="1" dirty="0">
                <a:latin typeface="Times New Roman" panose="02020603050405020304" pitchFamily="18" charset="0"/>
              </a:rPr>
              <a:t>已知各工作的逻辑关系如下表所示，</a:t>
            </a:r>
            <a:endParaRPr kumimoji="1" lang="en-US" altLang="zh-CN" sz="2800" b="1" dirty="0">
              <a:latin typeface="Times New Roman" panose="02020603050405020304" pitchFamily="18" charset="0"/>
            </a:endParaRPr>
          </a:p>
          <a:p>
            <a:pPr algn="just" eaLnBrk="1" hangingPunct="1">
              <a:buClrTx/>
              <a:buSzTx/>
              <a:buFontTx/>
              <a:buNone/>
            </a:pPr>
            <a:r>
              <a:rPr kumimoji="1" lang="zh-CN" altLang="en-US" sz="2800" b="1" dirty="0">
                <a:latin typeface="Times New Roman" panose="02020603050405020304" pitchFamily="18" charset="0"/>
              </a:rPr>
              <a:t>试绘制双代号网络图。</a:t>
            </a:r>
          </a:p>
          <a:p>
            <a:pPr algn="just" eaLnBrk="1" hangingPunct="1">
              <a:buClrTx/>
              <a:buSzTx/>
              <a:buFontTx/>
              <a:buNone/>
            </a:pPr>
            <a:endParaRPr kumimoji="1" lang="en-US" altLang="zh-CN" sz="2800" b="1" dirty="0">
              <a:latin typeface="Times New Roman" panose="02020603050405020304" pitchFamily="18" charset="0"/>
            </a:endParaRPr>
          </a:p>
        </p:txBody>
      </p:sp>
      <p:sp>
        <p:nvSpPr>
          <p:cNvPr id="29700" name="Rectangle 4">
            <a:extLst>
              <a:ext uri="{FF2B5EF4-FFF2-40B4-BE49-F238E27FC236}">
                <a16:creationId xmlns:a16="http://schemas.microsoft.com/office/drawing/2014/main" id="{FE708E16-6EFB-420A-8580-FCE1C50AD636}"/>
              </a:ext>
            </a:extLst>
          </p:cNvPr>
          <p:cNvSpPr>
            <a:spLocks noChangeArrowheads="1"/>
          </p:cNvSpPr>
          <p:nvPr/>
        </p:nvSpPr>
        <p:spPr bwMode="auto">
          <a:xfrm>
            <a:off x="12573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9701" name="Rectangle 5">
            <a:extLst>
              <a:ext uri="{FF2B5EF4-FFF2-40B4-BE49-F238E27FC236}">
                <a16:creationId xmlns:a16="http://schemas.microsoft.com/office/drawing/2014/main" id="{D48363FD-0460-4FB3-B4D7-F3D629A3747D}"/>
              </a:ext>
            </a:extLst>
          </p:cNvPr>
          <p:cNvSpPr>
            <a:spLocks noChangeArrowheads="1"/>
          </p:cNvSpPr>
          <p:nvPr/>
        </p:nvSpPr>
        <p:spPr bwMode="auto">
          <a:xfrm>
            <a:off x="1257300" y="25241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aphicFrame>
        <p:nvGraphicFramePr>
          <p:cNvPr id="51252" name="Group 52">
            <a:extLst>
              <a:ext uri="{FF2B5EF4-FFF2-40B4-BE49-F238E27FC236}">
                <a16:creationId xmlns:a16="http://schemas.microsoft.com/office/drawing/2014/main" id="{B6E57578-6098-4605-951D-807D539D07EA}"/>
              </a:ext>
            </a:extLst>
          </p:cNvPr>
          <p:cNvGraphicFramePr>
            <a:graphicFrameLocks noGrp="1"/>
          </p:cNvGraphicFramePr>
          <p:nvPr/>
        </p:nvGraphicFramePr>
        <p:xfrm>
          <a:off x="323850" y="2420938"/>
          <a:ext cx="8281988" cy="1309687"/>
        </p:xfrm>
        <a:graphic>
          <a:graphicData uri="http://schemas.openxmlformats.org/drawingml/2006/table">
            <a:tbl>
              <a:tblPr/>
              <a:tblGrid>
                <a:gridCol w="1382713">
                  <a:extLst>
                    <a:ext uri="{9D8B030D-6E8A-4147-A177-3AD203B41FA5}">
                      <a16:colId xmlns:a16="http://schemas.microsoft.com/office/drawing/2014/main" val="20000"/>
                    </a:ext>
                  </a:extLst>
                </a:gridCol>
                <a:gridCol w="1022350">
                  <a:extLst>
                    <a:ext uri="{9D8B030D-6E8A-4147-A177-3AD203B41FA5}">
                      <a16:colId xmlns:a16="http://schemas.microsoft.com/office/drawing/2014/main" val="20001"/>
                    </a:ext>
                  </a:extLst>
                </a:gridCol>
                <a:gridCol w="425450">
                  <a:extLst>
                    <a:ext uri="{9D8B030D-6E8A-4147-A177-3AD203B41FA5}">
                      <a16:colId xmlns:a16="http://schemas.microsoft.com/office/drawing/2014/main" val="20002"/>
                    </a:ext>
                  </a:extLst>
                </a:gridCol>
                <a:gridCol w="768350">
                  <a:extLst>
                    <a:ext uri="{9D8B030D-6E8A-4147-A177-3AD203B41FA5}">
                      <a16:colId xmlns:a16="http://schemas.microsoft.com/office/drawing/2014/main" val="20003"/>
                    </a:ext>
                  </a:extLst>
                </a:gridCol>
                <a:gridCol w="488950">
                  <a:extLst>
                    <a:ext uri="{9D8B030D-6E8A-4147-A177-3AD203B41FA5}">
                      <a16:colId xmlns:a16="http://schemas.microsoft.com/office/drawing/2014/main" val="20004"/>
                    </a:ext>
                  </a:extLst>
                </a:gridCol>
                <a:gridCol w="768350">
                  <a:extLst>
                    <a:ext uri="{9D8B030D-6E8A-4147-A177-3AD203B41FA5}">
                      <a16:colId xmlns:a16="http://schemas.microsoft.com/office/drawing/2014/main" val="20005"/>
                    </a:ext>
                  </a:extLst>
                </a:gridCol>
                <a:gridCol w="419100">
                  <a:extLst>
                    <a:ext uri="{9D8B030D-6E8A-4147-A177-3AD203B41FA5}">
                      <a16:colId xmlns:a16="http://schemas.microsoft.com/office/drawing/2014/main" val="20006"/>
                    </a:ext>
                  </a:extLst>
                </a:gridCol>
                <a:gridCol w="700087">
                  <a:extLst>
                    <a:ext uri="{9D8B030D-6E8A-4147-A177-3AD203B41FA5}">
                      <a16:colId xmlns:a16="http://schemas.microsoft.com/office/drawing/2014/main" val="20007"/>
                    </a:ext>
                  </a:extLst>
                </a:gridCol>
                <a:gridCol w="768350">
                  <a:extLst>
                    <a:ext uri="{9D8B030D-6E8A-4147-A177-3AD203B41FA5}">
                      <a16:colId xmlns:a16="http://schemas.microsoft.com/office/drawing/2014/main" val="20008"/>
                    </a:ext>
                  </a:extLst>
                </a:gridCol>
                <a:gridCol w="838200">
                  <a:extLst>
                    <a:ext uri="{9D8B030D-6E8A-4147-A177-3AD203B41FA5}">
                      <a16:colId xmlns:a16="http://schemas.microsoft.com/office/drawing/2014/main" val="20009"/>
                    </a:ext>
                  </a:extLst>
                </a:gridCol>
                <a:gridCol w="700088">
                  <a:extLst>
                    <a:ext uri="{9D8B030D-6E8A-4147-A177-3AD203B41FA5}">
                      <a16:colId xmlns:a16="http://schemas.microsoft.com/office/drawing/2014/main" val="20010"/>
                    </a:ext>
                  </a:extLst>
                </a:gridCol>
              </a:tblGrid>
              <a:tr h="505069">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000" b="1" i="0" u="none" strike="noStrike" cap="none" normalizeH="0" baseline="0">
                          <a:ln>
                            <a:noFill/>
                          </a:ln>
                          <a:solidFill>
                            <a:schemeClr val="tx1"/>
                          </a:solidFill>
                          <a:effectLst/>
                          <a:latin typeface="Arial" charset="0"/>
                          <a:ea typeface="宋体" pitchFamily="2" charset="-122"/>
                        </a:rPr>
                        <a:t>紧前工作</a:t>
                      </a:r>
                    </a:p>
                  </a:txBody>
                  <a:tcPr marT="45742" marB="45742"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A</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B,V</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A</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U</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V</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C,Y</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A</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C,W</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Y</a:t>
                      </a:r>
                    </a:p>
                  </a:txBody>
                  <a:tcPr marT="45742" marB="4574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432">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000" b="1" i="0" u="none" strike="noStrike" cap="none" normalizeH="0" baseline="0">
                          <a:ln>
                            <a:noFill/>
                          </a:ln>
                          <a:solidFill>
                            <a:schemeClr val="tx1"/>
                          </a:solidFill>
                          <a:effectLst/>
                          <a:latin typeface="Arial" charset="0"/>
                          <a:ea typeface="宋体" pitchFamily="2" charset="-122"/>
                        </a:rPr>
                        <a:t>本工作</a:t>
                      </a:r>
                    </a:p>
                  </a:txBody>
                  <a:tcPr marT="45742" marB="45742"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A</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B</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C</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U</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V</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W</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D</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Y</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X</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Z</a:t>
                      </a:r>
                    </a:p>
                  </a:txBody>
                  <a:tcPr marT="45742" marB="4574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8186">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000" b="1" i="0" u="none" strike="noStrike" cap="none" normalizeH="0" baseline="0">
                          <a:ln>
                            <a:noFill/>
                          </a:ln>
                          <a:solidFill>
                            <a:schemeClr val="tx1"/>
                          </a:solidFill>
                          <a:effectLst/>
                          <a:latin typeface="Arial" charset="0"/>
                          <a:ea typeface="宋体" pitchFamily="2" charset="-122"/>
                        </a:rPr>
                        <a:t>紧后工作</a:t>
                      </a:r>
                    </a:p>
                  </a:txBody>
                  <a:tcPr marT="45742" marB="45742"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Y,B,U</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C</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D,X</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V</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C,W</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X</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D,Z</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a:t>
                      </a:r>
                    </a:p>
                  </a:txBody>
                  <a:tcPr marT="45742" marB="457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a:t>
                      </a:r>
                    </a:p>
                  </a:txBody>
                  <a:tcPr marT="45742" marB="4574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9752" name="Text Box 102">
            <a:extLst>
              <a:ext uri="{FF2B5EF4-FFF2-40B4-BE49-F238E27FC236}">
                <a16:creationId xmlns:a16="http://schemas.microsoft.com/office/drawing/2014/main" id="{8B08A615-CD0E-44E4-A687-15B804D0AC8C}"/>
              </a:ext>
            </a:extLst>
          </p:cNvPr>
          <p:cNvSpPr txBox="1">
            <a:spLocks noChangeArrowheads="1"/>
          </p:cNvSpPr>
          <p:nvPr/>
        </p:nvSpPr>
        <p:spPr bwMode="auto">
          <a:xfrm>
            <a:off x="395288" y="4221163"/>
            <a:ext cx="8636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endParaRPr lang="zh-CN" altLang="zh-CN" sz="2400" b="1"/>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C2F11B17-E8E6-4A6A-A092-0114C4559499}"/>
              </a:ext>
            </a:extLst>
          </p:cNvPr>
          <p:cNvSpPr>
            <a:spLocks noChangeArrowheads="1"/>
          </p:cNvSpPr>
          <p:nvPr/>
        </p:nvSpPr>
        <p:spPr bwMode="auto">
          <a:xfrm>
            <a:off x="1833563" y="2247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0723" name="Rectangle 3">
            <a:extLst>
              <a:ext uri="{FF2B5EF4-FFF2-40B4-BE49-F238E27FC236}">
                <a16:creationId xmlns:a16="http://schemas.microsoft.com/office/drawing/2014/main" id="{EBC3C109-0797-4157-BD30-E43AA08BF17A}"/>
              </a:ext>
            </a:extLst>
          </p:cNvPr>
          <p:cNvSpPr>
            <a:spLocks noChangeArrowheads="1"/>
          </p:cNvSpPr>
          <p:nvPr/>
        </p:nvSpPr>
        <p:spPr bwMode="auto">
          <a:xfrm>
            <a:off x="250825" y="188913"/>
            <a:ext cx="8610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buClrTx/>
              <a:buSzTx/>
              <a:buFontTx/>
              <a:buNone/>
            </a:pPr>
            <a:endParaRPr kumimoji="1" lang="zh-CN" altLang="zh-CN" sz="2800">
              <a:latin typeface="Times New Roman" panose="02020603050405020304" pitchFamily="18" charset="0"/>
            </a:endParaRPr>
          </a:p>
        </p:txBody>
      </p:sp>
      <p:sp>
        <p:nvSpPr>
          <p:cNvPr id="30724" name="Rectangle 4">
            <a:extLst>
              <a:ext uri="{FF2B5EF4-FFF2-40B4-BE49-F238E27FC236}">
                <a16:creationId xmlns:a16="http://schemas.microsoft.com/office/drawing/2014/main" id="{DB18D03D-0D9E-4B87-B910-EF7AFF98B67E}"/>
              </a:ext>
            </a:extLst>
          </p:cNvPr>
          <p:cNvSpPr>
            <a:spLocks noChangeArrowheads="1"/>
          </p:cNvSpPr>
          <p:nvPr/>
        </p:nvSpPr>
        <p:spPr bwMode="auto">
          <a:xfrm>
            <a:off x="12573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0725" name="Rectangle 5">
            <a:extLst>
              <a:ext uri="{FF2B5EF4-FFF2-40B4-BE49-F238E27FC236}">
                <a16:creationId xmlns:a16="http://schemas.microsoft.com/office/drawing/2014/main" id="{7F0259A9-184D-4F92-AE60-C3C7C7F8029B}"/>
              </a:ext>
            </a:extLst>
          </p:cNvPr>
          <p:cNvSpPr>
            <a:spLocks noChangeArrowheads="1"/>
          </p:cNvSpPr>
          <p:nvPr/>
        </p:nvSpPr>
        <p:spPr bwMode="auto">
          <a:xfrm>
            <a:off x="1257300" y="25241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aphicFrame>
        <p:nvGraphicFramePr>
          <p:cNvPr id="52230" name="Object 6" descr="再生纸">
            <a:extLst>
              <a:ext uri="{FF2B5EF4-FFF2-40B4-BE49-F238E27FC236}">
                <a16:creationId xmlns:a16="http://schemas.microsoft.com/office/drawing/2014/main" id="{2F2CC48A-06D9-4FF0-8C50-DBA14EAB0893}"/>
              </a:ext>
            </a:extLst>
          </p:cNvPr>
          <p:cNvGraphicFramePr>
            <a:graphicFrameLocks noChangeAspect="1"/>
          </p:cNvGraphicFramePr>
          <p:nvPr/>
        </p:nvGraphicFramePr>
        <p:xfrm>
          <a:off x="395288" y="1196975"/>
          <a:ext cx="7920037" cy="2871788"/>
        </p:xfrm>
        <a:graphic>
          <a:graphicData uri="http://schemas.openxmlformats.org/presentationml/2006/ole">
            <mc:AlternateContent xmlns:mc="http://schemas.openxmlformats.org/markup-compatibility/2006">
              <mc:Choice xmlns:v="urn:schemas-microsoft-com:vml" Requires="v">
                <p:oleObj spid="_x0000_s7182" name="AutoCAD Drawing" r:id="rId3" imgW="9058275" imgH="4991100" progId="AutoCAD.Drawing.16">
                  <p:embed/>
                </p:oleObj>
              </mc:Choice>
              <mc:Fallback>
                <p:oleObj name="AutoCAD Drawing" r:id="rId3" imgW="9058275" imgH="4991100" progId="AutoCAD.Drawing.16">
                  <p:embed/>
                  <p:pic>
                    <p:nvPicPr>
                      <p:cNvPr id="52230" name="Object 6" descr="再生纸">
                        <a:extLst>
                          <a:ext uri="{FF2B5EF4-FFF2-40B4-BE49-F238E27FC236}">
                            <a16:creationId xmlns:a16="http://schemas.microsoft.com/office/drawing/2014/main" id="{2F2CC48A-06D9-4FF0-8C50-DBA14EAB08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7869" t="29803" r="11041" b="16826"/>
                      <a:stretch>
                        <a:fillRect/>
                      </a:stretch>
                    </p:blipFill>
                    <p:spPr bwMode="auto">
                      <a:xfrm>
                        <a:off x="395288" y="1196975"/>
                        <a:ext cx="7920037" cy="2871788"/>
                      </a:xfrm>
                      <a:prstGeom prst="rect">
                        <a:avLst/>
                      </a:prstGeom>
                      <a:blipFill dpi="0" rotWithShape="1">
                        <a:blip r:embed="rId5"/>
                        <a:srcRect l="7869" t="29803" r="11041" b="16826"/>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27" name="Rectangle 8">
            <a:extLst>
              <a:ext uri="{FF2B5EF4-FFF2-40B4-BE49-F238E27FC236}">
                <a16:creationId xmlns:a16="http://schemas.microsoft.com/office/drawing/2014/main" id="{87EC1976-AA23-4E79-AC07-EDEDDA9DF2CC}"/>
              </a:ext>
            </a:extLst>
          </p:cNvPr>
          <p:cNvSpPr>
            <a:spLocks noGrp="1" noRot="1" noChangeArrowheads="1"/>
          </p:cNvSpPr>
          <p:nvPr>
            <p:ph type="title" idx="4294967295"/>
          </p:nvPr>
        </p:nvSpPr>
        <p:spPr/>
        <p:txBody>
          <a:bodyPr/>
          <a:lstStyle/>
          <a:p>
            <a:pPr eaLnBrk="1" hangingPunct="1"/>
            <a:endParaRPr lang="zh-CN"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2230"/>
                                        </p:tgtEl>
                                        <p:attrNameLst>
                                          <p:attrName>style.visibility</p:attrName>
                                        </p:attrNameLst>
                                      </p:cBhvr>
                                      <p:to>
                                        <p:strVal val="visible"/>
                                      </p:to>
                                    </p:set>
                                    <p:animEffect transition="in" filter="blinds(horizontal)">
                                      <p:cBhvr>
                                        <p:cTn id="7" dur="500"/>
                                        <p:tgtEl>
                                          <p:spTgt spid="52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CD8BBDCD-F9D4-4843-B554-33E0608CD271}"/>
              </a:ext>
            </a:extLst>
          </p:cNvPr>
          <p:cNvSpPr>
            <a:spLocks noGrp="1" noChangeArrowheads="1"/>
          </p:cNvSpPr>
          <p:nvPr>
            <p:ph type="title"/>
          </p:nvPr>
        </p:nvSpPr>
        <p:spPr>
          <a:xfrm>
            <a:off x="1439863" y="617538"/>
            <a:ext cx="7359650" cy="571500"/>
          </a:xfrm>
        </p:spPr>
        <p:txBody>
          <a:bodyPr/>
          <a:lstStyle/>
          <a:p>
            <a:pPr eaLnBrk="1" hangingPunct="1"/>
            <a:r>
              <a:rPr kumimoji="1" lang="zh-CN" altLang="en-US" dirty="0">
                <a:latin typeface="Times New Roman" panose="02020603050405020304" pitchFamily="18" charset="0"/>
              </a:rPr>
              <a:t>双代号网络图</a:t>
            </a:r>
            <a:r>
              <a:rPr lang="zh-CN" altLang="en-US" b="1" dirty="0">
                <a:latin typeface="宋体" panose="02010600030101010101" pitchFamily="2" charset="-122"/>
              </a:rPr>
              <a:t>的计算</a:t>
            </a:r>
            <a:r>
              <a:rPr lang="zh-CN" altLang="en-US" b="1" dirty="0"/>
              <a:t> </a:t>
            </a:r>
          </a:p>
        </p:txBody>
      </p:sp>
      <p:sp>
        <p:nvSpPr>
          <p:cNvPr id="4099" name="Rectangle 3">
            <a:extLst>
              <a:ext uri="{FF2B5EF4-FFF2-40B4-BE49-F238E27FC236}">
                <a16:creationId xmlns:a16="http://schemas.microsoft.com/office/drawing/2014/main" id="{1CD60A9C-0F09-4C96-9B1C-E5A132D2399A}"/>
              </a:ext>
            </a:extLst>
          </p:cNvPr>
          <p:cNvSpPr>
            <a:spLocks noChangeArrowheads="1"/>
          </p:cNvSpPr>
          <p:nvPr/>
        </p:nvSpPr>
        <p:spPr bwMode="auto">
          <a:xfrm>
            <a:off x="395536" y="1412776"/>
            <a:ext cx="864096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spcBef>
                <a:spcPct val="20000"/>
              </a:spcBef>
            </a:pPr>
            <a:r>
              <a:rPr lang="zh-CN" altLang="en-US" sz="3200" b="1" dirty="0">
                <a:solidFill>
                  <a:schemeClr val="accent6">
                    <a:lumMod val="75000"/>
                  </a:schemeClr>
                </a:solidFill>
                <a:latin typeface="宋体" panose="02010600030101010101" pitchFamily="2" charset="-122"/>
              </a:rPr>
              <a:t>计算内容：</a:t>
            </a:r>
            <a:r>
              <a:rPr lang="zh-CN" altLang="en-US" sz="3200" b="1" dirty="0">
                <a:solidFill>
                  <a:schemeClr val="accent6">
                    <a:lumMod val="75000"/>
                  </a:schemeClr>
                </a:solidFill>
                <a:latin typeface="Times New Roman" panose="02020603050405020304" pitchFamily="18" charset="0"/>
              </a:rPr>
              <a:t> </a:t>
            </a:r>
          </a:p>
          <a:p>
            <a:pPr algn="just" eaLnBrk="1" hangingPunct="1">
              <a:spcBef>
                <a:spcPct val="20000"/>
              </a:spcBef>
            </a:pPr>
            <a:r>
              <a:rPr lang="zh-CN" altLang="en-US" sz="3200" b="1" dirty="0">
                <a:solidFill>
                  <a:schemeClr val="accent6">
                    <a:lumMod val="75000"/>
                  </a:schemeClr>
                </a:solidFill>
                <a:latin typeface="Times New Roman" panose="02020603050405020304" pitchFamily="18" charset="0"/>
              </a:rPr>
              <a:t>①确定各项工作的最早可能开始和最早可能结束时间，最迟必须开始和最迟必须结束时间；</a:t>
            </a:r>
            <a:endParaRPr lang="zh-CN" altLang="en-US" sz="3200" b="1" i="1" dirty="0">
              <a:solidFill>
                <a:schemeClr val="accent6">
                  <a:lumMod val="75000"/>
                </a:schemeClr>
              </a:solidFill>
              <a:latin typeface="Times New Roman" panose="02020603050405020304" pitchFamily="18" charset="0"/>
            </a:endParaRPr>
          </a:p>
          <a:p>
            <a:pPr algn="just" eaLnBrk="1" hangingPunct="1">
              <a:spcBef>
                <a:spcPct val="20000"/>
              </a:spcBef>
            </a:pPr>
            <a:r>
              <a:rPr lang="zh-CN" altLang="en-US" sz="3200" b="1" dirty="0">
                <a:solidFill>
                  <a:schemeClr val="accent6">
                    <a:lumMod val="75000"/>
                  </a:schemeClr>
                </a:solidFill>
                <a:latin typeface="Times New Roman" panose="02020603050405020304" pitchFamily="18" charset="0"/>
              </a:rPr>
              <a:t>②工作的各种时差。</a:t>
            </a:r>
          </a:p>
          <a:p>
            <a:pPr algn="just" eaLnBrk="1" hangingPunct="1">
              <a:spcBef>
                <a:spcPct val="20000"/>
              </a:spcBef>
            </a:pPr>
            <a:r>
              <a:rPr lang="zh-CN" altLang="en-US" sz="3200" b="1" dirty="0">
                <a:solidFill>
                  <a:schemeClr val="accent6">
                    <a:lumMod val="75000"/>
                  </a:schemeClr>
                </a:solidFill>
                <a:latin typeface="Times New Roman" panose="02020603050405020304" pitchFamily="18" charset="0"/>
              </a:rPr>
              <a:t>计算目的：</a:t>
            </a:r>
          </a:p>
          <a:p>
            <a:pPr algn="just" eaLnBrk="1" hangingPunct="1">
              <a:spcBef>
                <a:spcPct val="20000"/>
              </a:spcBef>
            </a:pPr>
            <a:r>
              <a:rPr lang="zh-CN" altLang="en-US" sz="3200" b="1" dirty="0">
                <a:solidFill>
                  <a:schemeClr val="accent6">
                    <a:lumMod val="75000"/>
                  </a:schemeClr>
                </a:solidFill>
                <a:latin typeface="Times New Roman" panose="02020603050405020304" pitchFamily="18" charset="0"/>
              </a:rPr>
              <a:t>①确定整个计划的完成日期，关键工作和关键线路；</a:t>
            </a:r>
          </a:p>
          <a:p>
            <a:pPr algn="just" eaLnBrk="1" hangingPunct="1">
              <a:spcBef>
                <a:spcPct val="20000"/>
              </a:spcBef>
            </a:pPr>
            <a:r>
              <a:rPr lang="zh-CN" altLang="en-US" sz="3200" b="1" dirty="0">
                <a:solidFill>
                  <a:schemeClr val="accent6">
                    <a:lumMod val="75000"/>
                  </a:schemeClr>
                </a:solidFill>
                <a:latin typeface="宋体" panose="02010600030101010101" pitchFamily="2" charset="-122"/>
              </a:rPr>
              <a:t>②为网络计划的执行、调整和优化提供依据。</a:t>
            </a:r>
            <a:r>
              <a:rPr lang="zh-CN" altLang="en-US" sz="3200" b="1" dirty="0">
                <a:solidFill>
                  <a:schemeClr val="accent6">
                    <a:lumMod val="75000"/>
                  </a:schemeClr>
                </a:solidFill>
                <a:latin typeface="Times New Roman" panose="02020603050405020304" pitchFamily="18" charset="0"/>
              </a:rPr>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5AF9E48-EBE8-4410-8DDA-EA16ED985789}"/>
              </a:ext>
            </a:extLst>
          </p:cNvPr>
          <p:cNvSpPr>
            <a:spLocks noGrp="1" noChangeArrowheads="1"/>
          </p:cNvSpPr>
          <p:nvPr>
            <p:ph type="body" idx="1"/>
          </p:nvPr>
        </p:nvSpPr>
        <p:spPr>
          <a:xfrm>
            <a:off x="685800" y="685800"/>
            <a:ext cx="7772400" cy="533400"/>
          </a:xfrm>
        </p:spPr>
        <p:txBody>
          <a:bodyPr/>
          <a:lstStyle/>
          <a:p>
            <a:pPr eaLnBrk="1" hangingPunct="1">
              <a:lnSpc>
                <a:spcPct val="90000"/>
              </a:lnSpc>
              <a:buFont typeface="Wingdings" panose="05000000000000000000" pitchFamily="2" charset="2"/>
              <a:buNone/>
            </a:pPr>
            <a:r>
              <a:rPr lang="zh-CN" altLang="en-US" b="1">
                <a:solidFill>
                  <a:schemeClr val="tx2"/>
                </a:solidFill>
                <a:latin typeface="宋体" panose="02010600030101010101" pitchFamily="2" charset="-122"/>
              </a:rPr>
              <a:t>一、图上计算法</a:t>
            </a:r>
          </a:p>
        </p:txBody>
      </p:sp>
      <p:sp>
        <p:nvSpPr>
          <p:cNvPr id="5123" name="Rectangle 3">
            <a:extLst>
              <a:ext uri="{FF2B5EF4-FFF2-40B4-BE49-F238E27FC236}">
                <a16:creationId xmlns:a16="http://schemas.microsoft.com/office/drawing/2014/main" id="{22EBA5B1-20C3-4956-8154-10F22366AA40}"/>
              </a:ext>
            </a:extLst>
          </p:cNvPr>
          <p:cNvSpPr>
            <a:spLocks noChangeArrowheads="1"/>
          </p:cNvSpPr>
          <p:nvPr/>
        </p:nvSpPr>
        <p:spPr bwMode="auto">
          <a:xfrm>
            <a:off x="685800" y="1371600"/>
            <a:ext cx="777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zh-CN" altLang="en-US" sz="2800" b="1">
                <a:solidFill>
                  <a:schemeClr val="tx2"/>
                </a:solidFill>
                <a:latin typeface="宋体" panose="02010600030101010101" pitchFamily="2" charset="-122"/>
              </a:rPr>
              <a:t>（一）事件时间</a:t>
            </a:r>
            <a:r>
              <a:rPr lang="zh-CN" altLang="en-US" sz="2800">
                <a:solidFill>
                  <a:schemeClr val="tx2"/>
                </a:solidFill>
                <a:latin typeface="Times New Roman" panose="02020603050405020304" pitchFamily="18" charset="0"/>
              </a:rPr>
              <a:t> </a:t>
            </a:r>
          </a:p>
        </p:txBody>
      </p:sp>
      <p:graphicFrame>
        <p:nvGraphicFramePr>
          <p:cNvPr id="5124" name="Object 4" descr="信纸">
            <a:extLst>
              <a:ext uri="{FF2B5EF4-FFF2-40B4-BE49-F238E27FC236}">
                <a16:creationId xmlns:a16="http://schemas.microsoft.com/office/drawing/2014/main" id="{765E155B-48B6-405F-BCCA-C2895FF0A02A}"/>
              </a:ext>
            </a:extLst>
          </p:cNvPr>
          <p:cNvGraphicFramePr>
            <a:graphicFrameLocks noChangeAspect="1"/>
          </p:cNvGraphicFramePr>
          <p:nvPr/>
        </p:nvGraphicFramePr>
        <p:xfrm>
          <a:off x="2209800" y="1905000"/>
          <a:ext cx="4038600" cy="1377950"/>
        </p:xfrm>
        <a:graphic>
          <a:graphicData uri="http://schemas.openxmlformats.org/presentationml/2006/ole">
            <mc:AlternateContent xmlns:mc="http://schemas.openxmlformats.org/markup-compatibility/2006">
              <mc:Choice xmlns:v="urn:schemas-microsoft-com:vml" Requires="v">
                <p:oleObj spid="_x0000_s9232" name="AutoCAD Drawing" r:id="rId3" imgW="9067800" imgH="5172075" progId="AutoCAD.Drawing.16">
                  <p:embed/>
                </p:oleObj>
              </mc:Choice>
              <mc:Fallback>
                <p:oleObj name="AutoCAD Drawing" r:id="rId3" imgW="9067800" imgH="5172075" progId="AutoCAD.Drawing.16">
                  <p:embed/>
                  <p:pic>
                    <p:nvPicPr>
                      <p:cNvPr id="5124" name="Object 4" descr="信纸">
                        <a:extLst>
                          <a:ext uri="{FF2B5EF4-FFF2-40B4-BE49-F238E27FC236}">
                            <a16:creationId xmlns:a16="http://schemas.microsoft.com/office/drawing/2014/main" id="{765E155B-48B6-405F-BCCA-C2895FF0A0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6302" t="32321" r="24789" b="26427"/>
                      <a:stretch>
                        <a:fillRect/>
                      </a:stretch>
                    </p:blipFill>
                    <p:spPr bwMode="auto">
                      <a:xfrm>
                        <a:off x="2209800" y="1905000"/>
                        <a:ext cx="4038600" cy="1377950"/>
                      </a:xfrm>
                      <a:prstGeom prst="rect">
                        <a:avLst/>
                      </a:prstGeom>
                      <a:blipFill dpi="0" rotWithShape="0">
                        <a:blip r:embed="rId5"/>
                        <a:srcRect l="6302" t="32321" r="24789" b="26427"/>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5" name="Rectangle 5">
            <a:extLst>
              <a:ext uri="{FF2B5EF4-FFF2-40B4-BE49-F238E27FC236}">
                <a16:creationId xmlns:a16="http://schemas.microsoft.com/office/drawing/2014/main" id="{4AB41E48-AC75-4E4B-BBB9-8A31E581EBBE}"/>
              </a:ext>
            </a:extLst>
          </p:cNvPr>
          <p:cNvSpPr>
            <a:spLocks noChangeArrowheads="1"/>
          </p:cNvSpPr>
          <p:nvPr/>
        </p:nvSpPr>
        <p:spPr bwMode="auto">
          <a:xfrm>
            <a:off x="228600" y="3429000"/>
            <a:ext cx="7848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800" b="1" dirty="0">
                <a:solidFill>
                  <a:schemeClr val="tx2"/>
                </a:solidFill>
                <a:latin typeface="Times New Roman" panose="02020603050405020304" pitchFamily="18" charset="0"/>
              </a:rPr>
              <a:t>1</a:t>
            </a:r>
            <a:r>
              <a:rPr lang="zh-CN" altLang="en-US" sz="2800" b="1" dirty="0">
                <a:solidFill>
                  <a:schemeClr val="tx2"/>
                </a:solidFill>
                <a:latin typeface="Times New Roman" panose="02020603050405020304" pitchFamily="18" charset="0"/>
              </a:rPr>
              <a:t>．事件最早可能开始时间</a:t>
            </a:r>
            <a:endParaRPr lang="zh-CN" altLang="en-US" sz="2800" dirty="0">
              <a:solidFill>
                <a:schemeClr val="tx2"/>
              </a:solidFill>
              <a:latin typeface="Times New Roman" panose="02020603050405020304" pitchFamily="18" charset="0"/>
            </a:endParaRPr>
          </a:p>
          <a:p>
            <a:pPr algn="ctr"/>
            <a:r>
              <a:rPr lang="zh-CN" altLang="en-US" sz="2800" b="1" dirty="0">
                <a:solidFill>
                  <a:schemeClr val="tx2"/>
                </a:solidFill>
                <a:latin typeface="Times New Roman" panose="02020603050405020304" pitchFamily="18" charset="0"/>
              </a:rPr>
              <a:t> </a:t>
            </a:r>
          </a:p>
          <a:p>
            <a:pPr algn="ctr"/>
            <a:endParaRPr lang="zh-CN" altLang="en-US" sz="2800" dirty="0">
              <a:solidFill>
                <a:schemeClr val="tx2"/>
              </a:solidFill>
              <a:latin typeface="Times New Roman" panose="02020603050405020304" pitchFamily="18" charset="0"/>
            </a:endParaRPr>
          </a:p>
          <a:p>
            <a:pPr algn="just"/>
            <a:r>
              <a:rPr lang="zh-CN" altLang="en-US" sz="2800" b="1" dirty="0">
                <a:solidFill>
                  <a:schemeClr val="tx2"/>
                </a:solidFill>
                <a:latin typeface="Times New Roman" panose="02020603050405020304" pitchFamily="18" charset="0"/>
              </a:rPr>
              <a:t>从左向右做加法，箭头汇集节点取大值</a:t>
            </a:r>
            <a:endParaRPr lang="zh-CN" altLang="en-US" sz="2800" dirty="0">
              <a:solidFill>
                <a:schemeClr val="tx2"/>
              </a:solidFill>
              <a:latin typeface="Times New Roman" panose="02020603050405020304" pitchFamily="18" charset="0"/>
            </a:endParaRPr>
          </a:p>
        </p:txBody>
      </p:sp>
      <p:graphicFrame>
        <p:nvGraphicFramePr>
          <p:cNvPr id="5126" name="Object 6" descr="信纸">
            <a:extLst>
              <a:ext uri="{FF2B5EF4-FFF2-40B4-BE49-F238E27FC236}">
                <a16:creationId xmlns:a16="http://schemas.microsoft.com/office/drawing/2014/main" id="{612DB17E-12AC-4754-99C5-60FCEA936CC1}"/>
              </a:ext>
            </a:extLst>
          </p:cNvPr>
          <p:cNvGraphicFramePr>
            <a:graphicFrameLocks noChangeAspect="1"/>
          </p:cNvGraphicFramePr>
          <p:nvPr/>
        </p:nvGraphicFramePr>
        <p:xfrm>
          <a:off x="3048000" y="4114800"/>
          <a:ext cx="2724150" cy="504825"/>
        </p:xfrm>
        <a:graphic>
          <a:graphicData uri="http://schemas.openxmlformats.org/presentationml/2006/ole">
            <mc:AlternateContent xmlns:mc="http://schemas.openxmlformats.org/markup-compatibility/2006">
              <mc:Choice xmlns:v="urn:schemas-microsoft-com:vml" Requires="v">
                <p:oleObj spid="_x0000_s9233" r:id="rId6" imgW="1511300" imgH="279400" progId="Equation.3">
                  <p:embed/>
                </p:oleObj>
              </mc:Choice>
              <mc:Fallback>
                <p:oleObj r:id="rId6" imgW="1511300" imgH="279400" progId="Equation.3">
                  <p:embed/>
                  <p:pic>
                    <p:nvPicPr>
                      <p:cNvPr id="5126" name="Object 6" descr="信纸">
                        <a:extLst>
                          <a:ext uri="{FF2B5EF4-FFF2-40B4-BE49-F238E27FC236}">
                            <a16:creationId xmlns:a16="http://schemas.microsoft.com/office/drawing/2014/main" id="{612DB17E-12AC-4754-99C5-60FCEA936CC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0" y="4114800"/>
                        <a:ext cx="2724150" cy="504825"/>
                      </a:xfrm>
                      <a:prstGeom prst="rect">
                        <a:avLst/>
                      </a:prstGeom>
                      <a:blipFill dpi="0" rotWithShape="0">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6" name="Object 2" descr="信纸">
            <a:extLst>
              <a:ext uri="{FF2B5EF4-FFF2-40B4-BE49-F238E27FC236}">
                <a16:creationId xmlns:a16="http://schemas.microsoft.com/office/drawing/2014/main" id="{4C6FE4DF-8F07-4723-ACBB-3DCAAE6A2FCA}"/>
              </a:ext>
            </a:extLst>
          </p:cNvPr>
          <p:cNvGraphicFramePr>
            <a:graphicFrameLocks noChangeAspect="1"/>
          </p:cNvGraphicFramePr>
          <p:nvPr/>
        </p:nvGraphicFramePr>
        <p:xfrm>
          <a:off x="1905000" y="685800"/>
          <a:ext cx="4821238" cy="1860550"/>
        </p:xfrm>
        <a:graphic>
          <a:graphicData uri="http://schemas.openxmlformats.org/presentationml/2006/ole">
            <mc:AlternateContent xmlns:mc="http://schemas.openxmlformats.org/markup-compatibility/2006">
              <mc:Choice xmlns:v="urn:schemas-microsoft-com:vml" Requires="v">
                <p:oleObj spid="_x0000_s10256" name="AutoCAD Drawing" r:id="rId3" imgW="9067800" imgH="5172075" progId="AutoCAD.Drawing.16">
                  <p:embed/>
                </p:oleObj>
              </mc:Choice>
              <mc:Fallback>
                <p:oleObj name="AutoCAD Drawing" r:id="rId3" imgW="9067800" imgH="5172075" progId="AutoCAD.Drawing.16">
                  <p:embed/>
                  <p:pic>
                    <p:nvPicPr>
                      <p:cNvPr id="6146" name="Object 2" descr="信纸">
                        <a:extLst>
                          <a:ext uri="{FF2B5EF4-FFF2-40B4-BE49-F238E27FC236}">
                            <a16:creationId xmlns:a16="http://schemas.microsoft.com/office/drawing/2014/main" id="{4C6FE4DF-8F07-4723-ACBB-3DCAAE6A2F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3856" t="56050" r="24097" b="8873"/>
                      <a:stretch>
                        <a:fillRect/>
                      </a:stretch>
                    </p:blipFill>
                    <p:spPr bwMode="auto">
                      <a:xfrm>
                        <a:off x="1905000" y="685800"/>
                        <a:ext cx="4821238" cy="1860550"/>
                      </a:xfrm>
                      <a:prstGeom prst="rect">
                        <a:avLst/>
                      </a:prstGeom>
                      <a:blipFill dpi="0" rotWithShape="0">
                        <a:blip r:embed="rId5"/>
                        <a:srcRect l="23856" t="56050" r="24097" b="8873"/>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1379" name="Rectangle 3">
            <a:extLst>
              <a:ext uri="{FF2B5EF4-FFF2-40B4-BE49-F238E27FC236}">
                <a16:creationId xmlns:a16="http://schemas.microsoft.com/office/drawing/2014/main" id="{737F2B64-1AB1-4A04-80EB-93E1EDC5BE6E}"/>
              </a:ext>
            </a:extLst>
          </p:cNvPr>
          <p:cNvSpPr>
            <a:spLocks noChangeArrowheads="1"/>
          </p:cNvSpPr>
          <p:nvPr/>
        </p:nvSpPr>
        <p:spPr bwMode="auto">
          <a:xfrm>
            <a:off x="5105400" y="609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sz="2800" b="1">
                <a:solidFill>
                  <a:schemeClr val="bg2"/>
                </a:solidFill>
                <a:latin typeface="宋体" panose="02010600030101010101" pitchFamily="2" charset="-122"/>
              </a:rPr>
              <a:t>6</a:t>
            </a:r>
            <a:endParaRPr lang="en-US" altLang="zh-CN" sz="2800">
              <a:solidFill>
                <a:schemeClr val="bg2"/>
              </a:solidFill>
              <a:latin typeface="Times New Roman" panose="02020603050405020304" pitchFamily="18" charset="0"/>
            </a:endParaRPr>
          </a:p>
        </p:txBody>
      </p:sp>
      <p:sp>
        <p:nvSpPr>
          <p:cNvPr id="101380" name="Rectangle 4">
            <a:extLst>
              <a:ext uri="{FF2B5EF4-FFF2-40B4-BE49-F238E27FC236}">
                <a16:creationId xmlns:a16="http://schemas.microsoft.com/office/drawing/2014/main" id="{EDDF4048-6566-4246-A612-1C7C0809A6C2}"/>
              </a:ext>
            </a:extLst>
          </p:cNvPr>
          <p:cNvSpPr>
            <a:spLocks noChangeArrowheads="1"/>
          </p:cNvSpPr>
          <p:nvPr/>
        </p:nvSpPr>
        <p:spPr bwMode="auto">
          <a:xfrm>
            <a:off x="5257800" y="1524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sz="2800" b="1">
                <a:solidFill>
                  <a:schemeClr val="bg2"/>
                </a:solidFill>
                <a:latin typeface="宋体" panose="02010600030101010101" pitchFamily="2" charset="-122"/>
              </a:rPr>
              <a:t>8</a:t>
            </a:r>
            <a:endParaRPr lang="en-US" altLang="zh-CN" sz="2800">
              <a:solidFill>
                <a:schemeClr val="bg2"/>
              </a:solidFill>
              <a:latin typeface="Times New Roman" panose="02020603050405020304" pitchFamily="18" charset="0"/>
            </a:endParaRPr>
          </a:p>
        </p:txBody>
      </p:sp>
      <p:sp>
        <p:nvSpPr>
          <p:cNvPr id="101381" name="Rectangle 5">
            <a:extLst>
              <a:ext uri="{FF2B5EF4-FFF2-40B4-BE49-F238E27FC236}">
                <a16:creationId xmlns:a16="http://schemas.microsoft.com/office/drawing/2014/main" id="{398305CE-DB88-4C98-98A1-917443307644}"/>
              </a:ext>
            </a:extLst>
          </p:cNvPr>
          <p:cNvSpPr>
            <a:spLocks noChangeArrowheads="1"/>
          </p:cNvSpPr>
          <p:nvPr/>
        </p:nvSpPr>
        <p:spPr bwMode="auto">
          <a:xfrm>
            <a:off x="1187450" y="3068638"/>
            <a:ext cx="64770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800" b="1">
                <a:solidFill>
                  <a:schemeClr val="tx2"/>
                </a:solidFill>
                <a:latin typeface="Times New Roman" panose="02020603050405020304" pitchFamily="18" charset="0"/>
              </a:rPr>
              <a:t>2</a:t>
            </a:r>
            <a:r>
              <a:rPr lang="zh-CN" altLang="en-US" sz="2800" b="1">
                <a:solidFill>
                  <a:schemeClr val="tx2"/>
                </a:solidFill>
                <a:latin typeface="Times New Roman" panose="02020603050405020304" pitchFamily="18" charset="0"/>
              </a:rPr>
              <a:t>．事件最迟必须开始时间</a:t>
            </a:r>
          </a:p>
          <a:p>
            <a:pPr algn="just" eaLnBrk="1" hangingPunct="1"/>
            <a:endParaRPr lang="zh-CN" altLang="en-US" sz="2800" b="1">
              <a:solidFill>
                <a:schemeClr val="tx2"/>
              </a:solidFill>
              <a:latin typeface="Times New Roman" panose="02020603050405020304" pitchFamily="18" charset="0"/>
            </a:endParaRPr>
          </a:p>
          <a:p>
            <a:pPr algn="just" eaLnBrk="1" hangingPunct="1"/>
            <a:endParaRPr lang="zh-CN" altLang="en-US" sz="2800">
              <a:solidFill>
                <a:schemeClr val="tx2"/>
              </a:solidFill>
              <a:latin typeface="Times New Roman" panose="02020603050405020304" pitchFamily="18" charset="0"/>
            </a:endParaRPr>
          </a:p>
          <a:p>
            <a:pPr algn="just"/>
            <a:r>
              <a:rPr lang="zh-CN" altLang="en-US" sz="2800" b="1">
                <a:solidFill>
                  <a:schemeClr val="tx2"/>
                </a:solidFill>
                <a:latin typeface="Times New Roman" panose="02020603050405020304" pitchFamily="18" charset="0"/>
              </a:rPr>
              <a:t>从右向左做减法，箭尾汇集节点取小值</a:t>
            </a:r>
            <a:endParaRPr lang="zh-CN" altLang="en-US" sz="2800">
              <a:solidFill>
                <a:schemeClr val="tx2"/>
              </a:solidFill>
              <a:latin typeface="Times New Roman" panose="02020603050405020304" pitchFamily="18" charset="0"/>
            </a:endParaRPr>
          </a:p>
        </p:txBody>
      </p:sp>
      <p:graphicFrame>
        <p:nvGraphicFramePr>
          <p:cNvPr id="101382" name="Object 6" descr="信纸">
            <a:extLst>
              <a:ext uri="{FF2B5EF4-FFF2-40B4-BE49-F238E27FC236}">
                <a16:creationId xmlns:a16="http://schemas.microsoft.com/office/drawing/2014/main" id="{A0D71B7F-1DE4-4BC4-9A73-490D77771BF1}"/>
              </a:ext>
            </a:extLst>
          </p:cNvPr>
          <p:cNvGraphicFramePr>
            <a:graphicFrameLocks noChangeAspect="1"/>
          </p:cNvGraphicFramePr>
          <p:nvPr/>
        </p:nvGraphicFramePr>
        <p:xfrm>
          <a:off x="2819400" y="3733800"/>
          <a:ext cx="2657475" cy="504825"/>
        </p:xfrm>
        <a:graphic>
          <a:graphicData uri="http://schemas.openxmlformats.org/presentationml/2006/ole">
            <mc:AlternateContent xmlns:mc="http://schemas.openxmlformats.org/markup-compatibility/2006">
              <mc:Choice xmlns:v="urn:schemas-microsoft-com:vml" Requires="v">
                <p:oleObj spid="_x0000_s10257" r:id="rId6" imgW="1473200" imgH="279400" progId="Equation.3">
                  <p:embed/>
                </p:oleObj>
              </mc:Choice>
              <mc:Fallback>
                <p:oleObj r:id="rId6" imgW="1473200" imgH="279400" progId="Equation.3">
                  <p:embed/>
                  <p:pic>
                    <p:nvPicPr>
                      <p:cNvPr id="101382" name="Object 6" descr="信纸">
                        <a:extLst>
                          <a:ext uri="{FF2B5EF4-FFF2-40B4-BE49-F238E27FC236}">
                            <a16:creationId xmlns:a16="http://schemas.microsoft.com/office/drawing/2014/main" id="{A0D71B7F-1DE4-4BC4-9A73-490D77771BF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19400" y="3733800"/>
                        <a:ext cx="2657475" cy="504825"/>
                      </a:xfrm>
                      <a:prstGeom prst="rect">
                        <a:avLst/>
                      </a:prstGeom>
                      <a:blipFill dpi="0" rotWithShape="0">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1379"/>
                                        </p:tgtEl>
                                        <p:attrNameLst>
                                          <p:attrName>style.visibility</p:attrName>
                                        </p:attrNameLst>
                                      </p:cBhvr>
                                      <p:to>
                                        <p:strVal val="visible"/>
                                      </p:to>
                                    </p:set>
                                    <p:anim calcmode="lin" valueType="num">
                                      <p:cBhvr additive="base">
                                        <p:cTn id="7" dur="500" fill="hold"/>
                                        <p:tgtEl>
                                          <p:spTgt spid="101379"/>
                                        </p:tgtEl>
                                        <p:attrNameLst>
                                          <p:attrName>ppt_x</p:attrName>
                                        </p:attrNameLst>
                                      </p:cBhvr>
                                      <p:tavLst>
                                        <p:tav tm="0">
                                          <p:val>
                                            <p:strVal val="0-#ppt_w/2"/>
                                          </p:val>
                                        </p:tav>
                                        <p:tav tm="100000">
                                          <p:val>
                                            <p:strVal val="#ppt_x"/>
                                          </p:val>
                                        </p:tav>
                                      </p:tavLst>
                                    </p:anim>
                                    <p:anim calcmode="lin" valueType="num">
                                      <p:cBhvr additive="base">
                                        <p:cTn id="8" dur="500" fill="hold"/>
                                        <p:tgtEl>
                                          <p:spTgt spid="10137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1380"/>
                                        </p:tgtEl>
                                        <p:attrNameLst>
                                          <p:attrName>style.visibility</p:attrName>
                                        </p:attrNameLst>
                                      </p:cBhvr>
                                      <p:to>
                                        <p:strVal val="visible"/>
                                      </p:to>
                                    </p:set>
                                    <p:anim calcmode="lin" valueType="num">
                                      <p:cBhvr additive="base">
                                        <p:cTn id="13" dur="500" fill="hold"/>
                                        <p:tgtEl>
                                          <p:spTgt spid="101380"/>
                                        </p:tgtEl>
                                        <p:attrNameLst>
                                          <p:attrName>ppt_x</p:attrName>
                                        </p:attrNameLst>
                                      </p:cBhvr>
                                      <p:tavLst>
                                        <p:tav tm="0">
                                          <p:val>
                                            <p:strVal val="0-#ppt_w/2"/>
                                          </p:val>
                                        </p:tav>
                                        <p:tav tm="100000">
                                          <p:val>
                                            <p:strVal val="#ppt_x"/>
                                          </p:val>
                                        </p:tav>
                                      </p:tavLst>
                                    </p:anim>
                                    <p:anim calcmode="lin" valueType="num">
                                      <p:cBhvr additive="base">
                                        <p:cTn id="14" dur="500" fill="hold"/>
                                        <p:tgtEl>
                                          <p:spTgt spid="10138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1381"/>
                                        </p:tgtEl>
                                        <p:attrNameLst>
                                          <p:attrName>style.visibility</p:attrName>
                                        </p:attrNameLst>
                                      </p:cBhvr>
                                      <p:to>
                                        <p:strVal val="visible"/>
                                      </p:to>
                                    </p:set>
                                    <p:anim calcmode="lin" valueType="num">
                                      <p:cBhvr additive="base">
                                        <p:cTn id="19" dur="500" fill="hold"/>
                                        <p:tgtEl>
                                          <p:spTgt spid="101381"/>
                                        </p:tgtEl>
                                        <p:attrNameLst>
                                          <p:attrName>ppt_x</p:attrName>
                                        </p:attrNameLst>
                                      </p:cBhvr>
                                      <p:tavLst>
                                        <p:tav tm="0">
                                          <p:val>
                                            <p:strVal val="0-#ppt_w/2"/>
                                          </p:val>
                                        </p:tav>
                                        <p:tav tm="100000">
                                          <p:val>
                                            <p:strVal val="#ppt_x"/>
                                          </p:val>
                                        </p:tav>
                                      </p:tavLst>
                                    </p:anim>
                                    <p:anim calcmode="lin" valueType="num">
                                      <p:cBhvr additive="base">
                                        <p:cTn id="20" dur="500" fill="hold"/>
                                        <p:tgtEl>
                                          <p:spTgt spid="10138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01382"/>
                                        </p:tgtEl>
                                        <p:attrNameLst>
                                          <p:attrName>style.visibility</p:attrName>
                                        </p:attrNameLst>
                                      </p:cBhvr>
                                      <p:to>
                                        <p:strVal val="visible"/>
                                      </p:to>
                                    </p:set>
                                    <p:anim calcmode="lin" valueType="num">
                                      <p:cBhvr additive="base">
                                        <p:cTn id="25" dur="500" fill="hold"/>
                                        <p:tgtEl>
                                          <p:spTgt spid="101382"/>
                                        </p:tgtEl>
                                        <p:attrNameLst>
                                          <p:attrName>ppt_x</p:attrName>
                                        </p:attrNameLst>
                                      </p:cBhvr>
                                      <p:tavLst>
                                        <p:tav tm="0">
                                          <p:val>
                                            <p:strVal val="0-#ppt_w/2"/>
                                          </p:val>
                                        </p:tav>
                                        <p:tav tm="100000">
                                          <p:val>
                                            <p:strVal val="#ppt_x"/>
                                          </p:val>
                                        </p:tav>
                                      </p:tavLst>
                                    </p:anim>
                                    <p:anim calcmode="lin" valueType="num">
                                      <p:cBhvr additive="base">
                                        <p:cTn id="26" dur="500" fill="hold"/>
                                        <p:tgtEl>
                                          <p:spTgt spid="10138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9" grpId="0" autoUpdateAnimBg="0"/>
      <p:bldP spid="101380" grpId="0" autoUpdateAnimBg="0"/>
      <p:bldP spid="101381"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70" name="Object 2" descr="信纸">
            <a:extLst>
              <a:ext uri="{FF2B5EF4-FFF2-40B4-BE49-F238E27FC236}">
                <a16:creationId xmlns:a16="http://schemas.microsoft.com/office/drawing/2014/main" id="{946FD969-1A05-4F27-94CF-014942C4C334}"/>
              </a:ext>
            </a:extLst>
          </p:cNvPr>
          <p:cNvGraphicFramePr>
            <a:graphicFrameLocks noChangeAspect="1"/>
          </p:cNvGraphicFramePr>
          <p:nvPr/>
        </p:nvGraphicFramePr>
        <p:xfrm>
          <a:off x="2971800" y="457200"/>
          <a:ext cx="3557588" cy="2097088"/>
        </p:xfrm>
        <a:graphic>
          <a:graphicData uri="http://schemas.openxmlformats.org/presentationml/2006/ole">
            <mc:AlternateContent xmlns:mc="http://schemas.openxmlformats.org/markup-compatibility/2006">
              <mc:Choice xmlns:v="urn:schemas-microsoft-com:vml" Requires="v">
                <p:oleObj spid="_x0000_s11280" name="AutoCAD Drawing" r:id="rId3" imgW="9067800" imgH="5172075" progId="AutoCAD.Drawing.16">
                  <p:embed/>
                </p:oleObj>
              </mc:Choice>
              <mc:Fallback>
                <p:oleObj name="AutoCAD Drawing" r:id="rId3" imgW="9067800" imgH="5172075" progId="AutoCAD.Drawing.16">
                  <p:embed/>
                  <p:pic>
                    <p:nvPicPr>
                      <p:cNvPr id="7170" name="Object 2" descr="信纸">
                        <a:extLst>
                          <a:ext uri="{FF2B5EF4-FFF2-40B4-BE49-F238E27FC236}">
                            <a16:creationId xmlns:a16="http://schemas.microsoft.com/office/drawing/2014/main" id="{946FD969-1A05-4F27-94CF-014942C4C3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32530" t="26639" r="13252" b="16936"/>
                      <a:stretch>
                        <a:fillRect/>
                      </a:stretch>
                    </p:blipFill>
                    <p:spPr bwMode="auto">
                      <a:xfrm>
                        <a:off x="2971800" y="457200"/>
                        <a:ext cx="3557588" cy="2097088"/>
                      </a:xfrm>
                      <a:prstGeom prst="rect">
                        <a:avLst/>
                      </a:prstGeom>
                      <a:blipFill dpi="0" rotWithShape="0">
                        <a:blip r:embed="rId5"/>
                        <a:srcRect l="32530" t="26639" r="13252" b="16936"/>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03" name="Rectangle 3">
            <a:extLst>
              <a:ext uri="{FF2B5EF4-FFF2-40B4-BE49-F238E27FC236}">
                <a16:creationId xmlns:a16="http://schemas.microsoft.com/office/drawing/2014/main" id="{96A7EA6E-33F0-492E-9E99-E53821112EF4}"/>
              </a:ext>
            </a:extLst>
          </p:cNvPr>
          <p:cNvSpPr>
            <a:spLocks noChangeArrowheads="1"/>
          </p:cNvSpPr>
          <p:nvPr/>
        </p:nvSpPr>
        <p:spPr bwMode="auto">
          <a:xfrm>
            <a:off x="685800" y="2819400"/>
            <a:ext cx="3657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r>
              <a:rPr lang="en-US" altLang="zh-CN" sz="2800" b="1">
                <a:latin typeface="Times New Roman" panose="02020603050405020304" pitchFamily="18" charset="0"/>
              </a:rPr>
              <a:t> </a:t>
            </a:r>
            <a:r>
              <a:rPr lang="zh-CN" altLang="en-US" sz="2800" b="1">
                <a:solidFill>
                  <a:schemeClr val="tx2"/>
                </a:solidFill>
                <a:latin typeface="Times New Roman" panose="02020603050405020304" pitchFamily="18" charset="0"/>
              </a:rPr>
              <a:t>（二）工作时间</a:t>
            </a:r>
            <a:endParaRPr lang="zh-CN" altLang="en-US" sz="2800">
              <a:solidFill>
                <a:schemeClr val="tx2"/>
              </a:solidFill>
              <a:latin typeface="Times New Roman" panose="02020603050405020304" pitchFamily="18" charset="0"/>
            </a:endParaRPr>
          </a:p>
        </p:txBody>
      </p:sp>
      <p:sp>
        <p:nvSpPr>
          <p:cNvPr id="102404" name="Rectangle 4" descr="信纸">
            <a:extLst>
              <a:ext uri="{FF2B5EF4-FFF2-40B4-BE49-F238E27FC236}">
                <a16:creationId xmlns:a16="http://schemas.microsoft.com/office/drawing/2014/main" id="{FAA46E15-069A-4B11-A00E-5B6C12CBADE9}"/>
              </a:ext>
            </a:extLst>
          </p:cNvPr>
          <p:cNvSpPr>
            <a:spLocks noChangeArrowheads="1"/>
          </p:cNvSpPr>
          <p:nvPr/>
        </p:nvSpPr>
        <p:spPr bwMode="auto">
          <a:xfrm>
            <a:off x="533400" y="914400"/>
            <a:ext cx="3733800" cy="457200"/>
          </a:xfrm>
          <a:prstGeom prst="rect">
            <a:avLst/>
          </a:prstGeom>
          <a:blipFill dpi="0" rotWithShape="0">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sz="2800" b="1">
                <a:solidFill>
                  <a:schemeClr val="bg2"/>
                </a:solidFill>
                <a:latin typeface="宋体" panose="02010600030101010101" pitchFamily="2" charset="-122"/>
              </a:rPr>
              <a:t>Min(10-4,5-3,7-2)=</a:t>
            </a:r>
            <a:endParaRPr lang="en-US" altLang="zh-CN" sz="2800">
              <a:solidFill>
                <a:schemeClr val="bg2"/>
              </a:solidFill>
              <a:latin typeface="Times New Roman" panose="02020603050405020304" pitchFamily="18" charset="0"/>
            </a:endParaRPr>
          </a:p>
        </p:txBody>
      </p:sp>
      <p:sp>
        <p:nvSpPr>
          <p:cNvPr id="102405" name="Rectangle 5">
            <a:extLst>
              <a:ext uri="{FF2B5EF4-FFF2-40B4-BE49-F238E27FC236}">
                <a16:creationId xmlns:a16="http://schemas.microsoft.com/office/drawing/2014/main" id="{2D5566DB-89B8-4AE7-8CB4-93D4F18B1E43}"/>
              </a:ext>
            </a:extLst>
          </p:cNvPr>
          <p:cNvSpPr>
            <a:spLocks noChangeArrowheads="1"/>
          </p:cNvSpPr>
          <p:nvPr/>
        </p:nvSpPr>
        <p:spPr bwMode="auto">
          <a:xfrm>
            <a:off x="3886200" y="914400"/>
            <a:ext cx="381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sz="2800" b="1">
                <a:solidFill>
                  <a:schemeClr val="bg2"/>
                </a:solidFill>
                <a:latin typeface="宋体" panose="02010600030101010101" pitchFamily="2" charset="-122"/>
              </a:rPr>
              <a:t>2</a:t>
            </a:r>
            <a:endParaRPr lang="en-US" altLang="zh-CN" sz="2800">
              <a:solidFill>
                <a:schemeClr val="bg2"/>
              </a:solidFill>
              <a:latin typeface="Times New Roman" panose="02020603050405020304" pitchFamily="18" charset="0"/>
            </a:endParaRPr>
          </a:p>
        </p:txBody>
      </p:sp>
      <p:graphicFrame>
        <p:nvGraphicFramePr>
          <p:cNvPr id="102406" name="Object 6" descr="信纸">
            <a:extLst>
              <a:ext uri="{FF2B5EF4-FFF2-40B4-BE49-F238E27FC236}">
                <a16:creationId xmlns:a16="http://schemas.microsoft.com/office/drawing/2014/main" id="{37947DEB-CB6A-4DA6-97DD-F859C7D1EBE2}"/>
              </a:ext>
            </a:extLst>
          </p:cNvPr>
          <p:cNvGraphicFramePr>
            <a:graphicFrameLocks noChangeAspect="1"/>
          </p:cNvGraphicFramePr>
          <p:nvPr/>
        </p:nvGraphicFramePr>
        <p:xfrm>
          <a:off x="2438400" y="3581400"/>
          <a:ext cx="3962400" cy="1955800"/>
        </p:xfrm>
        <a:graphic>
          <a:graphicData uri="http://schemas.openxmlformats.org/presentationml/2006/ole">
            <mc:AlternateContent xmlns:mc="http://schemas.openxmlformats.org/markup-compatibility/2006">
              <mc:Choice xmlns:v="urn:schemas-microsoft-com:vml" Requires="v">
                <p:oleObj spid="_x0000_s11281" name="AutoCAD Drawing" r:id="rId6" imgW="9067800" imgH="5172075" progId="AutoCAD.Drawing.16">
                  <p:embed/>
                </p:oleObj>
              </mc:Choice>
              <mc:Fallback>
                <p:oleObj name="AutoCAD Drawing" r:id="rId6" imgW="9067800" imgH="5172075" progId="AutoCAD.Drawing.16">
                  <p:embed/>
                  <p:pic>
                    <p:nvPicPr>
                      <p:cNvPr id="102406" name="Object 6" descr="信纸">
                        <a:extLst>
                          <a:ext uri="{FF2B5EF4-FFF2-40B4-BE49-F238E27FC236}">
                            <a16:creationId xmlns:a16="http://schemas.microsoft.com/office/drawing/2014/main" id="{37947DEB-CB6A-4DA6-97DD-F859C7D1EBE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t="13483"/>
                      <a:stretch>
                        <a:fillRect/>
                      </a:stretch>
                    </p:blipFill>
                    <p:spPr bwMode="auto">
                      <a:xfrm>
                        <a:off x="2438400" y="3581400"/>
                        <a:ext cx="3962400" cy="1955800"/>
                      </a:xfrm>
                      <a:prstGeom prst="rect">
                        <a:avLst/>
                      </a:prstGeom>
                      <a:blipFill dpi="0" rotWithShape="0">
                        <a:blip r:embed="rId5"/>
                        <a:srcRect t="13483"/>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07" name="Rectangle 7">
            <a:extLst>
              <a:ext uri="{FF2B5EF4-FFF2-40B4-BE49-F238E27FC236}">
                <a16:creationId xmlns:a16="http://schemas.microsoft.com/office/drawing/2014/main" id="{6CC18446-F7D4-4A52-A7B7-D10EC9D9F27C}"/>
              </a:ext>
            </a:extLst>
          </p:cNvPr>
          <p:cNvSpPr>
            <a:spLocks noChangeArrowheads="1"/>
          </p:cNvSpPr>
          <p:nvPr/>
        </p:nvSpPr>
        <p:spPr bwMode="auto">
          <a:xfrm>
            <a:off x="3657600" y="3581400"/>
            <a:ext cx="381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sz="2800" b="1">
                <a:solidFill>
                  <a:schemeClr val="bg2"/>
                </a:solidFill>
                <a:latin typeface="宋体" panose="02010600030101010101" pitchFamily="2" charset="-122"/>
              </a:rPr>
              <a:t>ES</a:t>
            </a:r>
            <a:endParaRPr lang="en-US" altLang="zh-CN" sz="2800">
              <a:solidFill>
                <a:schemeClr val="bg2"/>
              </a:solidFill>
              <a:latin typeface="Times New Roman" panose="02020603050405020304" pitchFamily="18" charset="0"/>
            </a:endParaRPr>
          </a:p>
        </p:txBody>
      </p:sp>
      <p:sp>
        <p:nvSpPr>
          <p:cNvPr id="102408" name="Rectangle 8">
            <a:extLst>
              <a:ext uri="{FF2B5EF4-FFF2-40B4-BE49-F238E27FC236}">
                <a16:creationId xmlns:a16="http://schemas.microsoft.com/office/drawing/2014/main" id="{BB018057-82EE-4863-94AC-0327D3C3819F}"/>
              </a:ext>
            </a:extLst>
          </p:cNvPr>
          <p:cNvSpPr>
            <a:spLocks noChangeArrowheads="1"/>
          </p:cNvSpPr>
          <p:nvPr/>
        </p:nvSpPr>
        <p:spPr bwMode="auto">
          <a:xfrm>
            <a:off x="4114800" y="3581400"/>
            <a:ext cx="381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sz="2800" b="1">
                <a:solidFill>
                  <a:schemeClr val="bg2"/>
                </a:solidFill>
                <a:latin typeface="宋体" panose="02010600030101010101" pitchFamily="2" charset="-122"/>
              </a:rPr>
              <a:t>EF</a:t>
            </a:r>
            <a:endParaRPr lang="en-US" altLang="zh-CN" sz="2800">
              <a:solidFill>
                <a:schemeClr val="bg2"/>
              </a:solidFill>
              <a:latin typeface="Times New Roman" panose="02020603050405020304" pitchFamily="18" charset="0"/>
            </a:endParaRPr>
          </a:p>
        </p:txBody>
      </p:sp>
      <p:sp>
        <p:nvSpPr>
          <p:cNvPr id="102409" name="Rectangle 9">
            <a:extLst>
              <a:ext uri="{FF2B5EF4-FFF2-40B4-BE49-F238E27FC236}">
                <a16:creationId xmlns:a16="http://schemas.microsoft.com/office/drawing/2014/main" id="{EEC481B2-1092-4E21-9476-5DA25F970004}"/>
              </a:ext>
            </a:extLst>
          </p:cNvPr>
          <p:cNvSpPr>
            <a:spLocks noChangeArrowheads="1"/>
          </p:cNvSpPr>
          <p:nvPr/>
        </p:nvSpPr>
        <p:spPr bwMode="auto">
          <a:xfrm>
            <a:off x="4114800" y="3962400"/>
            <a:ext cx="381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sz="2800" b="1">
                <a:solidFill>
                  <a:schemeClr val="bg2"/>
                </a:solidFill>
                <a:latin typeface="宋体" panose="02010600030101010101" pitchFamily="2" charset="-122"/>
              </a:rPr>
              <a:t>LF</a:t>
            </a:r>
            <a:endParaRPr lang="en-US" altLang="zh-CN" sz="2800">
              <a:solidFill>
                <a:schemeClr val="bg2"/>
              </a:solidFill>
              <a:latin typeface="Times New Roman" panose="02020603050405020304" pitchFamily="18" charset="0"/>
            </a:endParaRPr>
          </a:p>
        </p:txBody>
      </p:sp>
      <p:sp>
        <p:nvSpPr>
          <p:cNvPr id="102410" name="Rectangle 10">
            <a:extLst>
              <a:ext uri="{FF2B5EF4-FFF2-40B4-BE49-F238E27FC236}">
                <a16:creationId xmlns:a16="http://schemas.microsoft.com/office/drawing/2014/main" id="{44D161B6-AB0A-4E06-9EFD-D55716445D74}"/>
              </a:ext>
            </a:extLst>
          </p:cNvPr>
          <p:cNvSpPr>
            <a:spLocks noChangeArrowheads="1"/>
          </p:cNvSpPr>
          <p:nvPr/>
        </p:nvSpPr>
        <p:spPr bwMode="auto">
          <a:xfrm>
            <a:off x="3657600" y="3962400"/>
            <a:ext cx="381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sz="2800" b="1">
                <a:solidFill>
                  <a:schemeClr val="bg2"/>
                </a:solidFill>
                <a:latin typeface="宋体" panose="02010600030101010101" pitchFamily="2" charset="-122"/>
              </a:rPr>
              <a:t>LS</a:t>
            </a:r>
            <a:endParaRPr lang="en-US" altLang="zh-CN" sz="2800">
              <a:solidFill>
                <a:schemeClr val="bg2"/>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04"/>
                                        </p:tgtEl>
                                        <p:attrNameLst>
                                          <p:attrName>style.visibility</p:attrName>
                                        </p:attrNameLst>
                                      </p:cBhvr>
                                      <p:to>
                                        <p:strVal val="visible"/>
                                      </p:to>
                                    </p:set>
                                    <p:anim calcmode="lin" valueType="num">
                                      <p:cBhvr additive="base">
                                        <p:cTn id="7" dur="500" fill="hold"/>
                                        <p:tgtEl>
                                          <p:spTgt spid="102404"/>
                                        </p:tgtEl>
                                        <p:attrNameLst>
                                          <p:attrName>ppt_x</p:attrName>
                                        </p:attrNameLst>
                                      </p:cBhvr>
                                      <p:tavLst>
                                        <p:tav tm="0">
                                          <p:val>
                                            <p:strVal val="0-#ppt_w/2"/>
                                          </p:val>
                                        </p:tav>
                                        <p:tav tm="100000">
                                          <p:val>
                                            <p:strVal val="#ppt_x"/>
                                          </p:val>
                                        </p:tav>
                                      </p:tavLst>
                                    </p:anim>
                                    <p:anim calcmode="lin" valueType="num">
                                      <p:cBhvr additive="base">
                                        <p:cTn id="8" dur="500" fill="hold"/>
                                        <p:tgtEl>
                                          <p:spTgt spid="102404"/>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02404"/>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02405"/>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02403"/>
                                        </p:tgtEl>
                                        <p:attrNameLst>
                                          <p:attrName>style.visibility</p:attrName>
                                        </p:attrNameLst>
                                      </p:cBhvr>
                                      <p:to>
                                        <p:strVal val="visible"/>
                                      </p:to>
                                    </p:set>
                                    <p:anim calcmode="lin" valueType="num">
                                      <p:cBhvr additive="base">
                                        <p:cTn id="17" dur="500" fill="hold"/>
                                        <p:tgtEl>
                                          <p:spTgt spid="102403"/>
                                        </p:tgtEl>
                                        <p:attrNameLst>
                                          <p:attrName>ppt_x</p:attrName>
                                        </p:attrNameLst>
                                      </p:cBhvr>
                                      <p:tavLst>
                                        <p:tav tm="0">
                                          <p:val>
                                            <p:strVal val="0-#ppt_w/2"/>
                                          </p:val>
                                        </p:tav>
                                        <p:tav tm="100000">
                                          <p:val>
                                            <p:strVal val="#ppt_x"/>
                                          </p:val>
                                        </p:tav>
                                      </p:tavLst>
                                    </p:anim>
                                    <p:anim calcmode="lin" valueType="num">
                                      <p:cBhvr additive="base">
                                        <p:cTn id="18" dur="500" fill="hold"/>
                                        <p:tgtEl>
                                          <p:spTgt spid="102403"/>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nodeType="clickEffect">
                                  <p:stCondLst>
                                    <p:cond delay="0"/>
                                  </p:stCondLst>
                                  <p:childTnLst>
                                    <p:set>
                                      <p:cBhvr>
                                        <p:cTn id="22" dur="1" fill="hold">
                                          <p:stCondLst>
                                            <p:cond delay="0"/>
                                          </p:stCondLst>
                                        </p:cTn>
                                        <p:tgtEl>
                                          <p:spTgt spid="102406"/>
                                        </p:tgtEl>
                                        <p:attrNameLst>
                                          <p:attrName>style.visibility</p:attrName>
                                        </p:attrNameLst>
                                      </p:cBhvr>
                                      <p:to>
                                        <p:strVal val="visible"/>
                                      </p:to>
                                    </p:set>
                                    <p:anim calcmode="lin" valueType="num">
                                      <p:cBhvr additive="base">
                                        <p:cTn id="23" dur="500" fill="hold"/>
                                        <p:tgtEl>
                                          <p:spTgt spid="102406"/>
                                        </p:tgtEl>
                                        <p:attrNameLst>
                                          <p:attrName>ppt_x</p:attrName>
                                        </p:attrNameLst>
                                      </p:cBhvr>
                                      <p:tavLst>
                                        <p:tav tm="0">
                                          <p:val>
                                            <p:strVal val="0-#ppt_w/2"/>
                                          </p:val>
                                        </p:tav>
                                        <p:tav tm="100000">
                                          <p:val>
                                            <p:strVal val="#ppt_x"/>
                                          </p:val>
                                        </p:tav>
                                      </p:tavLst>
                                    </p:anim>
                                    <p:anim calcmode="lin" valueType="num">
                                      <p:cBhvr additive="base">
                                        <p:cTn id="24" dur="500" fill="hold"/>
                                        <p:tgtEl>
                                          <p:spTgt spid="102406"/>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02407"/>
                                        </p:tgtEl>
                                        <p:attrNameLst>
                                          <p:attrName>style.visibility</p:attrName>
                                        </p:attrNameLst>
                                      </p:cBhvr>
                                      <p:to>
                                        <p:strVal val="visible"/>
                                      </p:to>
                                    </p:set>
                                    <p:anim calcmode="lin" valueType="num">
                                      <p:cBhvr additive="base">
                                        <p:cTn id="29" dur="500" fill="hold"/>
                                        <p:tgtEl>
                                          <p:spTgt spid="102407"/>
                                        </p:tgtEl>
                                        <p:attrNameLst>
                                          <p:attrName>ppt_x</p:attrName>
                                        </p:attrNameLst>
                                      </p:cBhvr>
                                      <p:tavLst>
                                        <p:tav tm="0">
                                          <p:val>
                                            <p:strVal val="0-#ppt_w/2"/>
                                          </p:val>
                                        </p:tav>
                                        <p:tav tm="100000">
                                          <p:val>
                                            <p:strVal val="#ppt_x"/>
                                          </p:val>
                                        </p:tav>
                                      </p:tavLst>
                                    </p:anim>
                                    <p:anim calcmode="lin" valueType="num">
                                      <p:cBhvr additive="base">
                                        <p:cTn id="30" dur="500" fill="hold"/>
                                        <p:tgtEl>
                                          <p:spTgt spid="102407"/>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102408"/>
                                        </p:tgtEl>
                                        <p:attrNameLst>
                                          <p:attrName>style.visibility</p:attrName>
                                        </p:attrNameLst>
                                      </p:cBhvr>
                                      <p:to>
                                        <p:strVal val="visible"/>
                                      </p:to>
                                    </p:set>
                                    <p:anim calcmode="lin" valueType="num">
                                      <p:cBhvr additive="base">
                                        <p:cTn id="35" dur="500" fill="hold"/>
                                        <p:tgtEl>
                                          <p:spTgt spid="102408"/>
                                        </p:tgtEl>
                                        <p:attrNameLst>
                                          <p:attrName>ppt_x</p:attrName>
                                        </p:attrNameLst>
                                      </p:cBhvr>
                                      <p:tavLst>
                                        <p:tav tm="0">
                                          <p:val>
                                            <p:strVal val="0-#ppt_w/2"/>
                                          </p:val>
                                        </p:tav>
                                        <p:tav tm="100000">
                                          <p:val>
                                            <p:strVal val="#ppt_x"/>
                                          </p:val>
                                        </p:tav>
                                      </p:tavLst>
                                    </p:anim>
                                    <p:anim calcmode="lin" valueType="num">
                                      <p:cBhvr additive="base">
                                        <p:cTn id="36" dur="500" fill="hold"/>
                                        <p:tgtEl>
                                          <p:spTgt spid="102408"/>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102409"/>
                                        </p:tgtEl>
                                        <p:attrNameLst>
                                          <p:attrName>style.visibility</p:attrName>
                                        </p:attrNameLst>
                                      </p:cBhvr>
                                      <p:to>
                                        <p:strVal val="visible"/>
                                      </p:to>
                                    </p:set>
                                    <p:anim calcmode="lin" valueType="num">
                                      <p:cBhvr additive="base">
                                        <p:cTn id="41" dur="500" fill="hold"/>
                                        <p:tgtEl>
                                          <p:spTgt spid="102409"/>
                                        </p:tgtEl>
                                        <p:attrNameLst>
                                          <p:attrName>ppt_x</p:attrName>
                                        </p:attrNameLst>
                                      </p:cBhvr>
                                      <p:tavLst>
                                        <p:tav tm="0">
                                          <p:val>
                                            <p:strVal val="0-#ppt_w/2"/>
                                          </p:val>
                                        </p:tav>
                                        <p:tav tm="100000">
                                          <p:val>
                                            <p:strVal val="#ppt_x"/>
                                          </p:val>
                                        </p:tav>
                                      </p:tavLst>
                                    </p:anim>
                                    <p:anim calcmode="lin" valueType="num">
                                      <p:cBhvr additive="base">
                                        <p:cTn id="42" dur="500" fill="hold"/>
                                        <p:tgtEl>
                                          <p:spTgt spid="102409"/>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102410"/>
                                        </p:tgtEl>
                                        <p:attrNameLst>
                                          <p:attrName>style.visibility</p:attrName>
                                        </p:attrNameLst>
                                      </p:cBhvr>
                                      <p:to>
                                        <p:strVal val="visible"/>
                                      </p:to>
                                    </p:set>
                                    <p:anim calcmode="lin" valueType="num">
                                      <p:cBhvr additive="base">
                                        <p:cTn id="47" dur="500" fill="hold"/>
                                        <p:tgtEl>
                                          <p:spTgt spid="102410"/>
                                        </p:tgtEl>
                                        <p:attrNameLst>
                                          <p:attrName>ppt_x</p:attrName>
                                        </p:attrNameLst>
                                      </p:cBhvr>
                                      <p:tavLst>
                                        <p:tav tm="0">
                                          <p:val>
                                            <p:strVal val="0-#ppt_w/2"/>
                                          </p:val>
                                        </p:tav>
                                        <p:tav tm="100000">
                                          <p:val>
                                            <p:strVal val="#ppt_x"/>
                                          </p:val>
                                        </p:tav>
                                      </p:tavLst>
                                    </p:anim>
                                    <p:anim calcmode="lin" valueType="num">
                                      <p:cBhvr additive="base">
                                        <p:cTn id="48" dur="500" fill="hold"/>
                                        <p:tgtEl>
                                          <p:spTgt spid="1024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autoUpdateAnimBg="0"/>
      <p:bldP spid="102404" grpId="0" animBg="1" autoUpdateAnimBg="0"/>
      <p:bldP spid="102405" grpId="0" autoUpdateAnimBg="0"/>
      <p:bldP spid="102407" grpId="0" autoUpdateAnimBg="0"/>
      <p:bldP spid="102408" grpId="0" autoUpdateAnimBg="0"/>
      <p:bldP spid="102409" grpId="0" autoUpdateAnimBg="0"/>
      <p:bldP spid="102410"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3426" name="Object 2" descr="信纸">
            <a:extLst>
              <a:ext uri="{FF2B5EF4-FFF2-40B4-BE49-F238E27FC236}">
                <a16:creationId xmlns:a16="http://schemas.microsoft.com/office/drawing/2014/main" id="{08C6FD9F-33B1-4DDC-90F8-C17E9E063C1D}"/>
              </a:ext>
            </a:extLst>
          </p:cNvPr>
          <p:cNvGraphicFramePr>
            <a:graphicFrameLocks noChangeAspect="1"/>
          </p:cNvGraphicFramePr>
          <p:nvPr/>
        </p:nvGraphicFramePr>
        <p:xfrm>
          <a:off x="95250" y="914400"/>
          <a:ext cx="9048750" cy="5172075"/>
        </p:xfrm>
        <a:graphic>
          <a:graphicData uri="http://schemas.openxmlformats.org/presentationml/2006/ole">
            <mc:AlternateContent xmlns:mc="http://schemas.openxmlformats.org/markup-compatibility/2006">
              <mc:Choice xmlns:v="urn:schemas-microsoft-com:vml" Requires="v">
                <p:oleObj spid="_x0000_s12297" name="AutoCAD Drawing" r:id="rId3" imgW="9048750" imgH="5172075" progId="AutoCAD.Drawing.16">
                  <p:embed/>
                </p:oleObj>
              </mc:Choice>
              <mc:Fallback>
                <p:oleObj name="AutoCAD Drawing" r:id="rId3" imgW="9048750" imgH="5172075" progId="AutoCAD.Drawing.16">
                  <p:embed/>
                  <p:pic>
                    <p:nvPicPr>
                      <p:cNvPr id="103426" name="Object 2" descr="信纸">
                        <a:extLst>
                          <a:ext uri="{FF2B5EF4-FFF2-40B4-BE49-F238E27FC236}">
                            <a16:creationId xmlns:a16="http://schemas.microsoft.com/office/drawing/2014/main" id="{08C6FD9F-33B1-4DDC-90F8-C17E9E063C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50" y="914400"/>
                        <a:ext cx="9048750" cy="5172075"/>
                      </a:xfrm>
                      <a:prstGeom prst="rect">
                        <a:avLst/>
                      </a:prstGeom>
                      <a:blipFill dpi="0" rotWithShape="0">
                        <a:blip r:embed="rId5"/>
                        <a:srcRect/>
                        <a:tile tx="0" ty="0" sx="100000" sy="100000" flip="none" algn="tl"/>
                      </a:blipFill>
                      <a:ln>
                        <a:noFill/>
                      </a:ln>
                      <a:effectLst/>
                    </p:spPr>
                  </p:pic>
                </p:oleObj>
              </mc:Fallback>
            </mc:AlternateContent>
          </a:graphicData>
        </a:graphic>
      </p:graphicFrame>
      <p:sp>
        <p:nvSpPr>
          <p:cNvPr id="103427" name="Rectangle 3">
            <a:extLst>
              <a:ext uri="{FF2B5EF4-FFF2-40B4-BE49-F238E27FC236}">
                <a16:creationId xmlns:a16="http://schemas.microsoft.com/office/drawing/2014/main" id="{3CC485B8-F9CC-4505-8773-2BFC44FE2BBE}"/>
              </a:ext>
            </a:extLst>
          </p:cNvPr>
          <p:cNvSpPr>
            <a:spLocks noChangeArrowheads="1"/>
          </p:cNvSpPr>
          <p:nvPr/>
        </p:nvSpPr>
        <p:spPr bwMode="auto">
          <a:xfrm>
            <a:off x="381000" y="30480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03428" name="Rectangle 4">
            <a:extLst>
              <a:ext uri="{FF2B5EF4-FFF2-40B4-BE49-F238E27FC236}">
                <a16:creationId xmlns:a16="http://schemas.microsoft.com/office/drawing/2014/main" id="{A0A7386D-1966-449B-98A2-83AD2DDE892D}"/>
              </a:ext>
            </a:extLst>
          </p:cNvPr>
          <p:cNvSpPr>
            <a:spLocks noChangeArrowheads="1"/>
          </p:cNvSpPr>
          <p:nvPr/>
        </p:nvSpPr>
        <p:spPr bwMode="auto">
          <a:xfrm>
            <a:off x="1447800" y="37338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10</a:t>
            </a:r>
            <a:endParaRPr lang="en-US" altLang="zh-CN">
              <a:solidFill>
                <a:schemeClr val="bg2"/>
              </a:solidFill>
              <a:latin typeface="Times New Roman" panose="02020603050405020304" pitchFamily="18" charset="0"/>
            </a:endParaRPr>
          </a:p>
        </p:txBody>
      </p:sp>
      <p:sp>
        <p:nvSpPr>
          <p:cNvPr id="103429" name="Rectangle 5">
            <a:extLst>
              <a:ext uri="{FF2B5EF4-FFF2-40B4-BE49-F238E27FC236}">
                <a16:creationId xmlns:a16="http://schemas.microsoft.com/office/drawing/2014/main" id="{E1522ACA-0ADB-4ECF-A60B-49BAE2C4169C}"/>
              </a:ext>
            </a:extLst>
          </p:cNvPr>
          <p:cNvSpPr>
            <a:spLocks noChangeArrowheads="1"/>
          </p:cNvSpPr>
          <p:nvPr/>
        </p:nvSpPr>
        <p:spPr bwMode="auto">
          <a:xfrm>
            <a:off x="3276600" y="1600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20</a:t>
            </a:r>
            <a:endParaRPr lang="en-US" altLang="zh-CN">
              <a:solidFill>
                <a:schemeClr val="bg2"/>
              </a:solidFill>
              <a:latin typeface="Times New Roman" panose="02020603050405020304" pitchFamily="18" charset="0"/>
            </a:endParaRPr>
          </a:p>
        </p:txBody>
      </p:sp>
      <p:sp>
        <p:nvSpPr>
          <p:cNvPr id="103430" name="Rectangle 6">
            <a:extLst>
              <a:ext uri="{FF2B5EF4-FFF2-40B4-BE49-F238E27FC236}">
                <a16:creationId xmlns:a16="http://schemas.microsoft.com/office/drawing/2014/main" id="{65A43FC9-2D3B-4ACA-8C47-152D4F1FF828}"/>
              </a:ext>
            </a:extLst>
          </p:cNvPr>
          <p:cNvSpPr>
            <a:spLocks noChangeArrowheads="1"/>
          </p:cNvSpPr>
          <p:nvPr/>
        </p:nvSpPr>
        <p:spPr bwMode="auto">
          <a:xfrm>
            <a:off x="3352800" y="3048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30</a:t>
            </a:r>
            <a:endParaRPr lang="en-US" altLang="zh-CN">
              <a:solidFill>
                <a:schemeClr val="bg2"/>
              </a:solidFill>
              <a:latin typeface="Times New Roman" panose="02020603050405020304" pitchFamily="18" charset="0"/>
            </a:endParaRPr>
          </a:p>
        </p:txBody>
      </p:sp>
      <p:sp>
        <p:nvSpPr>
          <p:cNvPr id="103431" name="Rectangle 7">
            <a:extLst>
              <a:ext uri="{FF2B5EF4-FFF2-40B4-BE49-F238E27FC236}">
                <a16:creationId xmlns:a16="http://schemas.microsoft.com/office/drawing/2014/main" id="{34977594-5C30-4D73-99F4-1C89FD89D73A}"/>
              </a:ext>
            </a:extLst>
          </p:cNvPr>
          <p:cNvSpPr>
            <a:spLocks noChangeArrowheads="1"/>
          </p:cNvSpPr>
          <p:nvPr/>
        </p:nvSpPr>
        <p:spPr bwMode="auto">
          <a:xfrm>
            <a:off x="3276600" y="5334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40</a:t>
            </a:r>
            <a:endParaRPr lang="en-US" altLang="zh-CN">
              <a:solidFill>
                <a:schemeClr val="bg2"/>
              </a:solidFill>
              <a:latin typeface="Times New Roman" panose="02020603050405020304" pitchFamily="18" charset="0"/>
            </a:endParaRPr>
          </a:p>
        </p:txBody>
      </p:sp>
      <p:sp>
        <p:nvSpPr>
          <p:cNvPr id="103432" name="Rectangle 8">
            <a:extLst>
              <a:ext uri="{FF2B5EF4-FFF2-40B4-BE49-F238E27FC236}">
                <a16:creationId xmlns:a16="http://schemas.microsoft.com/office/drawing/2014/main" id="{2E20EB13-F41C-4DD5-A011-DAC790EDC06C}"/>
              </a:ext>
            </a:extLst>
          </p:cNvPr>
          <p:cNvSpPr>
            <a:spLocks noChangeArrowheads="1"/>
          </p:cNvSpPr>
          <p:nvPr/>
        </p:nvSpPr>
        <p:spPr bwMode="auto">
          <a:xfrm>
            <a:off x="5257800" y="32004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50</a:t>
            </a:r>
            <a:endParaRPr lang="en-US" altLang="zh-CN">
              <a:solidFill>
                <a:schemeClr val="bg2"/>
              </a:solidFill>
              <a:latin typeface="Times New Roman" panose="02020603050405020304" pitchFamily="18" charset="0"/>
            </a:endParaRPr>
          </a:p>
        </p:txBody>
      </p:sp>
      <p:sp>
        <p:nvSpPr>
          <p:cNvPr id="103433" name="Rectangle 9">
            <a:extLst>
              <a:ext uri="{FF2B5EF4-FFF2-40B4-BE49-F238E27FC236}">
                <a16:creationId xmlns:a16="http://schemas.microsoft.com/office/drawing/2014/main" id="{91290CCE-0035-4B9A-AE5E-7E8AD933EC6F}"/>
              </a:ext>
            </a:extLst>
          </p:cNvPr>
          <p:cNvSpPr>
            <a:spLocks noChangeArrowheads="1"/>
          </p:cNvSpPr>
          <p:nvPr/>
        </p:nvSpPr>
        <p:spPr bwMode="auto">
          <a:xfrm>
            <a:off x="4876800" y="1600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50</a:t>
            </a:r>
            <a:endParaRPr lang="en-US" altLang="zh-CN">
              <a:solidFill>
                <a:schemeClr val="bg2"/>
              </a:solidFill>
              <a:latin typeface="Times New Roman" panose="02020603050405020304" pitchFamily="18" charset="0"/>
            </a:endParaRPr>
          </a:p>
        </p:txBody>
      </p:sp>
      <p:sp>
        <p:nvSpPr>
          <p:cNvPr id="103434" name="Rectangle 10">
            <a:extLst>
              <a:ext uri="{FF2B5EF4-FFF2-40B4-BE49-F238E27FC236}">
                <a16:creationId xmlns:a16="http://schemas.microsoft.com/office/drawing/2014/main" id="{E8761DED-9A8B-4BE7-8DA0-0BF247AE3B65}"/>
              </a:ext>
            </a:extLst>
          </p:cNvPr>
          <p:cNvSpPr>
            <a:spLocks noChangeArrowheads="1"/>
          </p:cNvSpPr>
          <p:nvPr/>
        </p:nvSpPr>
        <p:spPr bwMode="auto">
          <a:xfrm>
            <a:off x="4800600" y="5334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70</a:t>
            </a:r>
            <a:endParaRPr lang="en-US" altLang="zh-CN">
              <a:solidFill>
                <a:schemeClr val="bg2"/>
              </a:solidFill>
              <a:latin typeface="Times New Roman" panose="02020603050405020304" pitchFamily="18" charset="0"/>
            </a:endParaRPr>
          </a:p>
        </p:txBody>
      </p:sp>
      <p:sp>
        <p:nvSpPr>
          <p:cNvPr id="103435" name="Rectangle 11">
            <a:extLst>
              <a:ext uri="{FF2B5EF4-FFF2-40B4-BE49-F238E27FC236}">
                <a16:creationId xmlns:a16="http://schemas.microsoft.com/office/drawing/2014/main" id="{1612D763-F967-4397-8B27-25CE47FBCC7B}"/>
              </a:ext>
            </a:extLst>
          </p:cNvPr>
          <p:cNvSpPr>
            <a:spLocks noChangeArrowheads="1"/>
          </p:cNvSpPr>
          <p:nvPr/>
        </p:nvSpPr>
        <p:spPr bwMode="auto">
          <a:xfrm>
            <a:off x="5638800" y="37338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120</a:t>
            </a:r>
            <a:endParaRPr lang="en-US" altLang="zh-CN">
              <a:solidFill>
                <a:schemeClr val="bg2"/>
              </a:solidFill>
              <a:latin typeface="Times New Roman" panose="02020603050405020304" pitchFamily="18" charset="0"/>
            </a:endParaRPr>
          </a:p>
        </p:txBody>
      </p:sp>
      <p:sp>
        <p:nvSpPr>
          <p:cNvPr id="103436" name="Rectangle 12">
            <a:extLst>
              <a:ext uri="{FF2B5EF4-FFF2-40B4-BE49-F238E27FC236}">
                <a16:creationId xmlns:a16="http://schemas.microsoft.com/office/drawing/2014/main" id="{61E08036-E744-42B8-9B1A-D1D4EA850210}"/>
              </a:ext>
            </a:extLst>
          </p:cNvPr>
          <p:cNvSpPr>
            <a:spLocks noChangeArrowheads="1"/>
          </p:cNvSpPr>
          <p:nvPr/>
        </p:nvSpPr>
        <p:spPr bwMode="auto">
          <a:xfrm>
            <a:off x="7924800" y="3048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130</a:t>
            </a:r>
            <a:endParaRPr lang="en-US" altLang="zh-CN">
              <a:solidFill>
                <a:schemeClr val="bg2"/>
              </a:solidFill>
              <a:latin typeface="Times New Roman" panose="02020603050405020304" pitchFamily="18" charset="0"/>
            </a:endParaRPr>
          </a:p>
        </p:txBody>
      </p:sp>
      <p:sp>
        <p:nvSpPr>
          <p:cNvPr id="103437" name="Rectangle 13">
            <a:extLst>
              <a:ext uri="{FF2B5EF4-FFF2-40B4-BE49-F238E27FC236}">
                <a16:creationId xmlns:a16="http://schemas.microsoft.com/office/drawing/2014/main" id="{0839500F-D2FF-4E06-AF6F-4BC0ECC5566A}"/>
              </a:ext>
            </a:extLst>
          </p:cNvPr>
          <p:cNvSpPr>
            <a:spLocks noChangeArrowheads="1"/>
          </p:cNvSpPr>
          <p:nvPr/>
        </p:nvSpPr>
        <p:spPr bwMode="auto">
          <a:xfrm>
            <a:off x="8458200" y="3048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130</a:t>
            </a:r>
            <a:endParaRPr lang="en-US" altLang="zh-CN">
              <a:solidFill>
                <a:schemeClr val="bg2"/>
              </a:solidFill>
              <a:latin typeface="Times New Roman" panose="02020603050405020304" pitchFamily="18" charset="0"/>
            </a:endParaRPr>
          </a:p>
        </p:txBody>
      </p:sp>
      <p:sp>
        <p:nvSpPr>
          <p:cNvPr id="103438" name="Rectangle 14">
            <a:extLst>
              <a:ext uri="{FF2B5EF4-FFF2-40B4-BE49-F238E27FC236}">
                <a16:creationId xmlns:a16="http://schemas.microsoft.com/office/drawing/2014/main" id="{553CDCCF-E2BD-466C-B786-3B93E97EEB95}"/>
              </a:ext>
            </a:extLst>
          </p:cNvPr>
          <p:cNvSpPr>
            <a:spLocks noChangeArrowheads="1"/>
          </p:cNvSpPr>
          <p:nvPr/>
        </p:nvSpPr>
        <p:spPr bwMode="auto">
          <a:xfrm>
            <a:off x="6248400" y="37338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120</a:t>
            </a:r>
            <a:endParaRPr lang="en-US" altLang="zh-CN">
              <a:solidFill>
                <a:schemeClr val="bg2"/>
              </a:solidFill>
              <a:latin typeface="Times New Roman" panose="02020603050405020304" pitchFamily="18" charset="0"/>
            </a:endParaRPr>
          </a:p>
        </p:txBody>
      </p:sp>
      <p:sp>
        <p:nvSpPr>
          <p:cNvPr id="103439" name="Rectangle 15">
            <a:extLst>
              <a:ext uri="{FF2B5EF4-FFF2-40B4-BE49-F238E27FC236}">
                <a16:creationId xmlns:a16="http://schemas.microsoft.com/office/drawing/2014/main" id="{F21D1F8A-2B22-45E4-8F60-330CD85BE136}"/>
              </a:ext>
            </a:extLst>
          </p:cNvPr>
          <p:cNvSpPr>
            <a:spLocks noChangeArrowheads="1"/>
          </p:cNvSpPr>
          <p:nvPr/>
        </p:nvSpPr>
        <p:spPr bwMode="auto">
          <a:xfrm>
            <a:off x="5257800" y="5334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70</a:t>
            </a:r>
            <a:endParaRPr lang="en-US" altLang="zh-CN">
              <a:solidFill>
                <a:schemeClr val="bg2"/>
              </a:solidFill>
              <a:latin typeface="Times New Roman" panose="02020603050405020304" pitchFamily="18" charset="0"/>
            </a:endParaRPr>
          </a:p>
        </p:txBody>
      </p:sp>
      <p:sp>
        <p:nvSpPr>
          <p:cNvPr id="103440" name="Rectangle 16">
            <a:extLst>
              <a:ext uri="{FF2B5EF4-FFF2-40B4-BE49-F238E27FC236}">
                <a16:creationId xmlns:a16="http://schemas.microsoft.com/office/drawing/2014/main" id="{B3214DC7-4A55-4A5C-B305-7826351EF485}"/>
              </a:ext>
            </a:extLst>
          </p:cNvPr>
          <p:cNvSpPr>
            <a:spLocks noChangeArrowheads="1"/>
          </p:cNvSpPr>
          <p:nvPr/>
        </p:nvSpPr>
        <p:spPr bwMode="auto">
          <a:xfrm>
            <a:off x="5257800" y="16002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90</a:t>
            </a:r>
            <a:endParaRPr lang="en-US" altLang="zh-CN">
              <a:solidFill>
                <a:schemeClr val="bg2"/>
              </a:solidFill>
              <a:latin typeface="Times New Roman" panose="02020603050405020304" pitchFamily="18" charset="0"/>
            </a:endParaRPr>
          </a:p>
        </p:txBody>
      </p:sp>
      <p:sp>
        <p:nvSpPr>
          <p:cNvPr id="103441" name="Rectangle 17">
            <a:extLst>
              <a:ext uri="{FF2B5EF4-FFF2-40B4-BE49-F238E27FC236}">
                <a16:creationId xmlns:a16="http://schemas.microsoft.com/office/drawing/2014/main" id="{4A36C6B0-3162-4C98-9F25-2FBB58DBD088}"/>
              </a:ext>
            </a:extLst>
          </p:cNvPr>
          <p:cNvSpPr>
            <a:spLocks noChangeArrowheads="1"/>
          </p:cNvSpPr>
          <p:nvPr/>
        </p:nvSpPr>
        <p:spPr bwMode="auto">
          <a:xfrm>
            <a:off x="5638800" y="3200400"/>
            <a:ext cx="3810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70</a:t>
            </a:r>
            <a:endParaRPr lang="en-US" altLang="zh-CN">
              <a:solidFill>
                <a:schemeClr val="bg2"/>
              </a:solidFill>
              <a:latin typeface="Times New Roman" panose="02020603050405020304" pitchFamily="18" charset="0"/>
            </a:endParaRPr>
          </a:p>
        </p:txBody>
      </p:sp>
      <p:sp>
        <p:nvSpPr>
          <p:cNvPr id="103442" name="Rectangle 18">
            <a:extLst>
              <a:ext uri="{FF2B5EF4-FFF2-40B4-BE49-F238E27FC236}">
                <a16:creationId xmlns:a16="http://schemas.microsoft.com/office/drawing/2014/main" id="{459972AA-A38E-40B7-9AF4-E9970A1153C0}"/>
              </a:ext>
            </a:extLst>
          </p:cNvPr>
          <p:cNvSpPr>
            <a:spLocks noChangeArrowheads="1"/>
          </p:cNvSpPr>
          <p:nvPr/>
        </p:nvSpPr>
        <p:spPr bwMode="auto">
          <a:xfrm>
            <a:off x="3733800" y="5334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40</a:t>
            </a:r>
            <a:endParaRPr lang="en-US" altLang="zh-CN">
              <a:solidFill>
                <a:schemeClr val="bg2"/>
              </a:solidFill>
              <a:latin typeface="Times New Roman" panose="02020603050405020304" pitchFamily="18" charset="0"/>
            </a:endParaRPr>
          </a:p>
        </p:txBody>
      </p:sp>
      <p:sp>
        <p:nvSpPr>
          <p:cNvPr id="103443" name="Rectangle 19">
            <a:extLst>
              <a:ext uri="{FF2B5EF4-FFF2-40B4-BE49-F238E27FC236}">
                <a16:creationId xmlns:a16="http://schemas.microsoft.com/office/drawing/2014/main" id="{29B2C435-7AD3-448C-89C6-7514283F67CC}"/>
              </a:ext>
            </a:extLst>
          </p:cNvPr>
          <p:cNvSpPr>
            <a:spLocks noChangeArrowheads="1"/>
          </p:cNvSpPr>
          <p:nvPr/>
        </p:nvSpPr>
        <p:spPr bwMode="auto">
          <a:xfrm>
            <a:off x="3733800" y="3048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50</a:t>
            </a:r>
            <a:endParaRPr lang="en-US" altLang="zh-CN">
              <a:solidFill>
                <a:schemeClr val="bg2"/>
              </a:solidFill>
              <a:latin typeface="Times New Roman" panose="02020603050405020304" pitchFamily="18" charset="0"/>
            </a:endParaRPr>
          </a:p>
        </p:txBody>
      </p:sp>
      <p:sp>
        <p:nvSpPr>
          <p:cNvPr id="103444" name="Rectangle 20">
            <a:extLst>
              <a:ext uri="{FF2B5EF4-FFF2-40B4-BE49-F238E27FC236}">
                <a16:creationId xmlns:a16="http://schemas.microsoft.com/office/drawing/2014/main" id="{4FE1886F-384E-4DB8-9EE7-BDF6E8A62822}"/>
              </a:ext>
            </a:extLst>
          </p:cNvPr>
          <p:cNvSpPr>
            <a:spLocks noChangeArrowheads="1"/>
          </p:cNvSpPr>
          <p:nvPr/>
        </p:nvSpPr>
        <p:spPr bwMode="auto">
          <a:xfrm>
            <a:off x="3733800" y="16002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70</a:t>
            </a:r>
            <a:endParaRPr lang="en-US" altLang="zh-CN">
              <a:solidFill>
                <a:schemeClr val="bg2"/>
              </a:solidFill>
              <a:latin typeface="Times New Roman" panose="02020603050405020304" pitchFamily="18" charset="0"/>
            </a:endParaRPr>
          </a:p>
        </p:txBody>
      </p:sp>
      <p:sp>
        <p:nvSpPr>
          <p:cNvPr id="103445" name="Rectangle 21">
            <a:extLst>
              <a:ext uri="{FF2B5EF4-FFF2-40B4-BE49-F238E27FC236}">
                <a16:creationId xmlns:a16="http://schemas.microsoft.com/office/drawing/2014/main" id="{1730DF4B-584D-45C9-A633-842763747E2E}"/>
              </a:ext>
            </a:extLst>
          </p:cNvPr>
          <p:cNvSpPr>
            <a:spLocks noChangeArrowheads="1"/>
          </p:cNvSpPr>
          <p:nvPr/>
        </p:nvSpPr>
        <p:spPr bwMode="auto">
          <a:xfrm>
            <a:off x="1828800" y="37338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10</a:t>
            </a:r>
            <a:endParaRPr lang="en-US" altLang="zh-CN">
              <a:solidFill>
                <a:schemeClr val="bg2"/>
              </a:solidFill>
              <a:latin typeface="Times New Roman" panose="02020603050405020304" pitchFamily="18" charset="0"/>
            </a:endParaRPr>
          </a:p>
        </p:txBody>
      </p:sp>
      <p:sp>
        <p:nvSpPr>
          <p:cNvPr id="103446" name="Rectangle 22">
            <a:extLst>
              <a:ext uri="{FF2B5EF4-FFF2-40B4-BE49-F238E27FC236}">
                <a16:creationId xmlns:a16="http://schemas.microsoft.com/office/drawing/2014/main" id="{E1D649D2-F721-4A5A-AD10-975D332D6EC8}"/>
              </a:ext>
            </a:extLst>
          </p:cNvPr>
          <p:cNvSpPr>
            <a:spLocks noChangeArrowheads="1"/>
          </p:cNvSpPr>
          <p:nvPr/>
        </p:nvSpPr>
        <p:spPr bwMode="auto">
          <a:xfrm>
            <a:off x="685800" y="3048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03426"/>
                                        </p:tgtEl>
                                        <p:attrNameLst>
                                          <p:attrName>style.visibility</p:attrName>
                                        </p:attrNameLst>
                                      </p:cBhvr>
                                      <p:to>
                                        <p:strVal val="visible"/>
                                      </p:to>
                                    </p:set>
                                    <p:anim calcmode="lin" valueType="num">
                                      <p:cBhvr additive="base">
                                        <p:cTn id="7" dur="500" fill="hold"/>
                                        <p:tgtEl>
                                          <p:spTgt spid="103426"/>
                                        </p:tgtEl>
                                        <p:attrNameLst>
                                          <p:attrName>ppt_x</p:attrName>
                                        </p:attrNameLst>
                                      </p:cBhvr>
                                      <p:tavLst>
                                        <p:tav tm="0">
                                          <p:val>
                                            <p:strVal val="0-#ppt_w/2"/>
                                          </p:val>
                                        </p:tav>
                                        <p:tav tm="100000">
                                          <p:val>
                                            <p:strVal val="#ppt_x"/>
                                          </p:val>
                                        </p:tav>
                                      </p:tavLst>
                                    </p:anim>
                                    <p:anim calcmode="lin" valueType="num">
                                      <p:cBhvr additive="base">
                                        <p:cTn id="8" dur="500" fill="hold"/>
                                        <p:tgtEl>
                                          <p:spTgt spid="10342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3427"/>
                                        </p:tgtEl>
                                        <p:attrNameLst>
                                          <p:attrName>style.visibility</p:attrName>
                                        </p:attrNameLst>
                                      </p:cBhvr>
                                      <p:to>
                                        <p:strVal val="visible"/>
                                      </p:to>
                                    </p:set>
                                    <p:anim calcmode="lin" valueType="num">
                                      <p:cBhvr additive="base">
                                        <p:cTn id="13" dur="500" fill="hold"/>
                                        <p:tgtEl>
                                          <p:spTgt spid="103427"/>
                                        </p:tgtEl>
                                        <p:attrNameLst>
                                          <p:attrName>ppt_x</p:attrName>
                                        </p:attrNameLst>
                                      </p:cBhvr>
                                      <p:tavLst>
                                        <p:tav tm="0">
                                          <p:val>
                                            <p:strVal val="0-#ppt_w/2"/>
                                          </p:val>
                                        </p:tav>
                                        <p:tav tm="100000">
                                          <p:val>
                                            <p:strVal val="#ppt_x"/>
                                          </p:val>
                                        </p:tav>
                                      </p:tavLst>
                                    </p:anim>
                                    <p:anim calcmode="lin" valueType="num">
                                      <p:cBhvr additive="base">
                                        <p:cTn id="14" dur="500" fill="hold"/>
                                        <p:tgtEl>
                                          <p:spTgt spid="10342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3428"/>
                                        </p:tgtEl>
                                        <p:attrNameLst>
                                          <p:attrName>style.visibility</p:attrName>
                                        </p:attrNameLst>
                                      </p:cBhvr>
                                      <p:to>
                                        <p:strVal val="visible"/>
                                      </p:to>
                                    </p:set>
                                    <p:anim calcmode="lin" valueType="num">
                                      <p:cBhvr additive="base">
                                        <p:cTn id="19" dur="500" fill="hold"/>
                                        <p:tgtEl>
                                          <p:spTgt spid="103428"/>
                                        </p:tgtEl>
                                        <p:attrNameLst>
                                          <p:attrName>ppt_x</p:attrName>
                                        </p:attrNameLst>
                                      </p:cBhvr>
                                      <p:tavLst>
                                        <p:tav tm="0">
                                          <p:val>
                                            <p:strVal val="0-#ppt_w/2"/>
                                          </p:val>
                                        </p:tav>
                                        <p:tav tm="100000">
                                          <p:val>
                                            <p:strVal val="#ppt_x"/>
                                          </p:val>
                                        </p:tav>
                                      </p:tavLst>
                                    </p:anim>
                                    <p:anim calcmode="lin" valueType="num">
                                      <p:cBhvr additive="base">
                                        <p:cTn id="20" dur="500" fill="hold"/>
                                        <p:tgtEl>
                                          <p:spTgt spid="10342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3429"/>
                                        </p:tgtEl>
                                        <p:attrNameLst>
                                          <p:attrName>style.visibility</p:attrName>
                                        </p:attrNameLst>
                                      </p:cBhvr>
                                      <p:to>
                                        <p:strVal val="visible"/>
                                      </p:to>
                                    </p:set>
                                    <p:anim calcmode="lin" valueType="num">
                                      <p:cBhvr additive="base">
                                        <p:cTn id="25" dur="500" fill="hold"/>
                                        <p:tgtEl>
                                          <p:spTgt spid="103429"/>
                                        </p:tgtEl>
                                        <p:attrNameLst>
                                          <p:attrName>ppt_x</p:attrName>
                                        </p:attrNameLst>
                                      </p:cBhvr>
                                      <p:tavLst>
                                        <p:tav tm="0">
                                          <p:val>
                                            <p:strVal val="0-#ppt_w/2"/>
                                          </p:val>
                                        </p:tav>
                                        <p:tav tm="100000">
                                          <p:val>
                                            <p:strVal val="#ppt_x"/>
                                          </p:val>
                                        </p:tav>
                                      </p:tavLst>
                                    </p:anim>
                                    <p:anim calcmode="lin" valueType="num">
                                      <p:cBhvr additive="base">
                                        <p:cTn id="26" dur="500" fill="hold"/>
                                        <p:tgtEl>
                                          <p:spTgt spid="103429"/>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3430"/>
                                        </p:tgtEl>
                                        <p:attrNameLst>
                                          <p:attrName>style.visibility</p:attrName>
                                        </p:attrNameLst>
                                      </p:cBhvr>
                                      <p:to>
                                        <p:strVal val="visible"/>
                                      </p:to>
                                    </p:set>
                                    <p:anim calcmode="lin" valueType="num">
                                      <p:cBhvr additive="base">
                                        <p:cTn id="31" dur="500" fill="hold"/>
                                        <p:tgtEl>
                                          <p:spTgt spid="103430"/>
                                        </p:tgtEl>
                                        <p:attrNameLst>
                                          <p:attrName>ppt_x</p:attrName>
                                        </p:attrNameLst>
                                      </p:cBhvr>
                                      <p:tavLst>
                                        <p:tav tm="0">
                                          <p:val>
                                            <p:strVal val="0-#ppt_w/2"/>
                                          </p:val>
                                        </p:tav>
                                        <p:tav tm="100000">
                                          <p:val>
                                            <p:strVal val="#ppt_x"/>
                                          </p:val>
                                        </p:tav>
                                      </p:tavLst>
                                    </p:anim>
                                    <p:anim calcmode="lin" valueType="num">
                                      <p:cBhvr additive="base">
                                        <p:cTn id="32" dur="500" fill="hold"/>
                                        <p:tgtEl>
                                          <p:spTgt spid="103430"/>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3431"/>
                                        </p:tgtEl>
                                        <p:attrNameLst>
                                          <p:attrName>style.visibility</p:attrName>
                                        </p:attrNameLst>
                                      </p:cBhvr>
                                      <p:to>
                                        <p:strVal val="visible"/>
                                      </p:to>
                                    </p:set>
                                    <p:anim calcmode="lin" valueType="num">
                                      <p:cBhvr additive="base">
                                        <p:cTn id="37" dur="500" fill="hold"/>
                                        <p:tgtEl>
                                          <p:spTgt spid="103431"/>
                                        </p:tgtEl>
                                        <p:attrNameLst>
                                          <p:attrName>ppt_x</p:attrName>
                                        </p:attrNameLst>
                                      </p:cBhvr>
                                      <p:tavLst>
                                        <p:tav tm="0">
                                          <p:val>
                                            <p:strVal val="0-#ppt_w/2"/>
                                          </p:val>
                                        </p:tav>
                                        <p:tav tm="100000">
                                          <p:val>
                                            <p:strVal val="#ppt_x"/>
                                          </p:val>
                                        </p:tav>
                                      </p:tavLst>
                                    </p:anim>
                                    <p:anim calcmode="lin" valueType="num">
                                      <p:cBhvr additive="base">
                                        <p:cTn id="38" dur="500" fill="hold"/>
                                        <p:tgtEl>
                                          <p:spTgt spid="103431"/>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3432"/>
                                        </p:tgtEl>
                                        <p:attrNameLst>
                                          <p:attrName>style.visibility</p:attrName>
                                        </p:attrNameLst>
                                      </p:cBhvr>
                                      <p:to>
                                        <p:strVal val="visible"/>
                                      </p:to>
                                    </p:set>
                                    <p:anim calcmode="lin" valueType="num">
                                      <p:cBhvr additive="base">
                                        <p:cTn id="43" dur="500" fill="hold"/>
                                        <p:tgtEl>
                                          <p:spTgt spid="103432"/>
                                        </p:tgtEl>
                                        <p:attrNameLst>
                                          <p:attrName>ppt_x</p:attrName>
                                        </p:attrNameLst>
                                      </p:cBhvr>
                                      <p:tavLst>
                                        <p:tav tm="0">
                                          <p:val>
                                            <p:strVal val="0-#ppt_w/2"/>
                                          </p:val>
                                        </p:tav>
                                        <p:tav tm="100000">
                                          <p:val>
                                            <p:strVal val="#ppt_x"/>
                                          </p:val>
                                        </p:tav>
                                      </p:tavLst>
                                    </p:anim>
                                    <p:anim calcmode="lin" valueType="num">
                                      <p:cBhvr additive="base">
                                        <p:cTn id="44" dur="500" fill="hold"/>
                                        <p:tgtEl>
                                          <p:spTgt spid="103432"/>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3433"/>
                                        </p:tgtEl>
                                        <p:attrNameLst>
                                          <p:attrName>style.visibility</p:attrName>
                                        </p:attrNameLst>
                                      </p:cBhvr>
                                      <p:to>
                                        <p:strVal val="visible"/>
                                      </p:to>
                                    </p:set>
                                    <p:anim calcmode="lin" valueType="num">
                                      <p:cBhvr additive="base">
                                        <p:cTn id="49" dur="500" fill="hold"/>
                                        <p:tgtEl>
                                          <p:spTgt spid="103433"/>
                                        </p:tgtEl>
                                        <p:attrNameLst>
                                          <p:attrName>ppt_x</p:attrName>
                                        </p:attrNameLst>
                                      </p:cBhvr>
                                      <p:tavLst>
                                        <p:tav tm="0">
                                          <p:val>
                                            <p:strVal val="0-#ppt_w/2"/>
                                          </p:val>
                                        </p:tav>
                                        <p:tav tm="100000">
                                          <p:val>
                                            <p:strVal val="#ppt_x"/>
                                          </p:val>
                                        </p:tav>
                                      </p:tavLst>
                                    </p:anim>
                                    <p:anim calcmode="lin" valueType="num">
                                      <p:cBhvr additive="base">
                                        <p:cTn id="50" dur="500" fill="hold"/>
                                        <p:tgtEl>
                                          <p:spTgt spid="103433"/>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03434"/>
                                        </p:tgtEl>
                                        <p:attrNameLst>
                                          <p:attrName>style.visibility</p:attrName>
                                        </p:attrNameLst>
                                      </p:cBhvr>
                                      <p:to>
                                        <p:strVal val="visible"/>
                                      </p:to>
                                    </p:set>
                                    <p:anim calcmode="lin" valueType="num">
                                      <p:cBhvr additive="base">
                                        <p:cTn id="55" dur="500" fill="hold"/>
                                        <p:tgtEl>
                                          <p:spTgt spid="103434"/>
                                        </p:tgtEl>
                                        <p:attrNameLst>
                                          <p:attrName>ppt_x</p:attrName>
                                        </p:attrNameLst>
                                      </p:cBhvr>
                                      <p:tavLst>
                                        <p:tav tm="0">
                                          <p:val>
                                            <p:strVal val="0-#ppt_w/2"/>
                                          </p:val>
                                        </p:tav>
                                        <p:tav tm="100000">
                                          <p:val>
                                            <p:strVal val="#ppt_x"/>
                                          </p:val>
                                        </p:tav>
                                      </p:tavLst>
                                    </p:anim>
                                    <p:anim calcmode="lin" valueType="num">
                                      <p:cBhvr additive="base">
                                        <p:cTn id="56" dur="500" fill="hold"/>
                                        <p:tgtEl>
                                          <p:spTgt spid="103434"/>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03435"/>
                                        </p:tgtEl>
                                        <p:attrNameLst>
                                          <p:attrName>style.visibility</p:attrName>
                                        </p:attrNameLst>
                                      </p:cBhvr>
                                      <p:to>
                                        <p:strVal val="visible"/>
                                      </p:to>
                                    </p:set>
                                    <p:anim calcmode="lin" valueType="num">
                                      <p:cBhvr additive="base">
                                        <p:cTn id="61" dur="500" fill="hold"/>
                                        <p:tgtEl>
                                          <p:spTgt spid="103435"/>
                                        </p:tgtEl>
                                        <p:attrNameLst>
                                          <p:attrName>ppt_x</p:attrName>
                                        </p:attrNameLst>
                                      </p:cBhvr>
                                      <p:tavLst>
                                        <p:tav tm="0">
                                          <p:val>
                                            <p:strVal val="0-#ppt_w/2"/>
                                          </p:val>
                                        </p:tav>
                                        <p:tav tm="100000">
                                          <p:val>
                                            <p:strVal val="#ppt_x"/>
                                          </p:val>
                                        </p:tav>
                                      </p:tavLst>
                                    </p:anim>
                                    <p:anim calcmode="lin" valueType="num">
                                      <p:cBhvr additive="base">
                                        <p:cTn id="62" dur="500" fill="hold"/>
                                        <p:tgtEl>
                                          <p:spTgt spid="103435"/>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03436"/>
                                        </p:tgtEl>
                                        <p:attrNameLst>
                                          <p:attrName>style.visibility</p:attrName>
                                        </p:attrNameLst>
                                      </p:cBhvr>
                                      <p:to>
                                        <p:strVal val="visible"/>
                                      </p:to>
                                    </p:set>
                                    <p:anim calcmode="lin" valueType="num">
                                      <p:cBhvr additive="base">
                                        <p:cTn id="67" dur="500" fill="hold"/>
                                        <p:tgtEl>
                                          <p:spTgt spid="103436"/>
                                        </p:tgtEl>
                                        <p:attrNameLst>
                                          <p:attrName>ppt_x</p:attrName>
                                        </p:attrNameLst>
                                      </p:cBhvr>
                                      <p:tavLst>
                                        <p:tav tm="0">
                                          <p:val>
                                            <p:strVal val="0-#ppt_w/2"/>
                                          </p:val>
                                        </p:tav>
                                        <p:tav tm="100000">
                                          <p:val>
                                            <p:strVal val="#ppt_x"/>
                                          </p:val>
                                        </p:tav>
                                      </p:tavLst>
                                    </p:anim>
                                    <p:anim calcmode="lin" valueType="num">
                                      <p:cBhvr additive="base">
                                        <p:cTn id="68" dur="500" fill="hold"/>
                                        <p:tgtEl>
                                          <p:spTgt spid="103436"/>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03437"/>
                                        </p:tgtEl>
                                        <p:attrNameLst>
                                          <p:attrName>style.visibility</p:attrName>
                                        </p:attrNameLst>
                                      </p:cBhvr>
                                      <p:to>
                                        <p:strVal val="visible"/>
                                      </p:to>
                                    </p:set>
                                    <p:anim calcmode="lin" valueType="num">
                                      <p:cBhvr additive="base">
                                        <p:cTn id="73" dur="500" fill="hold"/>
                                        <p:tgtEl>
                                          <p:spTgt spid="103437"/>
                                        </p:tgtEl>
                                        <p:attrNameLst>
                                          <p:attrName>ppt_x</p:attrName>
                                        </p:attrNameLst>
                                      </p:cBhvr>
                                      <p:tavLst>
                                        <p:tav tm="0">
                                          <p:val>
                                            <p:strVal val="0-#ppt_w/2"/>
                                          </p:val>
                                        </p:tav>
                                        <p:tav tm="100000">
                                          <p:val>
                                            <p:strVal val="#ppt_x"/>
                                          </p:val>
                                        </p:tav>
                                      </p:tavLst>
                                    </p:anim>
                                    <p:anim calcmode="lin" valueType="num">
                                      <p:cBhvr additive="base">
                                        <p:cTn id="74" dur="500" fill="hold"/>
                                        <p:tgtEl>
                                          <p:spTgt spid="103437"/>
                                        </p:tgtEl>
                                        <p:attrNameLst>
                                          <p:attrName>ppt_y</p:attrName>
                                        </p:attrNameLst>
                                      </p:cBhvr>
                                      <p:tavLst>
                                        <p:tav tm="0">
                                          <p:val>
                                            <p:strVal val="#ppt_y"/>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103438"/>
                                        </p:tgtEl>
                                        <p:attrNameLst>
                                          <p:attrName>style.visibility</p:attrName>
                                        </p:attrNameLst>
                                      </p:cBhvr>
                                      <p:to>
                                        <p:strVal val="visible"/>
                                      </p:to>
                                    </p:set>
                                    <p:anim calcmode="lin" valueType="num">
                                      <p:cBhvr additive="base">
                                        <p:cTn id="79" dur="500" fill="hold"/>
                                        <p:tgtEl>
                                          <p:spTgt spid="103438"/>
                                        </p:tgtEl>
                                        <p:attrNameLst>
                                          <p:attrName>ppt_x</p:attrName>
                                        </p:attrNameLst>
                                      </p:cBhvr>
                                      <p:tavLst>
                                        <p:tav tm="0">
                                          <p:val>
                                            <p:strVal val="0-#ppt_w/2"/>
                                          </p:val>
                                        </p:tav>
                                        <p:tav tm="100000">
                                          <p:val>
                                            <p:strVal val="#ppt_x"/>
                                          </p:val>
                                        </p:tav>
                                      </p:tavLst>
                                    </p:anim>
                                    <p:anim calcmode="lin" valueType="num">
                                      <p:cBhvr additive="base">
                                        <p:cTn id="80" dur="500" fill="hold"/>
                                        <p:tgtEl>
                                          <p:spTgt spid="103438"/>
                                        </p:tgtEl>
                                        <p:attrNameLst>
                                          <p:attrName>ppt_y</p:attrName>
                                        </p:attrNameLst>
                                      </p:cBhvr>
                                      <p:tavLst>
                                        <p:tav tm="0">
                                          <p:val>
                                            <p:strVal val="#ppt_y"/>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103439"/>
                                        </p:tgtEl>
                                        <p:attrNameLst>
                                          <p:attrName>style.visibility</p:attrName>
                                        </p:attrNameLst>
                                      </p:cBhvr>
                                      <p:to>
                                        <p:strVal val="visible"/>
                                      </p:to>
                                    </p:set>
                                    <p:anim calcmode="lin" valueType="num">
                                      <p:cBhvr additive="base">
                                        <p:cTn id="85" dur="500" fill="hold"/>
                                        <p:tgtEl>
                                          <p:spTgt spid="103439"/>
                                        </p:tgtEl>
                                        <p:attrNameLst>
                                          <p:attrName>ppt_x</p:attrName>
                                        </p:attrNameLst>
                                      </p:cBhvr>
                                      <p:tavLst>
                                        <p:tav tm="0">
                                          <p:val>
                                            <p:strVal val="0-#ppt_w/2"/>
                                          </p:val>
                                        </p:tav>
                                        <p:tav tm="100000">
                                          <p:val>
                                            <p:strVal val="#ppt_x"/>
                                          </p:val>
                                        </p:tav>
                                      </p:tavLst>
                                    </p:anim>
                                    <p:anim calcmode="lin" valueType="num">
                                      <p:cBhvr additive="base">
                                        <p:cTn id="86" dur="500" fill="hold"/>
                                        <p:tgtEl>
                                          <p:spTgt spid="103439"/>
                                        </p:tgtEl>
                                        <p:attrNameLst>
                                          <p:attrName>ppt_y</p:attrName>
                                        </p:attrNameLst>
                                      </p:cBhvr>
                                      <p:tavLst>
                                        <p:tav tm="0">
                                          <p:val>
                                            <p:strVal val="#ppt_y"/>
                                          </p:val>
                                        </p:tav>
                                        <p:tav tm="100000">
                                          <p:val>
                                            <p:strVal val="#ppt_y"/>
                                          </p:val>
                                        </p:tav>
                                      </p:tavLst>
                                    </p:anim>
                                  </p:childTnLst>
                                </p:cTn>
                              </p:par>
                            </p:childTnLst>
                          </p:cTn>
                        </p:par>
                      </p:childTnLst>
                    </p:cTn>
                  </p:par>
                  <p:par>
                    <p:cTn id="87" fill="hold" nodeType="clickPar">
                      <p:stCondLst>
                        <p:cond delay="indefinite"/>
                      </p:stCondLst>
                      <p:childTnLst>
                        <p:par>
                          <p:cTn id="88" fill="hold" nodeType="withGroup">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103440"/>
                                        </p:tgtEl>
                                        <p:attrNameLst>
                                          <p:attrName>style.visibility</p:attrName>
                                        </p:attrNameLst>
                                      </p:cBhvr>
                                      <p:to>
                                        <p:strVal val="visible"/>
                                      </p:to>
                                    </p:set>
                                    <p:anim calcmode="lin" valueType="num">
                                      <p:cBhvr additive="base">
                                        <p:cTn id="91" dur="500" fill="hold"/>
                                        <p:tgtEl>
                                          <p:spTgt spid="103440"/>
                                        </p:tgtEl>
                                        <p:attrNameLst>
                                          <p:attrName>ppt_x</p:attrName>
                                        </p:attrNameLst>
                                      </p:cBhvr>
                                      <p:tavLst>
                                        <p:tav tm="0">
                                          <p:val>
                                            <p:strVal val="0-#ppt_w/2"/>
                                          </p:val>
                                        </p:tav>
                                        <p:tav tm="100000">
                                          <p:val>
                                            <p:strVal val="#ppt_x"/>
                                          </p:val>
                                        </p:tav>
                                      </p:tavLst>
                                    </p:anim>
                                    <p:anim calcmode="lin" valueType="num">
                                      <p:cBhvr additive="base">
                                        <p:cTn id="92" dur="500" fill="hold"/>
                                        <p:tgtEl>
                                          <p:spTgt spid="103440"/>
                                        </p:tgtEl>
                                        <p:attrNameLst>
                                          <p:attrName>ppt_y</p:attrName>
                                        </p:attrNameLst>
                                      </p:cBhvr>
                                      <p:tavLst>
                                        <p:tav tm="0">
                                          <p:val>
                                            <p:strVal val="#ppt_y"/>
                                          </p:val>
                                        </p:tav>
                                        <p:tav tm="100000">
                                          <p:val>
                                            <p:strVal val="#ppt_y"/>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103441"/>
                                        </p:tgtEl>
                                        <p:attrNameLst>
                                          <p:attrName>style.visibility</p:attrName>
                                        </p:attrNameLst>
                                      </p:cBhvr>
                                      <p:to>
                                        <p:strVal val="visible"/>
                                      </p:to>
                                    </p:set>
                                    <p:anim calcmode="lin" valueType="num">
                                      <p:cBhvr additive="base">
                                        <p:cTn id="97" dur="500" fill="hold"/>
                                        <p:tgtEl>
                                          <p:spTgt spid="103441"/>
                                        </p:tgtEl>
                                        <p:attrNameLst>
                                          <p:attrName>ppt_x</p:attrName>
                                        </p:attrNameLst>
                                      </p:cBhvr>
                                      <p:tavLst>
                                        <p:tav tm="0">
                                          <p:val>
                                            <p:strVal val="0-#ppt_w/2"/>
                                          </p:val>
                                        </p:tav>
                                        <p:tav tm="100000">
                                          <p:val>
                                            <p:strVal val="#ppt_x"/>
                                          </p:val>
                                        </p:tav>
                                      </p:tavLst>
                                    </p:anim>
                                    <p:anim calcmode="lin" valueType="num">
                                      <p:cBhvr additive="base">
                                        <p:cTn id="98" dur="500" fill="hold"/>
                                        <p:tgtEl>
                                          <p:spTgt spid="103441"/>
                                        </p:tgtEl>
                                        <p:attrNameLst>
                                          <p:attrName>ppt_y</p:attrName>
                                        </p:attrNameLst>
                                      </p:cBhvr>
                                      <p:tavLst>
                                        <p:tav tm="0">
                                          <p:val>
                                            <p:strVal val="#ppt_y"/>
                                          </p:val>
                                        </p:tav>
                                        <p:tav tm="100000">
                                          <p:val>
                                            <p:strVal val="#ppt_y"/>
                                          </p:val>
                                        </p:tav>
                                      </p:tavLst>
                                    </p:anim>
                                  </p:childTnLst>
                                </p:cTn>
                              </p:par>
                            </p:childTnLst>
                          </p:cTn>
                        </p:par>
                      </p:childTnLst>
                    </p:cTn>
                  </p:par>
                  <p:par>
                    <p:cTn id="99" fill="hold" nodeType="clickPar">
                      <p:stCondLst>
                        <p:cond delay="indefinite"/>
                      </p:stCondLst>
                      <p:childTnLst>
                        <p:par>
                          <p:cTn id="100" fill="hold" nodeType="withGroup">
                            <p:stCondLst>
                              <p:cond delay="0"/>
                            </p:stCondLst>
                            <p:childTnLst>
                              <p:par>
                                <p:cTn id="101" presetID="2" presetClass="entr" presetSubtype="8" fill="hold" grpId="0" nodeType="clickEffect">
                                  <p:stCondLst>
                                    <p:cond delay="0"/>
                                  </p:stCondLst>
                                  <p:childTnLst>
                                    <p:set>
                                      <p:cBhvr>
                                        <p:cTn id="102" dur="1" fill="hold">
                                          <p:stCondLst>
                                            <p:cond delay="0"/>
                                          </p:stCondLst>
                                        </p:cTn>
                                        <p:tgtEl>
                                          <p:spTgt spid="103442"/>
                                        </p:tgtEl>
                                        <p:attrNameLst>
                                          <p:attrName>style.visibility</p:attrName>
                                        </p:attrNameLst>
                                      </p:cBhvr>
                                      <p:to>
                                        <p:strVal val="visible"/>
                                      </p:to>
                                    </p:set>
                                    <p:anim calcmode="lin" valueType="num">
                                      <p:cBhvr additive="base">
                                        <p:cTn id="103" dur="500" fill="hold"/>
                                        <p:tgtEl>
                                          <p:spTgt spid="103442"/>
                                        </p:tgtEl>
                                        <p:attrNameLst>
                                          <p:attrName>ppt_x</p:attrName>
                                        </p:attrNameLst>
                                      </p:cBhvr>
                                      <p:tavLst>
                                        <p:tav tm="0">
                                          <p:val>
                                            <p:strVal val="0-#ppt_w/2"/>
                                          </p:val>
                                        </p:tav>
                                        <p:tav tm="100000">
                                          <p:val>
                                            <p:strVal val="#ppt_x"/>
                                          </p:val>
                                        </p:tav>
                                      </p:tavLst>
                                    </p:anim>
                                    <p:anim calcmode="lin" valueType="num">
                                      <p:cBhvr additive="base">
                                        <p:cTn id="104" dur="500" fill="hold"/>
                                        <p:tgtEl>
                                          <p:spTgt spid="103442"/>
                                        </p:tgtEl>
                                        <p:attrNameLst>
                                          <p:attrName>ppt_y</p:attrName>
                                        </p:attrNameLst>
                                      </p:cBhvr>
                                      <p:tavLst>
                                        <p:tav tm="0">
                                          <p:val>
                                            <p:strVal val="#ppt_y"/>
                                          </p:val>
                                        </p:tav>
                                        <p:tav tm="100000">
                                          <p:val>
                                            <p:strVal val="#ppt_y"/>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 presetClass="entr" presetSubtype="8" fill="hold" grpId="0" nodeType="clickEffect">
                                  <p:stCondLst>
                                    <p:cond delay="0"/>
                                  </p:stCondLst>
                                  <p:childTnLst>
                                    <p:set>
                                      <p:cBhvr>
                                        <p:cTn id="108" dur="1" fill="hold">
                                          <p:stCondLst>
                                            <p:cond delay="0"/>
                                          </p:stCondLst>
                                        </p:cTn>
                                        <p:tgtEl>
                                          <p:spTgt spid="103443"/>
                                        </p:tgtEl>
                                        <p:attrNameLst>
                                          <p:attrName>style.visibility</p:attrName>
                                        </p:attrNameLst>
                                      </p:cBhvr>
                                      <p:to>
                                        <p:strVal val="visible"/>
                                      </p:to>
                                    </p:set>
                                    <p:anim calcmode="lin" valueType="num">
                                      <p:cBhvr additive="base">
                                        <p:cTn id="109" dur="500" fill="hold"/>
                                        <p:tgtEl>
                                          <p:spTgt spid="103443"/>
                                        </p:tgtEl>
                                        <p:attrNameLst>
                                          <p:attrName>ppt_x</p:attrName>
                                        </p:attrNameLst>
                                      </p:cBhvr>
                                      <p:tavLst>
                                        <p:tav tm="0">
                                          <p:val>
                                            <p:strVal val="0-#ppt_w/2"/>
                                          </p:val>
                                        </p:tav>
                                        <p:tav tm="100000">
                                          <p:val>
                                            <p:strVal val="#ppt_x"/>
                                          </p:val>
                                        </p:tav>
                                      </p:tavLst>
                                    </p:anim>
                                    <p:anim calcmode="lin" valueType="num">
                                      <p:cBhvr additive="base">
                                        <p:cTn id="110" dur="500" fill="hold"/>
                                        <p:tgtEl>
                                          <p:spTgt spid="103443"/>
                                        </p:tgtEl>
                                        <p:attrNameLst>
                                          <p:attrName>ppt_y</p:attrName>
                                        </p:attrNameLst>
                                      </p:cBhvr>
                                      <p:tavLst>
                                        <p:tav tm="0">
                                          <p:val>
                                            <p:strVal val="#ppt_y"/>
                                          </p:val>
                                        </p:tav>
                                        <p:tav tm="100000">
                                          <p:val>
                                            <p:strVal val="#ppt_y"/>
                                          </p:val>
                                        </p:tav>
                                      </p:tavLst>
                                    </p:anim>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 presetClass="entr" presetSubtype="8" fill="hold" grpId="0" nodeType="clickEffect">
                                  <p:stCondLst>
                                    <p:cond delay="0"/>
                                  </p:stCondLst>
                                  <p:childTnLst>
                                    <p:set>
                                      <p:cBhvr>
                                        <p:cTn id="114" dur="1" fill="hold">
                                          <p:stCondLst>
                                            <p:cond delay="0"/>
                                          </p:stCondLst>
                                        </p:cTn>
                                        <p:tgtEl>
                                          <p:spTgt spid="103444"/>
                                        </p:tgtEl>
                                        <p:attrNameLst>
                                          <p:attrName>style.visibility</p:attrName>
                                        </p:attrNameLst>
                                      </p:cBhvr>
                                      <p:to>
                                        <p:strVal val="visible"/>
                                      </p:to>
                                    </p:set>
                                    <p:anim calcmode="lin" valueType="num">
                                      <p:cBhvr additive="base">
                                        <p:cTn id="115" dur="500" fill="hold"/>
                                        <p:tgtEl>
                                          <p:spTgt spid="103444"/>
                                        </p:tgtEl>
                                        <p:attrNameLst>
                                          <p:attrName>ppt_x</p:attrName>
                                        </p:attrNameLst>
                                      </p:cBhvr>
                                      <p:tavLst>
                                        <p:tav tm="0">
                                          <p:val>
                                            <p:strVal val="0-#ppt_w/2"/>
                                          </p:val>
                                        </p:tav>
                                        <p:tav tm="100000">
                                          <p:val>
                                            <p:strVal val="#ppt_x"/>
                                          </p:val>
                                        </p:tav>
                                      </p:tavLst>
                                    </p:anim>
                                    <p:anim calcmode="lin" valueType="num">
                                      <p:cBhvr additive="base">
                                        <p:cTn id="116" dur="500" fill="hold"/>
                                        <p:tgtEl>
                                          <p:spTgt spid="103444"/>
                                        </p:tgtEl>
                                        <p:attrNameLst>
                                          <p:attrName>ppt_y</p:attrName>
                                        </p:attrNameLst>
                                      </p:cBhvr>
                                      <p:tavLst>
                                        <p:tav tm="0">
                                          <p:val>
                                            <p:strVal val="#ppt_y"/>
                                          </p:val>
                                        </p:tav>
                                        <p:tav tm="100000">
                                          <p:val>
                                            <p:strVal val="#ppt_y"/>
                                          </p:val>
                                        </p:tav>
                                      </p:tavLst>
                                    </p:anim>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 presetClass="entr" presetSubtype="8" fill="hold" grpId="0" nodeType="clickEffect">
                                  <p:stCondLst>
                                    <p:cond delay="0"/>
                                  </p:stCondLst>
                                  <p:childTnLst>
                                    <p:set>
                                      <p:cBhvr>
                                        <p:cTn id="120" dur="1" fill="hold">
                                          <p:stCondLst>
                                            <p:cond delay="0"/>
                                          </p:stCondLst>
                                        </p:cTn>
                                        <p:tgtEl>
                                          <p:spTgt spid="103445"/>
                                        </p:tgtEl>
                                        <p:attrNameLst>
                                          <p:attrName>style.visibility</p:attrName>
                                        </p:attrNameLst>
                                      </p:cBhvr>
                                      <p:to>
                                        <p:strVal val="visible"/>
                                      </p:to>
                                    </p:set>
                                    <p:anim calcmode="lin" valueType="num">
                                      <p:cBhvr additive="base">
                                        <p:cTn id="121" dur="500" fill="hold"/>
                                        <p:tgtEl>
                                          <p:spTgt spid="103445"/>
                                        </p:tgtEl>
                                        <p:attrNameLst>
                                          <p:attrName>ppt_x</p:attrName>
                                        </p:attrNameLst>
                                      </p:cBhvr>
                                      <p:tavLst>
                                        <p:tav tm="0">
                                          <p:val>
                                            <p:strVal val="0-#ppt_w/2"/>
                                          </p:val>
                                        </p:tav>
                                        <p:tav tm="100000">
                                          <p:val>
                                            <p:strVal val="#ppt_x"/>
                                          </p:val>
                                        </p:tav>
                                      </p:tavLst>
                                    </p:anim>
                                    <p:anim calcmode="lin" valueType="num">
                                      <p:cBhvr additive="base">
                                        <p:cTn id="122" dur="500" fill="hold"/>
                                        <p:tgtEl>
                                          <p:spTgt spid="103445"/>
                                        </p:tgtEl>
                                        <p:attrNameLst>
                                          <p:attrName>ppt_y</p:attrName>
                                        </p:attrNameLst>
                                      </p:cBhvr>
                                      <p:tavLst>
                                        <p:tav tm="0">
                                          <p:val>
                                            <p:strVal val="#ppt_y"/>
                                          </p:val>
                                        </p:tav>
                                        <p:tav tm="100000">
                                          <p:val>
                                            <p:strVal val="#ppt_y"/>
                                          </p:val>
                                        </p:tav>
                                      </p:tavLst>
                                    </p:anim>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 presetClass="entr" presetSubtype="8" fill="hold" grpId="0" nodeType="clickEffect">
                                  <p:stCondLst>
                                    <p:cond delay="0"/>
                                  </p:stCondLst>
                                  <p:childTnLst>
                                    <p:set>
                                      <p:cBhvr>
                                        <p:cTn id="126" dur="1" fill="hold">
                                          <p:stCondLst>
                                            <p:cond delay="0"/>
                                          </p:stCondLst>
                                        </p:cTn>
                                        <p:tgtEl>
                                          <p:spTgt spid="103446"/>
                                        </p:tgtEl>
                                        <p:attrNameLst>
                                          <p:attrName>style.visibility</p:attrName>
                                        </p:attrNameLst>
                                      </p:cBhvr>
                                      <p:to>
                                        <p:strVal val="visible"/>
                                      </p:to>
                                    </p:set>
                                    <p:anim calcmode="lin" valueType="num">
                                      <p:cBhvr additive="base">
                                        <p:cTn id="127" dur="500" fill="hold"/>
                                        <p:tgtEl>
                                          <p:spTgt spid="103446"/>
                                        </p:tgtEl>
                                        <p:attrNameLst>
                                          <p:attrName>ppt_x</p:attrName>
                                        </p:attrNameLst>
                                      </p:cBhvr>
                                      <p:tavLst>
                                        <p:tav tm="0">
                                          <p:val>
                                            <p:strVal val="0-#ppt_w/2"/>
                                          </p:val>
                                        </p:tav>
                                        <p:tav tm="100000">
                                          <p:val>
                                            <p:strVal val="#ppt_x"/>
                                          </p:val>
                                        </p:tav>
                                      </p:tavLst>
                                    </p:anim>
                                    <p:anim calcmode="lin" valueType="num">
                                      <p:cBhvr additive="base">
                                        <p:cTn id="128" dur="500" fill="hold"/>
                                        <p:tgtEl>
                                          <p:spTgt spid="1034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autoUpdateAnimBg="0"/>
      <p:bldP spid="103428" grpId="0" autoUpdateAnimBg="0"/>
      <p:bldP spid="103429" grpId="0" autoUpdateAnimBg="0"/>
      <p:bldP spid="103430" grpId="0" autoUpdateAnimBg="0"/>
      <p:bldP spid="103431" grpId="0" autoUpdateAnimBg="0"/>
      <p:bldP spid="103432" grpId="0" autoUpdateAnimBg="0"/>
      <p:bldP spid="103433" grpId="0" autoUpdateAnimBg="0"/>
      <p:bldP spid="103434" grpId="0" autoUpdateAnimBg="0"/>
      <p:bldP spid="103435" grpId="0" autoUpdateAnimBg="0"/>
      <p:bldP spid="103436" grpId="0" autoUpdateAnimBg="0"/>
      <p:bldP spid="103437" grpId="0" autoUpdateAnimBg="0"/>
      <p:bldP spid="103438" grpId="0" autoUpdateAnimBg="0"/>
      <p:bldP spid="103439" grpId="0" autoUpdateAnimBg="0"/>
      <p:bldP spid="103440" grpId="0" autoUpdateAnimBg="0"/>
      <p:bldP spid="103441" grpId="0" autoUpdateAnimBg="0"/>
      <p:bldP spid="103442" grpId="0" autoUpdateAnimBg="0"/>
      <p:bldP spid="103443" grpId="0" autoUpdateAnimBg="0"/>
      <p:bldP spid="103444" grpId="0" autoUpdateAnimBg="0"/>
      <p:bldP spid="103445" grpId="0" autoUpdateAnimBg="0"/>
      <p:bldP spid="103446"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Object 2" descr="信纸">
            <a:extLst>
              <a:ext uri="{FF2B5EF4-FFF2-40B4-BE49-F238E27FC236}">
                <a16:creationId xmlns:a16="http://schemas.microsoft.com/office/drawing/2014/main" id="{4F273E6F-5FFC-48D2-91A5-9825337D6565}"/>
              </a:ext>
            </a:extLst>
          </p:cNvPr>
          <p:cNvGraphicFramePr>
            <a:graphicFrameLocks noChangeAspect="1"/>
          </p:cNvGraphicFramePr>
          <p:nvPr/>
        </p:nvGraphicFramePr>
        <p:xfrm>
          <a:off x="1981200" y="3048000"/>
          <a:ext cx="4953000" cy="2919413"/>
        </p:xfrm>
        <a:graphic>
          <a:graphicData uri="http://schemas.openxmlformats.org/presentationml/2006/ole">
            <mc:AlternateContent xmlns:mc="http://schemas.openxmlformats.org/markup-compatibility/2006">
              <mc:Choice xmlns:v="urn:schemas-microsoft-com:vml" Requires="v">
                <p:oleObj spid="_x0000_s13349" name="AutoCAD Drawing" r:id="rId3" imgW="9067800" imgH="5172075" progId="AutoCAD.Drawing.16">
                  <p:embed/>
                </p:oleObj>
              </mc:Choice>
              <mc:Fallback>
                <p:oleObj name="AutoCAD Drawing" r:id="rId3" imgW="9067800" imgH="5172075" progId="AutoCAD.Drawing.16">
                  <p:embed/>
                  <p:pic>
                    <p:nvPicPr>
                      <p:cNvPr id="9218" name="Object 2" descr="信纸">
                        <a:extLst>
                          <a:ext uri="{FF2B5EF4-FFF2-40B4-BE49-F238E27FC236}">
                            <a16:creationId xmlns:a16="http://schemas.microsoft.com/office/drawing/2014/main" id="{4F273E6F-5FFC-48D2-91A5-9825337D65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2184" r="18066" b="27901"/>
                      <a:stretch>
                        <a:fillRect/>
                      </a:stretch>
                    </p:blipFill>
                    <p:spPr bwMode="auto">
                      <a:xfrm>
                        <a:off x="1981200" y="3048000"/>
                        <a:ext cx="4953000" cy="2919413"/>
                      </a:xfrm>
                      <a:prstGeom prst="rect">
                        <a:avLst/>
                      </a:prstGeom>
                      <a:blipFill dpi="0" rotWithShape="0">
                        <a:blip r:embed="rId5"/>
                        <a:srcRect l="12184" r="18066" b="27901"/>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19" name="Rectangle 3">
            <a:extLst>
              <a:ext uri="{FF2B5EF4-FFF2-40B4-BE49-F238E27FC236}">
                <a16:creationId xmlns:a16="http://schemas.microsoft.com/office/drawing/2014/main" id="{59350EEE-E8C2-439C-8DC5-97A45779F08D}"/>
              </a:ext>
            </a:extLst>
          </p:cNvPr>
          <p:cNvSpPr>
            <a:spLocks noChangeArrowheads="1"/>
          </p:cNvSpPr>
          <p:nvPr/>
        </p:nvSpPr>
        <p:spPr bwMode="auto">
          <a:xfrm>
            <a:off x="323850" y="549275"/>
            <a:ext cx="5867400" cy="2636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800" b="1">
                <a:solidFill>
                  <a:schemeClr val="tx2"/>
                </a:solidFill>
                <a:latin typeface="Times New Roman" panose="02020603050405020304" pitchFamily="18" charset="0"/>
              </a:rPr>
              <a:t>1</a:t>
            </a:r>
            <a:r>
              <a:rPr lang="zh-CN" altLang="en-US" sz="2800" b="1">
                <a:solidFill>
                  <a:schemeClr val="tx2"/>
                </a:solidFill>
                <a:latin typeface="Times New Roman" panose="02020603050405020304" pitchFamily="18" charset="0"/>
              </a:rPr>
              <a:t>．工作最早可能开始时间</a:t>
            </a:r>
            <a:r>
              <a:rPr lang="zh-CN" altLang="en-US" sz="2800" b="1" i="1">
                <a:solidFill>
                  <a:schemeClr val="tx2"/>
                </a:solidFill>
                <a:latin typeface="Times New Roman" panose="02020603050405020304" pitchFamily="18" charset="0"/>
              </a:rPr>
              <a:t>（先）</a:t>
            </a:r>
          </a:p>
          <a:p>
            <a:pPr algn="just" eaLnBrk="1" hangingPunct="1"/>
            <a:endParaRPr lang="zh-CN" altLang="en-US" sz="900" b="1">
              <a:solidFill>
                <a:schemeClr val="tx2"/>
              </a:solidFill>
              <a:latin typeface="Times New Roman" panose="02020603050405020304" pitchFamily="18" charset="0"/>
            </a:endParaRPr>
          </a:p>
          <a:p>
            <a:pPr algn="just"/>
            <a:r>
              <a:rPr lang="zh-CN" altLang="en-US" sz="2800" b="1">
                <a:solidFill>
                  <a:schemeClr val="tx2"/>
                </a:solidFill>
                <a:latin typeface="Times New Roman" panose="02020603050405020304" pitchFamily="18" charset="0"/>
              </a:rPr>
              <a:t>      工作最早可能结束时间</a:t>
            </a:r>
            <a:r>
              <a:rPr lang="zh-CN" altLang="en-US" sz="2800" b="1" i="1">
                <a:solidFill>
                  <a:schemeClr val="tx2"/>
                </a:solidFill>
                <a:latin typeface="Times New Roman" panose="02020603050405020304" pitchFamily="18" charset="0"/>
              </a:rPr>
              <a:t>（后）</a:t>
            </a:r>
          </a:p>
          <a:p>
            <a:pPr algn="just"/>
            <a:endParaRPr lang="zh-CN" altLang="en-US" sz="900" b="1">
              <a:solidFill>
                <a:schemeClr val="tx2"/>
              </a:solidFill>
              <a:latin typeface="Times New Roman" panose="02020603050405020304" pitchFamily="18" charset="0"/>
            </a:endParaRPr>
          </a:p>
          <a:p>
            <a:pPr algn="just"/>
            <a:r>
              <a:rPr lang="en-US" altLang="zh-CN" sz="2800" b="1">
                <a:solidFill>
                  <a:schemeClr val="tx2"/>
                </a:solidFill>
                <a:latin typeface="Times New Roman" panose="02020603050405020304" pitchFamily="18" charset="0"/>
              </a:rPr>
              <a:t>2</a:t>
            </a:r>
            <a:r>
              <a:rPr lang="zh-CN" altLang="en-US" sz="2800" b="1">
                <a:solidFill>
                  <a:schemeClr val="tx2"/>
                </a:solidFill>
                <a:latin typeface="Times New Roman" panose="02020603050405020304" pitchFamily="18" charset="0"/>
              </a:rPr>
              <a:t>．工作最迟必须开始时间</a:t>
            </a:r>
            <a:r>
              <a:rPr lang="zh-CN" altLang="en-US" sz="2800" b="1" i="1">
                <a:solidFill>
                  <a:schemeClr val="tx2"/>
                </a:solidFill>
                <a:latin typeface="Times New Roman" panose="02020603050405020304" pitchFamily="18" charset="0"/>
              </a:rPr>
              <a:t>（后）</a:t>
            </a:r>
          </a:p>
          <a:p>
            <a:pPr algn="just"/>
            <a:endParaRPr lang="zh-CN" altLang="en-US" sz="900" b="1">
              <a:solidFill>
                <a:schemeClr val="tx2"/>
              </a:solidFill>
              <a:latin typeface="Times New Roman" panose="02020603050405020304" pitchFamily="18" charset="0"/>
            </a:endParaRPr>
          </a:p>
          <a:p>
            <a:pPr algn="just"/>
            <a:r>
              <a:rPr lang="zh-CN" altLang="en-US" sz="2800" b="1">
                <a:solidFill>
                  <a:schemeClr val="tx2"/>
                </a:solidFill>
                <a:latin typeface="Times New Roman" panose="02020603050405020304" pitchFamily="18" charset="0"/>
              </a:rPr>
              <a:t>      工作最迟必须结束时间</a:t>
            </a:r>
            <a:r>
              <a:rPr lang="zh-CN" altLang="en-US" sz="2800" b="1" i="1">
                <a:solidFill>
                  <a:schemeClr val="tx2"/>
                </a:solidFill>
                <a:latin typeface="Times New Roman" panose="02020603050405020304" pitchFamily="18" charset="0"/>
              </a:rPr>
              <a:t>（先）</a:t>
            </a:r>
            <a:endParaRPr lang="zh-CN" altLang="en-US" sz="2800" i="1">
              <a:solidFill>
                <a:schemeClr val="tx2"/>
              </a:solidFill>
              <a:latin typeface="Times New Roman" panose="02020603050405020304" pitchFamily="18" charset="0"/>
            </a:endParaRPr>
          </a:p>
          <a:p>
            <a:endParaRPr lang="en-US" altLang="zh-CN" sz="2800">
              <a:solidFill>
                <a:schemeClr val="tx2"/>
              </a:solidFill>
              <a:latin typeface="Times New Roman" panose="02020603050405020304" pitchFamily="18" charset="0"/>
            </a:endParaRPr>
          </a:p>
        </p:txBody>
      </p:sp>
      <p:graphicFrame>
        <p:nvGraphicFramePr>
          <p:cNvPr id="9220" name="Object 4" descr="信纸">
            <a:extLst>
              <a:ext uri="{FF2B5EF4-FFF2-40B4-BE49-F238E27FC236}">
                <a16:creationId xmlns:a16="http://schemas.microsoft.com/office/drawing/2014/main" id="{F7769B90-BCC8-4460-8C57-E7A35D986F45}"/>
              </a:ext>
            </a:extLst>
          </p:cNvPr>
          <p:cNvGraphicFramePr>
            <a:graphicFrameLocks noChangeAspect="1"/>
          </p:cNvGraphicFramePr>
          <p:nvPr/>
        </p:nvGraphicFramePr>
        <p:xfrm>
          <a:off x="6300788" y="549275"/>
          <a:ext cx="1371600" cy="549275"/>
        </p:xfrm>
        <a:graphic>
          <a:graphicData uri="http://schemas.openxmlformats.org/presentationml/2006/ole">
            <mc:AlternateContent xmlns:mc="http://schemas.openxmlformats.org/markup-compatibility/2006">
              <mc:Choice xmlns:v="urn:schemas-microsoft-com:vml" Requires="v">
                <p:oleObj spid="_x0000_s13350" r:id="rId6" imgW="634725" imgH="253890" progId="Equation.3">
                  <p:embed/>
                </p:oleObj>
              </mc:Choice>
              <mc:Fallback>
                <p:oleObj r:id="rId6" imgW="634725" imgH="253890" progId="Equation.3">
                  <p:embed/>
                  <p:pic>
                    <p:nvPicPr>
                      <p:cNvPr id="9220" name="Object 4" descr="信纸">
                        <a:extLst>
                          <a:ext uri="{FF2B5EF4-FFF2-40B4-BE49-F238E27FC236}">
                            <a16:creationId xmlns:a16="http://schemas.microsoft.com/office/drawing/2014/main" id="{F7769B90-BCC8-4460-8C57-E7A35D986F4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00788" y="549275"/>
                        <a:ext cx="1371600" cy="549275"/>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21" name="Object 5" descr="信纸">
            <a:extLst>
              <a:ext uri="{FF2B5EF4-FFF2-40B4-BE49-F238E27FC236}">
                <a16:creationId xmlns:a16="http://schemas.microsoft.com/office/drawing/2014/main" id="{49BCA7B6-61F4-41B3-8ABA-498BB1D24D5D}"/>
              </a:ext>
            </a:extLst>
          </p:cNvPr>
          <p:cNvGraphicFramePr>
            <a:graphicFrameLocks noChangeAspect="1"/>
          </p:cNvGraphicFramePr>
          <p:nvPr/>
        </p:nvGraphicFramePr>
        <p:xfrm>
          <a:off x="6084888" y="1125538"/>
          <a:ext cx="2438400" cy="600075"/>
        </p:xfrm>
        <a:graphic>
          <a:graphicData uri="http://schemas.openxmlformats.org/presentationml/2006/ole">
            <mc:AlternateContent xmlns:mc="http://schemas.openxmlformats.org/markup-compatibility/2006">
              <mc:Choice xmlns:v="urn:schemas-microsoft-com:vml" Requires="v">
                <p:oleObj spid="_x0000_s13351" r:id="rId8" imgW="1028254" imgH="253890" progId="Equation.3">
                  <p:embed/>
                </p:oleObj>
              </mc:Choice>
              <mc:Fallback>
                <p:oleObj r:id="rId8" imgW="1028254" imgH="253890" progId="Equation.3">
                  <p:embed/>
                  <p:pic>
                    <p:nvPicPr>
                      <p:cNvPr id="9221" name="Object 5" descr="信纸">
                        <a:extLst>
                          <a:ext uri="{FF2B5EF4-FFF2-40B4-BE49-F238E27FC236}">
                            <a16:creationId xmlns:a16="http://schemas.microsoft.com/office/drawing/2014/main" id="{49BCA7B6-61F4-41B3-8ABA-498BB1D24D5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84888" y="1125538"/>
                        <a:ext cx="2438400" cy="600075"/>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22" name="Object 6" descr="信纸">
            <a:extLst>
              <a:ext uri="{FF2B5EF4-FFF2-40B4-BE49-F238E27FC236}">
                <a16:creationId xmlns:a16="http://schemas.microsoft.com/office/drawing/2014/main" id="{1BB1AF8E-3AF9-4C31-BD19-3E8640FA147A}"/>
              </a:ext>
            </a:extLst>
          </p:cNvPr>
          <p:cNvGraphicFramePr>
            <a:graphicFrameLocks noChangeAspect="1"/>
          </p:cNvGraphicFramePr>
          <p:nvPr/>
        </p:nvGraphicFramePr>
        <p:xfrm>
          <a:off x="5940425" y="1773238"/>
          <a:ext cx="2667000" cy="534987"/>
        </p:xfrm>
        <a:graphic>
          <a:graphicData uri="http://schemas.openxmlformats.org/presentationml/2006/ole">
            <mc:AlternateContent xmlns:mc="http://schemas.openxmlformats.org/markup-compatibility/2006">
              <mc:Choice xmlns:v="urn:schemas-microsoft-com:vml" Requires="v">
                <p:oleObj spid="_x0000_s13352" r:id="rId10" imgW="1206500" imgH="241300" progId="Equation.3">
                  <p:embed/>
                </p:oleObj>
              </mc:Choice>
              <mc:Fallback>
                <p:oleObj r:id="rId10" imgW="1206500" imgH="241300" progId="Equation.3">
                  <p:embed/>
                  <p:pic>
                    <p:nvPicPr>
                      <p:cNvPr id="9222" name="Object 6" descr="信纸">
                        <a:extLst>
                          <a:ext uri="{FF2B5EF4-FFF2-40B4-BE49-F238E27FC236}">
                            <a16:creationId xmlns:a16="http://schemas.microsoft.com/office/drawing/2014/main" id="{1BB1AF8E-3AF9-4C31-BD19-3E8640FA147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40425" y="1773238"/>
                        <a:ext cx="2667000" cy="534987"/>
                      </a:xfrm>
                      <a:prstGeom prst="rect">
                        <a:avLst/>
                      </a:prstGeom>
                      <a:blipFill dpi="0" rotWithShape="0">
                        <a:blip r:embed="rId5"/>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3" name="Object 7" descr="信纸">
            <a:extLst>
              <a:ext uri="{FF2B5EF4-FFF2-40B4-BE49-F238E27FC236}">
                <a16:creationId xmlns:a16="http://schemas.microsoft.com/office/drawing/2014/main" id="{B53136DB-0BFF-4D03-8DAC-6097E1D8F5AE}"/>
              </a:ext>
            </a:extLst>
          </p:cNvPr>
          <p:cNvGraphicFramePr>
            <a:graphicFrameLocks noChangeAspect="1"/>
          </p:cNvGraphicFramePr>
          <p:nvPr/>
        </p:nvGraphicFramePr>
        <p:xfrm>
          <a:off x="6372225" y="2276475"/>
          <a:ext cx="1295400" cy="527050"/>
        </p:xfrm>
        <a:graphic>
          <a:graphicData uri="http://schemas.openxmlformats.org/presentationml/2006/ole">
            <mc:AlternateContent xmlns:mc="http://schemas.openxmlformats.org/markup-compatibility/2006">
              <mc:Choice xmlns:v="urn:schemas-microsoft-com:vml" Requires="v">
                <p:oleObj spid="_x0000_s13353" r:id="rId12" imgW="622030" imgH="253890" progId="Equation.3">
                  <p:embed/>
                </p:oleObj>
              </mc:Choice>
              <mc:Fallback>
                <p:oleObj r:id="rId12" imgW="622030" imgH="253890" progId="Equation.3">
                  <p:embed/>
                  <p:pic>
                    <p:nvPicPr>
                      <p:cNvPr id="9223" name="Object 7" descr="信纸">
                        <a:extLst>
                          <a:ext uri="{FF2B5EF4-FFF2-40B4-BE49-F238E27FC236}">
                            <a16:creationId xmlns:a16="http://schemas.microsoft.com/office/drawing/2014/main" id="{B53136DB-0BFF-4D03-8DAC-6097E1D8F5A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372225" y="2276475"/>
                        <a:ext cx="1295400" cy="527050"/>
                      </a:xfrm>
                      <a:prstGeom prst="rect">
                        <a:avLst/>
                      </a:prstGeom>
                      <a:blipFill dpi="0" rotWithShape="0">
                        <a:blip r:embed="rId5"/>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4456" name="Rectangle 8">
            <a:extLst>
              <a:ext uri="{FF2B5EF4-FFF2-40B4-BE49-F238E27FC236}">
                <a16:creationId xmlns:a16="http://schemas.microsoft.com/office/drawing/2014/main" id="{9CC763DA-3177-45DB-AFB4-302247F0E53D}"/>
              </a:ext>
            </a:extLst>
          </p:cNvPr>
          <p:cNvSpPr>
            <a:spLocks noChangeArrowheads="1"/>
          </p:cNvSpPr>
          <p:nvPr/>
        </p:nvSpPr>
        <p:spPr bwMode="auto">
          <a:xfrm>
            <a:off x="3581400" y="3124200"/>
            <a:ext cx="228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sz="2800" b="1">
                <a:solidFill>
                  <a:schemeClr val="bg2"/>
                </a:solidFill>
                <a:latin typeface="宋体" panose="02010600030101010101" pitchFamily="2" charset="-122"/>
              </a:rPr>
              <a:t>4</a:t>
            </a:r>
            <a:endParaRPr lang="en-US" altLang="zh-CN" sz="2800">
              <a:solidFill>
                <a:schemeClr val="bg2"/>
              </a:solidFill>
              <a:latin typeface="Times New Roman" panose="02020603050405020304" pitchFamily="18" charset="0"/>
            </a:endParaRPr>
          </a:p>
        </p:txBody>
      </p:sp>
      <p:sp>
        <p:nvSpPr>
          <p:cNvPr id="104457" name="Rectangle 9">
            <a:extLst>
              <a:ext uri="{FF2B5EF4-FFF2-40B4-BE49-F238E27FC236}">
                <a16:creationId xmlns:a16="http://schemas.microsoft.com/office/drawing/2014/main" id="{B8573E30-1BC7-4B1C-A9F1-3B796494F9A1}"/>
              </a:ext>
            </a:extLst>
          </p:cNvPr>
          <p:cNvSpPr>
            <a:spLocks noChangeArrowheads="1"/>
          </p:cNvSpPr>
          <p:nvPr/>
        </p:nvSpPr>
        <p:spPr bwMode="auto">
          <a:xfrm>
            <a:off x="3962400" y="3124200"/>
            <a:ext cx="152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sz="2800" b="1">
                <a:solidFill>
                  <a:schemeClr val="bg2"/>
                </a:solidFill>
                <a:latin typeface="宋体" panose="02010600030101010101" pitchFamily="2" charset="-122"/>
              </a:rPr>
              <a:t>6</a:t>
            </a:r>
            <a:endParaRPr lang="en-US" altLang="zh-CN" sz="2800">
              <a:solidFill>
                <a:schemeClr val="bg2"/>
              </a:solidFill>
              <a:latin typeface="Times New Roman" panose="02020603050405020304" pitchFamily="18" charset="0"/>
            </a:endParaRPr>
          </a:p>
        </p:txBody>
      </p:sp>
      <p:sp>
        <p:nvSpPr>
          <p:cNvPr id="104458" name="Rectangle 10">
            <a:extLst>
              <a:ext uri="{FF2B5EF4-FFF2-40B4-BE49-F238E27FC236}">
                <a16:creationId xmlns:a16="http://schemas.microsoft.com/office/drawing/2014/main" id="{13B2436B-8D0D-4752-9ABF-E0706E81C311}"/>
              </a:ext>
            </a:extLst>
          </p:cNvPr>
          <p:cNvSpPr>
            <a:spLocks noChangeArrowheads="1"/>
          </p:cNvSpPr>
          <p:nvPr/>
        </p:nvSpPr>
        <p:spPr bwMode="auto">
          <a:xfrm>
            <a:off x="3962400" y="3505200"/>
            <a:ext cx="228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sz="2800" b="1">
                <a:solidFill>
                  <a:schemeClr val="bg2"/>
                </a:solidFill>
                <a:latin typeface="宋体" panose="02010600030101010101" pitchFamily="2" charset="-122"/>
              </a:rPr>
              <a:t>8</a:t>
            </a:r>
            <a:endParaRPr lang="en-US" altLang="zh-CN" sz="2800">
              <a:solidFill>
                <a:schemeClr val="bg2"/>
              </a:solidFill>
              <a:latin typeface="Times New Roman" panose="02020603050405020304" pitchFamily="18" charset="0"/>
            </a:endParaRPr>
          </a:p>
        </p:txBody>
      </p:sp>
      <p:sp>
        <p:nvSpPr>
          <p:cNvPr id="104459" name="Rectangle 11">
            <a:extLst>
              <a:ext uri="{FF2B5EF4-FFF2-40B4-BE49-F238E27FC236}">
                <a16:creationId xmlns:a16="http://schemas.microsoft.com/office/drawing/2014/main" id="{26EC5AB7-3DAA-4481-B12B-118D604D1AE5}"/>
              </a:ext>
            </a:extLst>
          </p:cNvPr>
          <p:cNvSpPr>
            <a:spLocks noChangeArrowheads="1"/>
          </p:cNvSpPr>
          <p:nvPr/>
        </p:nvSpPr>
        <p:spPr bwMode="auto">
          <a:xfrm>
            <a:off x="3581400" y="3505200"/>
            <a:ext cx="228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sz="2800" b="1">
                <a:solidFill>
                  <a:schemeClr val="bg2"/>
                </a:solidFill>
                <a:latin typeface="宋体" panose="02010600030101010101" pitchFamily="2" charset="-122"/>
              </a:rPr>
              <a:t>6</a:t>
            </a:r>
            <a:endParaRPr lang="en-US" altLang="zh-CN" sz="2800">
              <a:solidFill>
                <a:schemeClr val="bg2"/>
              </a:solidFill>
              <a:latin typeface="Times New Roman" panose="02020603050405020304" pitchFamily="18" charset="0"/>
            </a:endParaRPr>
          </a:p>
        </p:txBody>
      </p:sp>
      <p:sp>
        <p:nvSpPr>
          <p:cNvPr id="104460" name="Rectangle 12">
            <a:extLst>
              <a:ext uri="{FF2B5EF4-FFF2-40B4-BE49-F238E27FC236}">
                <a16:creationId xmlns:a16="http://schemas.microsoft.com/office/drawing/2014/main" id="{57124300-DEC5-4709-9B1A-D3CBD37487CA}"/>
              </a:ext>
            </a:extLst>
          </p:cNvPr>
          <p:cNvSpPr>
            <a:spLocks noChangeArrowheads="1"/>
          </p:cNvSpPr>
          <p:nvPr/>
        </p:nvSpPr>
        <p:spPr bwMode="auto">
          <a:xfrm>
            <a:off x="3657600" y="4572000"/>
            <a:ext cx="228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sz="2800" b="1">
                <a:solidFill>
                  <a:schemeClr val="bg2"/>
                </a:solidFill>
                <a:latin typeface="宋体" panose="02010600030101010101" pitchFamily="2" charset="-122"/>
              </a:rPr>
              <a:t>4</a:t>
            </a:r>
            <a:endParaRPr lang="en-US" altLang="zh-CN" sz="2800">
              <a:solidFill>
                <a:schemeClr val="bg2"/>
              </a:solidFill>
              <a:latin typeface="Times New Roman" panose="02020603050405020304" pitchFamily="18" charset="0"/>
            </a:endParaRPr>
          </a:p>
        </p:txBody>
      </p:sp>
      <p:sp>
        <p:nvSpPr>
          <p:cNvPr id="104461" name="Rectangle 13">
            <a:extLst>
              <a:ext uri="{FF2B5EF4-FFF2-40B4-BE49-F238E27FC236}">
                <a16:creationId xmlns:a16="http://schemas.microsoft.com/office/drawing/2014/main" id="{EA66E1A9-F537-4D7A-9D1D-D41C467EF7B2}"/>
              </a:ext>
            </a:extLst>
          </p:cNvPr>
          <p:cNvSpPr>
            <a:spLocks noChangeArrowheads="1"/>
          </p:cNvSpPr>
          <p:nvPr/>
        </p:nvSpPr>
        <p:spPr bwMode="auto">
          <a:xfrm>
            <a:off x="4038600" y="4572000"/>
            <a:ext cx="152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sz="2800" b="1">
                <a:solidFill>
                  <a:schemeClr val="bg2"/>
                </a:solidFill>
                <a:latin typeface="宋体" panose="02010600030101010101" pitchFamily="2" charset="-122"/>
              </a:rPr>
              <a:t>8</a:t>
            </a:r>
            <a:endParaRPr lang="en-US" altLang="zh-CN" sz="2800">
              <a:solidFill>
                <a:schemeClr val="bg2"/>
              </a:solidFill>
              <a:latin typeface="Times New Roman" panose="02020603050405020304" pitchFamily="18" charset="0"/>
            </a:endParaRPr>
          </a:p>
        </p:txBody>
      </p:sp>
      <p:sp>
        <p:nvSpPr>
          <p:cNvPr id="104462" name="Rectangle 14">
            <a:extLst>
              <a:ext uri="{FF2B5EF4-FFF2-40B4-BE49-F238E27FC236}">
                <a16:creationId xmlns:a16="http://schemas.microsoft.com/office/drawing/2014/main" id="{B2A8689D-BF32-41C6-A148-F153F6325F83}"/>
              </a:ext>
            </a:extLst>
          </p:cNvPr>
          <p:cNvSpPr>
            <a:spLocks noChangeArrowheads="1"/>
          </p:cNvSpPr>
          <p:nvPr/>
        </p:nvSpPr>
        <p:spPr bwMode="auto">
          <a:xfrm>
            <a:off x="4038600" y="4953000"/>
            <a:ext cx="152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sz="2800" b="1">
                <a:solidFill>
                  <a:schemeClr val="bg2"/>
                </a:solidFill>
                <a:latin typeface="宋体" panose="02010600030101010101" pitchFamily="2" charset="-122"/>
              </a:rPr>
              <a:t>8</a:t>
            </a:r>
            <a:endParaRPr lang="en-US" altLang="zh-CN" sz="2800">
              <a:solidFill>
                <a:schemeClr val="bg2"/>
              </a:solidFill>
              <a:latin typeface="Times New Roman" panose="02020603050405020304" pitchFamily="18" charset="0"/>
            </a:endParaRPr>
          </a:p>
        </p:txBody>
      </p:sp>
      <p:sp>
        <p:nvSpPr>
          <p:cNvPr id="104463" name="Rectangle 15">
            <a:extLst>
              <a:ext uri="{FF2B5EF4-FFF2-40B4-BE49-F238E27FC236}">
                <a16:creationId xmlns:a16="http://schemas.microsoft.com/office/drawing/2014/main" id="{51678526-A835-417B-9AB4-5E600E034464}"/>
              </a:ext>
            </a:extLst>
          </p:cNvPr>
          <p:cNvSpPr>
            <a:spLocks noChangeArrowheads="1"/>
          </p:cNvSpPr>
          <p:nvPr/>
        </p:nvSpPr>
        <p:spPr bwMode="auto">
          <a:xfrm>
            <a:off x="3657600" y="4953000"/>
            <a:ext cx="228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sz="2800" b="1">
                <a:solidFill>
                  <a:schemeClr val="bg2"/>
                </a:solidFill>
                <a:latin typeface="宋体" panose="02010600030101010101" pitchFamily="2" charset="-122"/>
              </a:rPr>
              <a:t>4</a:t>
            </a:r>
            <a:endParaRPr lang="en-US" altLang="zh-CN" sz="2800">
              <a:solidFill>
                <a:schemeClr val="bg2"/>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4456"/>
                                        </p:tgtEl>
                                        <p:attrNameLst>
                                          <p:attrName>style.visibility</p:attrName>
                                        </p:attrNameLst>
                                      </p:cBhvr>
                                      <p:to>
                                        <p:strVal val="visible"/>
                                      </p:to>
                                    </p:set>
                                    <p:anim calcmode="lin" valueType="num">
                                      <p:cBhvr additive="base">
                                        <p:cTn id="7" dur="500" fill="hold"/>
                                        <p:tgtEl>
                                          <p:spTgt spid="104456"/>
                                        </p:tgtEl>
                                        <p:attrNameLst>
                                          <p:attrName>ppt_x</p:attrName>
                                        </p:attrNameLst>
                                      </p:cBhvr>
                                      <p:tavLst>
                                        <p:tav tm="0">
                                          <p:val>
                                            <p:strVal val="0-#ppt_w/2"/>
                                          </p:val>
                                        </p:tav>
                                        <p:tav tm="100000">
                                          <p:val>
                                            <p:strVal val="#ppt_x"/>
                                          </p:val>
                                        </p:tav>
                                      </p:tavLst>
                                    </p:anim>
                                    <p:anim calcmode="lin" valueType="num">
                                      <p:cBhvr additive="base">
                                        <p:cTn id="8" dur="500" fill="hold"/>
                                        <p:tgtEl>
                                          <p:spTgt spid="10445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4457"/>
                                        </p:tgtEl>
                                        <p:attrNameLst>
                                          <p:attrName>style.visibility</p:attrName>
                                        </p:attrNameLst>
                                      </p:cBhvr>
                                      <p:to>
                                        <p:strVal val="visible"/>
                                      </p:to>
                                    </p:set>
                                    <p:anim calcmode="lin" valueType="num">
                                      <p:cBhvr additive="base">
                                        <p:cTn id="13" dur="500" fill="hold"/>
                                        <p:tgtEl>
                                          <p:spTgt spid="104457"/>
                                        </p:tgtEl>
                                        <p:attrNameLst>
                                          <p:attrName>ppt_x</p:attrName>
                                        </p:attrNameLst>
                                      </p:cBhvr>
                                      <p:tavLst>
                                        <p:tav tm="0">
                                          <p:val>
                                            <p:strVal val="0-#ppt_w/2"/>
                                          </p:val>
                                        </p:tav>
                                        <p:tav tm="100000">
                                          <p:val>
                                            <p:strVal val="#ppt_x"/>
                                          </p:val>
                                        </p:tav>
                                      </p:tavLst>
                                    </p:anim>
                                    <p:anim calcmode="lin" valueType="num">
                                      <p:cBhvr additive="base">
                                        <p:cTn id="14" dur="500" fill="hold"/>
                                        <p:tgtEl>
                                          <p:spTgt spid="10445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4458"/>
                                        </p:tgtEl>
                                        <p:attrNameLst>
                                          <p:attrName>style.visibility</p:attrName>
                                        </p:attrNameLst>
                                      </p:cBhvr>
                                      <p:to>
                                        <p:strVal val="visible"/>
                                      </p:to>
                                    </p:set>
                                    <p:anim calcmode="lin" valueType="num">
                                      <p:cBhvr additive="base">
                                        <p:cTn id="19" dur="500" fill="hold"/>
                                        <p:tgtEl>
                                          <p:spTgt spid="104458"/>
                                        </p:tgtEl>
                                        <p:attrNameLst>
                                          <p:attrName>ppt_x</p:attrName>
                                        </p:attrNameLst>
                                      </p:cBhvr>
                                      <p:tavLst>
                                        <p:tav tm="0">
                                          <p:val>
                                            <p:strVal val="0-#ppt_w/2"/>
                                          </p:val>
                                        </p:tav>
                                        <p:tav tm="100000">
                                          <p:val>
                                            <p:strVal val="#ppt_x"/>
                                          </p:val>
                                        </p:tav>
                                      </p:tavLst>
                                    </p:anim>
                                    <p:anim calcmode="lin" valueType="num">
                                      <p:cBhvr additive="base">
                                        <p:cTn id="20" dur="500" fill="hold"/>
                                        <p:tgtEl>
                                          <p:spTgt spid="10445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4459"/>
                                        </p:tgtEl>
                                        <p:attrNameLst>
                                          <p:attrName>style.visibility</p:attrName>
                                        </p:attrNameLst>
                                      </p:cBhvr>
                                      <p:to>
                                        <p:strVal val="visible"/>
                                      </p:to>
                                    </p:set>
                                    <p:anim calcmode="lin" valueType="num">
                                      <p:cBhvr additive="base">
                                        <p:cTn id="25" dur="500" fill="hold"/>
                                        <p:tgtEl>
                                          <p:spTgt spid="104459"/>
                                        </p:tgtEl>
                                        <p:attrNameLst>
                                          <p:attrName>ppt_x</p:attrName>
                                        </p:attrNameLst>
                                      </p:cBhvr>
                                      <p:tavLst>
                                        <p:tav tm="0">
                                          <p:val>
                                            <p:strVal val="0-#ppt_w/2"/>
                                          </p:val>
                                        </p:tav>
                                        <p:tav tm="100000">
                                          <p:val>
                                            <p:strVal val="#ppt_x"/>
                                          </p:val>
                                        </p:tav>
                                      </p:tavLst>
                                    </p:anim>
                                    <p:anim calcmode="lin" valueType="num">
                                      <p:cBhvr additive="base">
                                        <p:cTn id="26" dur="500" fill="hold"/>
                                        <p:tgtEl>
                                          <p:spTgt spid="104459"/>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4460"/>
                                        </p:tgtEl>
                                        <p:attrNameLst>
                                          <p:attrName>style.visibility</p:attrName>
                                        </p:attrNameLst>
                                      </p:cBhvr>
                                      <p:to>
                                        <p:strVal val="visible"/>
                                      </p:to>
                                    </p:set>
                                    <p:anim calcmode="lin" valueType="num">
                                      <p:cBhvr additive="base">
                                        <p:cTn id="31" dur="500" fill="hold"/>
                                        <p:tgtEl>
                                          <p:spTgt spid="104460"/>
                                        </p:tgtEl>
                                        <p:attrNameLst>
                                          <p:attrName>ppt_x</p:attrName>
                                        </p:attrNameLst>
                                      </p:cBhvr>
                                      <p:tavLst>
                                        <p:tav tm="0">
                                          <p:val>
                                            <p:strVal val="0-#ppt_w/2"/>
                                          </p:val>
                                        </p:tav>
                                        <p:tav tm="100000">
                                          <p:val>
                                            <p:strVal val="#ppt_x"/>
                                          </p:val>
                                        </p:tav>
                                      </p:tavLst>
                                    </p:anim>
                                    <p:anim calcmode="lin" valueType="num">
                                      <p:cBhvr additive="base">
                                        <p:cTn id="32" dur="500" fill="hold"/>
                                        <p:tgtEl>
                                          <p:spTgt spid="104460"/>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4461"/>
                                        </p:tgtEl>
                                        <p:attrNameLst>
                                          <p:attrName>style.visibility</p:attrName>
                                        </p:attrNameLst>
                                      </p:cBhvr>
                                      <p:to>
                                        <p:strVal val="visible"/>
                                      </p:to>
                                    </p:set>
                                    <p:anim calcmode="lin" valueType="num">
                                      <p:cBhvr additive="base">
                                        <p:cTn id="37" dur="500" fill="hold"/>
                                        <p:tgtEl>
                                          <p:spTgt spid="104461"/>
                                        </p:tgtEl>
                                        <p:attrNameLst>
                                          <p:attrName>ppt_x</p:attrName>
                                        </p:attrNameLst>
                                      </p:cBhvr>
                                      <p:tavLst>
                                        <p:tav tm="0">
                                          <p:val>
                                            <p:strVal val="0-#ppt_w/2"/>
                                          </p:val>
                                        </p:tav>
                                        <p:tav tm="100000">
                                          <p:val>
                                            <p:strVal val="#ppt_x"/>
                                          </p:val>
                                        </p:tav>
                                      </p:tavLst>
                                    </p:anim>
                                    <p:anim calcmode="lin" valueType="num">
                                      <p:cBhvr additive="base">
                                        <p:cTn id="38" dur="500" fill="hold"/>
                                        <p:tgtEl>
                                          <p:spTgt spid="104461"/>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4462"/>
                                        </p:tgtEl>
                                        <p:attrNameLst>
                                          <p:attrName>style.visibility</p:attrName>
                                        </p:attrNameLst>
                                      </p:cBhvr>
                                      <p:to>
                                        <p:strVal val="visible"/>
                                      </p:to>
                                    </p:set>
                                    <p:anim calcmode="lin" valueType="num">
                                      <p:cBhvr additive="base">
                                        <p:cTn id="43" dur="500" fill="hold"/>
                                        <p:tgtEl>
                                          <p:spTgt spid="104462"/>
                                        </p:tgtEl>
                                        <p:attrNameLst>
                                          <p:attrName>ppt_x</p:attrName>
                                        </p:attrNameLst>
                                      </p:cBhvr>
                                      <p:tavLst>
                                        <p:tav tm="0">
                                          <p:val>
                                            <p:strVal val="0-#ppt_w/2"/>
                                          </p:val>
                                        </p:tav>
                                        <p:tav tm="100000">
                                          <p:val>
                                            <p:strVal val="#ppt_x"/>
                                          </p:val>
                                        </p:tav>
                                      </p:tavLst>
                                    </p:anim>
                                    <p:anim calcmode="lin" valueType="num">
                                      <p:cBhvr additive="base">
                                        <p:cTn id="44" dur="500" fill="hold"/>
                                        <p:tgtEl>
                                          <p:spTgt spid="104462"/>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4463"/>
                                        </p:tgtEl>
                                        <p:attrNameLst>
                                          <p:attrName>style.visibility</p:attrName>
                                        </p:attrNameLst>
                                      </p:cBhvr>
                                      <p:to>
                                        <p:strVal val="visible"/>
                                      </p:to>
                                    </p:set>
                                    <p:anim calcmode="lin" valueType="num">
                                      <p:cBhvr additive="base">
                                        <p:cTn id="49" dur="500" fill="hold"/>
                                        <p:tgtEl>
                                          <p:spTgt spid="104463"/>
                                        </p:tgtEl>
                                        <p:attrNameLst>
                                          <p:attrName>ppt_x</p:attrName>
                                        </p:attrNameLst>
                                      </p:cBhvr>
                                      <p:tavLst>
                                        <p:tav tm="0">
                                          <p:val>
                                            <p:strVal val="0-#ppt_w/2"/>
                                          </p:val>
                                        </p:tav>
                                        <p:tav tm="100000">
                                          <p:val>
                                            <p:strVal val="#ppt_x"/>
                                          </p:val>
                                        </p:tav>
                                      </p:tavLst>
                                    </p:anim>
                                    <p:anim calcmode="lin" valueType="num">
                                      <p:cBhvr additive="base">
                                        <p:cTn id="50" dur="500" fill="hold"/>
                                        <p:tgtEl>
                                          <p:spTgt spid="1044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6" grpId="0" autoUpdateAnimBg="0"/>
      <p:bldP spid="104457" grpId="0" autoUpdateAnimBg="0"/>
      <p:bldP spid="104458" grpId="0" autoUpdateAnimBg="0"/>
      <p:bldP spid="104459" grpId="0" autoUpdateAnimBg="0"/>
      <p:bldP spid="104460" grpId="0" autoUpdateAnimBg="0"/>
      <p:bldP spid="104461" grpId="0" autoUpdateAnimBg="0"/>
      <p:bldP spid="104462" grpId="0" autoUpdateAnimBg="0"/>
      <p:bldP spid="104463"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2" descr="信纸">
            <a:extLst>
              <a:ext uri="{FF2B5EF4-FFF2-40B4-BE49-F238E27FC236}">
                <a16:creationId xmlns:a16="http://schemas.microsoft.com/office/drawing/2014/main" id="{CC019063-B25A-4C04-A6C6-A245E0FA4A94}"/>
              </a:ext>
            </a:extLst>
          </p:cNvPr>
          <p:cNvGraphicFramePr>
            <a:graphicFrameLocks noChangeAspect="1"/>
          </p:cNvGraphicFramePr>
          <p:nvPr/>
        </p:nvGraphicFramePr>
        <p:xfrm>
          <a:off x="95250" y="914400"/>
          <a:ext cx="9048750" cy="5172075"/>
        </p:xfrm>
        <a:graphic>
          <a:graphicData uri="http://schemas.openxmlformats.org/presentationml/2006/ole">
            <mc:AlternateContent xmlns:mc="http://schemas.openxmlformats.org/markup-compatibility/2006">
              <mc:Choice xmlns:v="urn:schemas-microsoft-com:vml" Requires="v">
                <p:oleObj spid="_x0000_s14345" name="AutoCAD Drawing" r:id="rId3" imgW="9048750" imgH="5172075" progId="AutoCAD.Drawing.16">
                  <p:embed/>
                </p:oleObj>
              </mc:Choice>
              <mc:Fallback>
                <p:oleObj name="AutoCAD Drawing" r:id="rId3" imgW="9048750" imgH="5172075" progId="AutoCAD.Drawing.16">
                  <p:embed/>
                  <p:pic>
                    <p:nvPicPr>
                      <p:cNvPr id="10242" name="Object 2" descr="信纸">
                        <a:extLst>
                          <a:ext uri="{FF2B5EF4-FFF2-40B4-BE49-F238E27FC236}">
                            <a16:creationId xmlns:a16="http://schemas.microsoft.com/office/drawing/2014/main" id="{CC019063-B25A-4C04-A6C6-A245E0FA4A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50" y="914400"/>
                        <a:ext cx="9048750" cy="5172075"/>
                      </a:xfrm>
                      <a:prstGeom prst="rect">
                        <a:avLst/>
                      </a:prstGeom>
                      <a:blipFill dpi="0" rotWithShape="0">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3" name="Rectangle 3">
            <a:extLst>
              <a:ext uri="{FF2B5EF4-FFF2-40B4-BE49-F238E27FC236}">
                <a16:creationId xmlns:a16="http://schemas.microsoft.com/office/drawing/2014/main" id="{5FD22D64-DCDD-451B-9546-DBB0DCDEB058}"/>
              </a:ext>
            </a:extLst>
          </p:cNvPr>
          <p:cNvSpPr>
            <a:spLocks noChangeArrowheads="1"/>
          </p:cNvSpPr>
          <p:nvPr/>
        </p:nvSpPr>
        <p:spPr bwMode="auto">
          <a:xfrm>
            <a:off x="381000" y="30480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0244" name="Rectangle 4">
            <a:extLst>
              <a:ext uri="{FF2B5EF4-FFF2-40B4-BE49-F238E27FC236}">
                <a16:creationId xmlns:a16="http://schemas.microsoft.com/office/drawing/2014/main" id="{9E8A2672-E317-4097-9036-E1A038887777}"/>
              </a:ext>
            </a:extLst>
          </p:cNvPr>
          <p:cNvSpPr>
            <a:spLocks noChangeArrowheads="1"/>
          </p:cNvSpPr>
          <p:nvPr/>
        </p:nvSpPr>
        <p:spPr bwMode="auto">
          <a:xfrm>
            <a:off x="1447800" y="37338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10</a:t>
            </a:r>
            <a:endParaRPr lang="en-US" altLang="zh-CN">
              <a:solidFill>
                <a:schemeClr val="bg2"/>
              </a:solidFill>
              <a:latin typeface="Times New Roman" panose="02020603050405020304" pitchFamily="18" charset="0"/>
            </a:endParaRPr>
          </a:p>
        </p:txBody>
      </p:sp>
      <p:sp>
        <p:nvSpPr>
          <p:cNvPr id="10245" name="Rectangle 5">
            <a:extLst>
              <a:ext uri="{FF2B5EF4-FFF2-40B4-BE49-F238E27FC236}">
                <a16:creationId xmlns:a16="http://schemas.microsoft.com/office/drawing/2014/main" id="{052124A3-8965-4888-B71C-B1BD5CD28135}"/>
              </a:ext>
            </a:extLst>
          </p:cNvPr>
          <p:cNvSpPr>
            <a:spLocks noChangeArrowheads="1"/>
          </p:cNvSpPr>
          <p:nvPr/>
        </p:nvSpPr>
        <p:spPr bwMode="auto">
          <a:xfrm>
            <a:off x="3276600" y="1600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20</a:t>
            </a:r>
            <a:endParaRPr lang="en-US" altLang="zh-CN">
              <a:solidFill>
                <a:schemeClr val="bg2"/>
              </a:solidFill>
              <a:latin typeface="Times New Roman" panose="02020603050405020304" pitchFamily="18" charset="0"/>
            </a:endParaRPr>
          </a:p>
        </p:txBody>
      </p:sp>
      <p:sp>
        <p:nvSpPr>
          <p:cNvPr id="10246" name="Rectangle 6">
            <a:extLst>
              <a:ext uri="{FF2B5EF4-FFF2-40B4-BE49-F238E27FC236}">
                <a16:creationId xmlns:a16="http://schemas.microsoft.com/office/drawing/2014/main" id="{A4B8C0B8-46C9-41C3-90E9-020B523CA8DE}"/>
              </a:ext>
            </a:extLst>
          </p:cNvPr>
          <p:cNvSpPr>
            <a:spLocks noChangeArrowheads="1"/>
          </p:cNvSpPr>
          <p:nvPr/>
        </p:nvSpPr>
        <p:spPr bwMode="auto">
          <a:xfrm>
            <a:off x="3352800" y="3048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30</a:t>
            </a:r>
            <a:endParaRPr lang="en-US" altLang="zh-CN">
              <a:solidFill>
                <a:schemeClr val="bg2"/>
              </a:solidFill>
              <a:latin typeface="Times New Roman" panose="02020603050405020304" pitchFamily="18" charset="0"/>
            </a:endParaRPr>
          </a:p>
        </p:txBody>
      </p:sp>
      <p:sp>
        <p:nvSpPr>
          <p:cNvPr id="10247" name="Rectangle 7">
            <a:extLst>
              <a:ext uri="{FF2B5EF4-FFF2-40B4-BE49-F238E27FC236}">
                <a16:creationId xmlns:a16="http://schemas.microsoft.com/office/drawing/2014/main" id="{10BF0684-BD9D-4384-AA55-08FC95AB8543}"/>
              </a:ext>
            </a:extLst>
          </p:cNvPr>
          <p:cNvSpPr>
            <a:spLocks noChangeArrowheads="1"/>
          </p:cNvSpPr>
          <p:nvPr/>
        </p:nvSpPr>
        <p:spPr bwMode="auto">
          <a:xfrm>
            <a:off x="3276600" y="5334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40</a:t>
            </a:r>
            <a:endParaRPr lang="en-US" altLang="zh-CN">
              <a:solidFill>
                <a:schemeClr val="bg2"/>
              </a:solidFill>
              <a:latin typeface="Times New Roman" panose="02020603050405020304" pitchFamily="18" charset="0"/>
            </a:endParaRPr>
          </a:p>
        </p:txBody>
      </p:sp>
      <p:sp>
        <p:nvSpPr>
          <p:cNvPr id="10248" name="Rectangle 8">
            <a:extLst>
              <a:ext uri="{FF2B5EF4-FFF2-40B4-BE49-F238E27FC236}">
                <a16:creationId xmlns:a16="http://schemas.microsoft.com/office/drawing/2014/main" id="{ADEACDA3-41B5-4492-9A4B-95D53982B652}"/>
              </a:ext>
            </a:extLst>
          </p:cNvPr>
          <p:cNvSpPr>
            <a:spLocks noChangeArrowheads="1"/>
          </p:cNvSpPr>
          <p:nvPr/>
        </p:nvSpPr>
        <p:spPr bwMode="auto">
          <a:xfrm>
            <a:off x="5257800" y="32004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50</a:t>
            </a:r>
            <a:endParaRPr lang="en-US" altLang="zh-CN">
              <a:solidFill>
                <a:schemeClr val="bg2"/>
              </a:solidFill>
              <a:latin typeface="Times New Roman" panose="02020603050405020304" pitchFamily="18" charset="0"/>
            </a:endParaRPr>
          </a:p>
        </p:txBody>
      </p:sp>
      <p:sp>
        <p:nvSpPr>
          <p:cNvPr id="10249" name="Rectangle 9">
            <a:extLst>
              <a:ext uri="{FF2B5EF4-FFF2-40B4-BE49-F238E27FC236}">
                <a16:creationId xmlns:a16="http://schemas.microsoft.com/office/drawing/2014/main" id="{E39431A6-5404-4957-8BB9-65AF8042C77C}"/>
              </a:ext>
            </a:extLst>
          </p:cNvPr>
          <p:cNvSpPr>
            <a:spLocks noChangeArrowheads="1"/>
          </p:cNvSpPr>
          <p:nvPr/>
        </p:nvSpPr>
        <p:spPr bwMode="auto">
          <a:xfrm>
            <a:off x="4876800" y="1600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50</a:t>
            </a:r>
            <a:endParaRPr lang="en-US" altLang="zh-CN">
              <a:solidFill>
                <a:schemeClr val="bg2"/>
              </a:solidFill>
              <a:latin typeface="Times New Roman" panose="02020603050405020304" pitchFamily="18" charset="0"/>
            </a:endParaRPr>
          </a:p>
        </p:txBody>
      </p:sp>
      <p:sp>
        <p:nvSpPr>
          <p:cNvPr id="10250" name="Rectangle 10">
            <a:extLst>
              <a:ext uri="{FF2B5EF4-FFF2-40B4-BE49-F238E27FC236}">
                <a16:creationId xmlns:a16="http://schemas.microsoft.com/office/drawing/2014/main" id="{840DC311-56C6-427C-B2CE-FD5451DEE9CC}"/>
              </a:ext>
            </a:extLst>
          </p:cNvPr>
          <p:cNvSpPr>
            <a:spLocks noChangeArrowheads="1"/>
          </p:cNvSpPr>
          <p:nvPr/>
        </p:nvSpPr>
        <p:spPr bwMode="auto">
          <a:xfrm>
            <a:off x="4800600" y="5334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70</a:t>
            </a:r>
            <a:endParaRPr lang="en-US" altLang="zh-CN">
              <a:solidFill>
                <a:schemeClr val="bg2"/>
              </a:solidFill>
              <a:latin typeface="Times New Roman" panose="02020603050405020304" pitchFamily="18" charset="0"/>
            </a:endParaRPr>
          </a:p>
        </p:txBody>
      </p:sp>
      <p:sp>
        <p:nvSpPr>
          <p:cNvPr id="10251" name="Rectangle 11">
            <a:extLst>
              <a:ext uri="{FF2B5EF4-FFF2-40B4-BE49-F238E27FC236}">
                <a16:creationId xmlns:a16="http://schemas.microsoft.com/office/drawing/2014/main" id="{42CE3497-2DA7-4246-8169-850D9E69D898}"/>
              </a:ext>
            </a:extLst>
          </p:cNvPr>
          <p:cNvSpPr>
            <a:spLocks noChangeArrowheads="1"/>
          </p:cNvSpPr>
          <p:nvPr/>
        </p:nvSpPr>
        <p:spPr bwMode="auto">
          <a:xfrm>
            <a:off x="5638800" y="37338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120</a:t>
            </a:r>
            <a:endParaRPr lang="en-US" altLang="zh-CN">
              <a:solidFill>
                <a:schemeClr val="bg2"/>
              </a:solidFill>
              <a:latin typeface="Times New Roman" panose="02020603050405020304" pitchFamily="18" charset="0"/>
            </a:endParaRPr>
          </a:p>
        </p:txBody>
      </p:sp>
      <p:sp>
        <p:nvSpPr>
          <p:cNvPr id="10252" name="Rectangle 12">
            <a:extLst>
              <a:ext uri="{FF2B5EF4-FFF2-40B4-BE49-F238E27FC236}">
                <a16:creationId xmlns:a16="http://schemas.microsoft.com/office/drawing/2014/main" id="{21F67E15-E390-4C98-B770-B68EECEB8324}"/>
              </a:ext>
            </a:extLst>
          </p:cNvPr>
          <p:cNvSpPr>
            <a:spLocks noChangeArrowheads="1"/>
          </p:cNvSpPr>
          <p:nvPr/>
        </p:nvSpPr>
        <p:spPr bwMode="auto">
          <a:xfrm>
            <a:off x="7924800" y="3048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130</a:t>
            </a:r>
            <a:endParaRPr lang="en-US" altLang="zh-CN">
              <a:solidFill>
                <a:schemeClr val="bg2"/>
              </a:solidFill>
              <a:latin typeface="Times New Roman" panose="02020603050405020304" pitchFamily="18" charset="0"/>
            </a:endParaRPr>
          </a:p>
        </p:txBody>
      </p:sp>
      <p:sp>
        <p:nvSpPr>
          <p:cNvPr id="10253" name="Rectangle 13">
            <a:extLst>
              <a:ext uri="{FF2B5EF4-FFF2-40B4-BE49-F238E27FC236}">
                <a16:creationId xmlns:a16="http://schemas.microsoft.com/office/drawing/2014/main" id="{E7CE8B54-9014-44C9-B7C9-4375E5C9B25E}"/>
              </a:ext>
            </a:extLst>
          </p:cNvPr>
          <p:cNvSpPr>
            <a:spLocks noChangeArrowheads="1"/>
          </p:cNvSpPr>
          <p:nvPr/>
        </p:nvSpPr>
        <p:spPr bwMode="auto">
          <a:xfrm>
            <a:off x="8458200" y="3048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130</a:t>
            </a:r>
            <a:endParaRPr lang="en-US" altLang="zh-CN">
              <a:solidFill>
                <a:schemeClr val="bg2"/>
              </a:solidFill>
              <a:latin typeface="Times New Roman" panose="02020603050405020304" pitchFamily="18" charset="0"/>
            </a:endParaRPr>
          </a:p>
        </p:txBody>
      </p:sp>
      <p:sp>
        <p:nvSpPr>
          <p:cNvPr id="10254" name="Rectangle 14">
            <a:extLst>
              <a:ext uri="{FF2B5EF4-FFF2-40B4-BE49-F238E27FC236}">
                <a16:creationId xmlns:a16="http://schemas.microsoft.com/office/drawing/2014/main" id="{D5889037-13C1-419A-949B-B8D03B2158A7}"/>
              </a:ext>
            </a:extLst>
          </p:cNvPr>
          <p:cNvSpPr>
            <a:spLocks noChangeArrowheads="1"/>
          </p:cNvSpPr>
          <p:nvPr/>
        </p:nvSpPr>
        <p:spPr bwMode="auto">
          <a:xfrm>
            <a:off x="6248400" y="37338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120</a:t>
            </a:r>
            <a:endParaRPr lang="en-US" altLang="zh-CN">
              <a:solidFill>
                <a:schemeClr val="bg2"/>
              </a:solidFill>
              <a:latin typeface="Times New Roman" panose="02020603050405020304" pitchFamily="18" charset="0"/>
            </a:endParaRPr>
          </a:p>
        </p:txBody>
      </p:sp>
      <p:sp>
        <p:nvSpPr>
          <p:cNvPr id="10255" name="Rectangle 15">
            <a:extLst>
              <a:ext uri="{FF2B5EF4-FFF2-40B4-BE49-F238E27FC236}">
                <a16:creationId xmlns:a16="http://schemas.microsoft.com/office/drawing/2014/main" id="{B8B8BC28-E811-4CB9-B966-C32C6F5EB258}"/>
              </a:ext>
            </a:extLst>
          </p:cNvPr>
          <p:cNvSpPr>
            <a:spLocks noChangeArrowheads="1"/>
          </p:cNvSpPr>
          <p:nvPr/>
        </p:nvSpPr>
        <p:spPr bwMode="auto">
          <a:xfrm>
            <a:off x="5257800" y="5334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70</a:t>
            </a:r>
            <a:endParaRPr lang="en-US" altLang="zh-CN">
              <a:solidFill>
                <a:schemeClr val="bg2"/>
              </a:solidFill>
              <a:latin typeface="Times New Roman" panose="02020603050405020304" pitchFamily="18" charset="0"/>
            </a:endParaRPr>
          </a:p>
        </p:txBody>
      </p:sp>
      <p:sp>
        <p:nvSpPr>
          <p:cNvPr id="10256" name="Rectangle 16">
            <a:extLst>
              <a:ext uri="{FF2B5EF4-FFF2-40B4-BE49-F238E27FC236}">
                <a16:creationId xmlns:a16="http://schemas.microsoft.com/office/drawing/2014/main" id="{57D5E71B-C7FD-431C-9DED-2E5DAFBCC533}"/>
              </a:ext>
            </a:extLst>
          </p:cNvPr>
          <p:cNvSpPr>
            <a:spLocks noChangeArrowheads="1"/>
          </p:cNvSpPr>
          <p:nvPr/>
        </p:nvSpPr>
        <p:spPr bwMode="auto">
          <a:xfrm>
            <a:off x="5257800" y="16002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90</a:t>
            </a:r>
            <a:endParaRPr lang="en-US" altLang="zh-CN">
              <a:solidFill>
                <a:schemeClr val="bg2"/>
              </a:solidFill>
              <a:latin typeface="Times New Roman" panose="02020603050405020304" pitchFamily="18" charset="0"/>
            </a:endParaRPr>
          </a:p>
        </p:txBody>
      </p:sp>
      <p:sp>
        <p:nvSpPr>
          <p:cNvPr id="10257" name="Rectangle 17">
            <a:extLst>
              <a:ext uri="{FF2B5EF4-FFF2-40B4-BE49-F238E27FC236}">
                <a16:creationId xmlns:a16="http://schemas.microsoft.com/office/drawing/2014/main" id="{CBEDE0D4-B0D6-4F3C-916C-1A016EB07A91}"/>
              </a:ext>
            </a:extLst>
          </p:cNvPr>
          <p:cNvSpPr>
            <a:spLocks noChangeArrowheads="1"/>
          </p:cNvSpPr>
          <p:nvPr/>
        </p:nvSpPr>
        <p:spPr bwMode="auto">
          <a:xfrm>
            <a:off x="5638800" y="3200400"/>
            <a:ext cx="3810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70</a:t>
            </a:r>
            <a:endParaRPr lang="en-US" altLang="zh-CN">
              <a:solidFill>
                <a:schemeClr val="bg2"/>
              </a:solidFill>
              <a:latin typeface="Times New Roman" panose="02020603050405020304" pitchFamily="18" charset="0"/>
            </a:endParaRPr>
          </a:p>
        </p:txBody>
      </p:sp>
      <p:sp>
        <p:nvSpPr>
          <p:cNvPr id="10258" name="Rectangle 18">
            <a:extLst>
              <a:ext uri="{FF2B5EF4-FFF2-40B4-BE49-F238E27FC236}">
                <a16:creationId xmlns:a16="http://schemas.microsoft.com/office/drawing/2014/main" id="{5D5E26CD-514A-42DC-AB48-3CA6C1269315}"/>
              </a:ext>
            </a:extLst>
          </p:cNvPr>
          <p:cNvSpPr>
            <a:spLocks noChangeArrowheads="1"/>
          </p:cNvSpPr>
          <p:nvPr/>
        </p:nvSpPr>
        <p:spPr bwMode="auto">
          <a:xfrm>
            <a:off x="3733800" y="5334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40</a:t>
            </a:r>
            <a:endParaRPr lang="en-US" altLang="zh-CN">
              <a:solidFill>
                <a:schemeClr val="bg2"/>
              </a:solidFill>
              <a:latin typeface="Times New Roman" panose="02020603050405020304" pitchFamily="18" charset="0"/>
            </a:endParaRPr>
          </a:p>
        </p:txBody>
      </p:sp>
      <p:sp>
        <p:nvSpPr>
          <p:cNvPr id="10259" name="Rectangle 19">
            <a:extLst>
              <a:ext uri="{FF2B5EF4-FFF2-40B4-BE49-F238E27FC236}">
                <a16:creationId xmlns:a16="http://schemas.microsoft.com/office/drawing/2014/main" id="{2B286401-CE42-4C69-989A-A71E190ABB31}"/>
              </a:ext>
            </a:extLst>
          </p:cNvPr>
          <p:cNvSpPr>
            <a:spLocks noChangeArrowheads="1"/>
          </p:cNvSpPr>
          <p:nvPr/>
        </p:nvSpPr>
        <p:spPr bwMode="auto">
          <a:xfrm>
            <a:off x="3733800" y="3048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50</a:t>
            </a:r>
            <a:endParaRPr lang="en-US" altLang="zh-CN">
              <a:solidFill>
                <a:schemeClr val="bg2"/>
              </a:solidFill>
              <a:latin typeface="Times New Roman" panose="02020603050405020304" pitchFamily="18" charset="0"/>
            </a:endParaRPr>
          </a:p>
        </p:txBody>
      </p:sp>
      <p:sp>
        <p:nvSpPr>
          <p:cNvPr id="10260" name="Rectangle 20">
            <a:extLst>
              <a:ext uri="{FF2B5EF4-FFF2-40B4-BE49-F238E27FC236}">
                <a16:creationId xmlns:a16="http://schemas.microsoft.com/office/drawing/2014/main" id="{0EF53E0C-3971-4DE7-B051-2429F28D5AE9}"/>
              </a:ext>
            </a:extLst>
          </p:cNvPr>
          <p:cNvSpPr>
            <a:spLocks noChangeArrowheads="1"/>
          </p:cNvSpPr>
          <p:nvPr/>
        </p:nvSpPr>
        <p:spPr bwMode="auto">
          <a:xfrm>
            <a:off x="3733800" y="16002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70</a:t>
            </a:r>
            <a:endParaRPr lang="en-US" altLang="zh-CN">
              <a:solidFill>
                <a:schemeClr val="bg2"/>
              </a:solidFill>
              <a:latin typeface="Times New Roman" panose="02020603050405020304" pitchFamily="18" charset="0"/>
            </a:endParaRPr>
          </a:p>
        </p:txBody>
      </p:sp>
      <p:sp>
        <p:nvSpPr>
          <p:cNvPr id="10261" name="Rectangle 21">
            <a:extLst>
              <a:ext uri="{FF2B5EF4-FFF2-40B4-BE49-F238E27FC236}">
                <a16:creationId xmlns:a16="http://schemas.microsoft.com/office/drawing/2014/main" id="{A90EEE0C-F2AC-47A7-8B3B-DCCA1219B4F5}"/>
              </a:ext>
            </a:extLst>
          </p:cNvPr>
          <p:cNvSpPr>
            <a:spLocks noChangeArrowheads="1"/>
          </p:cNvSpPr>
          <p:nvPr/>
        </p:nvSpPr>
        <p:spPr bwMode="auto">
          <a:xfrm>
            <a:off x="1828800" y="37338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10</a:t>
            </a:r>
            <a:endParaRPr lang="en-US" altLang="zh-CN">
              <a:solidFill>
                <a:schemeClr val="bg2"/>
              </a:solidFill>
              <a:latin typeface="Times New Roman" panose="02020603050405020304" pitchFamily="18" charset="0"/>
            </a:endParaRPr>
          </a:p>
        </p:txBody>
      </p:sp>
      <p:sp>
        <p:nvSpPr>
          <p:cNvPr id="10262" name="Rectangle 22">
            <a:extLst>
              <a:ext uri="{FF2B5EF4-FFF2-40B4-BE49-F238E27FC236}">
                <a16:creationId xmlns:a16="http://schemas.microsoft.com/office/drawing/2014/main" id="{6FDB5B61-EE5C-45E9-8F61-69466D73628E}"/>
              </a:ext>
            </a:extLst>
          </p:cNvPr>
          <p:cNvSpPr>
            <a:spLocks noChangeArrowheads="1"/>
          </p:cNvSpPr>
          <p:nvPr/>
        </p:nvSpPr>
        <p:spPr bwMode="auto">
          <a:xfrm>
            <a:off x="685800" y="3048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05495" name="Rectangle 23">
            <a:extLst>
              <a:ext uri="{FF2B5EF4-FFF2-40B4-BE49-F238E27FC236}">
                <a16:creationId xmlns:a16="http://schemas.microsoft.com/office/drawing/2014/main" id="{4120A4A6-4F30-4606-BC62-78DCEEB345AF}"/>
              </a:ext>
            </a:extLst>
          </p:cNvPr>
          <p:cNvSpPr>
            <a:spLocks noChangeArrowheads="1"/>
          </p:cNvSpPr>
          <p:nvPr/>
        </p:nvSpPr>
        <p:spPr bwMode="auto">
          <a:xfrm>
            <a:off x="1066800" y="26670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05496" name="Rectangle 24">
            <a:extLst>
              <a:ext uri="{FF2B5EF4-FFF2-40B4-BE49-F238E27FC236}">
                <a16:creationId xmlns:a16="http://schemas.microsoft.com/office/drawing/2014/main" id="{3CBB8B93-7451-4149-91D5-90AD0608F9B4}"/>
              </a:ext>
            </a:extLst>
          </p:cNvPr>
          <p:cNvSpPr>
            <a:spLocks noChangeArrowheads="1"/>
          </p:cNvSpPr>
          <p:nvPr/>
        </p:nvSpPr>
        <p:spPr bwMode="auto">
          <a:xfrm>
            <a:off x="1371600" y="2667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10</a:t>
            </a:r>
            <a:endParaRPr lang="en-US" altLang="zh-CN">
              <a:solidFill>
                <a:schemeClr val="bg2"/>
              </a:solidFill>
              <a:latin typeface="Times New Roman" panose="02020603050405020304" pitchFamily="18" charset="0"/>
            </a:endParaRPr>
          </a:p>
        </p:txBody>
      </p:sp>
      <p:sp>
        <p:nvSpPr>
          <p:cNvPr id="105497" name="Rectangle 25">
            <a:extLst>
              <a:ext uri="{FF2B5EF4-FFF2-40B4-BE49-F238E27FC236}">
                <a16:creationId xmlns:a16="http://schemas.microsoft.com/office/drawing/2014/main" id="{9AF22773-B031-4AF4-A044-B8C4744F5375}"/>
              </a:ext>
            </a:extLst>
          </p:cNvPr>
          <p:cNvSpPr>
            <a:spLocks noChangeArrowheads="1"/>
          </p:cNvSpPr>
          <p:nvPr/>
        </p:nvSpPr>
        <p:spPr bwMode="auto">
          <a:xfrm>
            <a:off x="1371600" y="3048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10</a:t>
            </a:r>
            <a:endParaRPr lang="en-US" altLang="zh-CN">
              <a:solidFill>
                <a:schemeClr val="bg2"/>
              </a:solidFill>
              <a:latin typeface="Times New Roman" panose="02020603050405020304" pitchFamily="18" charset="0"/>
            </a:endParaRPr>
          </a:p>
        </p:txBody>
      </p:sp>
      <p:sp>
        <p:nvSpPr>
          <p:cNvPr id="105498" name="Rectangle 26">
            <a:extLst>
              <a:ext uri="{FF2B5EF4-FFF2-40B4-BE49-F238E27FC236}">
                <a16:creationId xmlns:a16="http://schemas.microsoft.com/office/drawing/2014/main" id="{2F0FD25D-4FA4-4847-9688-4AEC0B6C0EB8}"/>
              </a:ext>
            </a:extLst>
          </p:cNvPr>
          <p:cNvSpPr>
            <a:spLocks noChangeArrowheads="1"/>
          </p:cNvSpPr>
          <p:nvPr/>
        </p:nvSpPr>
        <p:spPr bwMode="auto">
          <a:xfrm>
            <a:off x="1143000" y="30480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05499" name="Rectangle 27">
            <a:extLst>
              <a:ext uri="{FF2B5EF4-FFF2-40B4-BE49-F238E27FC236}">
                <a16:creationId xmlns:a16="http://schemas.microsoft.com/office/drawing/2014/main" id="{97A809B2-9611-4F29-8401-90EC60A52AB1}"/>
              </a:ext>
            </a:extLst>
          </p:cNvPr>
          <p:cNvSpPr>
            <a:spLocks noChangeArrowheads="1"/>
          </p:cNvSpPr>
          <p:nvPr/>
        </p:nvSpPr>
        <p:spPr bwMode="auto">
          <a:xfrm>
            <a:off x="2286000" y="1143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10</a:t>
            </a:r>
            <a:endParaRPr lang="en-US" altLang="zh-CN">
              <a:solidFill>
                <a:schemeClr val="bg2"/>
              </a:solidFill>
              <a:latin typeface="Times New Roman" panose="02020603050405020304" pitchFamily="18" charset="0"/>
            </a:endParaRPr>
          </a:p>
        </p:txBody>
      </p:sp>
      <p:sp>
        <p:nvSpPr>
          <p:cNvPr id="105500" name="Rectangle 28">
            <a:extLst>
              <a:ext uri="{FF2B5EF4-FFF2-40B4-BE49-F238E27FC236}">
                <a16:creationId xmlns:a16="http://schemas.microsoft.com/office/drawing/2014/main" id="{79DCE862-D4B8-4AB1-95C6-C87C6B0175FD}"/>
              </a:ext>
            </a:extLst>
          </p:cNvPr>
          <p:cNvSpPr>
            <a:spLocks noChangeArrowheads="1"/>
          </p:cNvSpPr>
          <p:nvPr/>
        </p:nvSpPr>
        <p:spPr bwMode="auto">
          <a:xfrm>
            <a:off x="2667000" y="1143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20</a:t>
            </a:r>
            <a:endParaRPr lang="en-US" altLang="zh-CN">
              <a:solidFill>
                <a:schemeClr val="bg2"/>
              </a:solidFill>
              <a:latin typeface="Times New Roman" panose="02020603050405020304" pitchFamily="18" charset="0"/>
            </a:endParaRPr>
          </a:p>
        </p:txBody>
      </p:sp>
      <p:sp>
        <p:nvSpPr>
          <p:cNvPr id="105501" name="Rectangle 29">
            <a:extLst>
              <a:ext uri="{FF2B5EF4-FFF2-40B4-BE49-F238E27FC236}">
                <a16:creationId xmlns:a16="http://schemas.microsoft.com/office/drawing/2014/main" id="{24996BCD-E662-47AA-8396-73446AF360EF}"/>
              </a:ext>
            </a:extLst>
          </p:cNvPr>
          <p:cNvSpPr>
            <a:spLocks noChangeArrowheads="1"/>
          </p:cNvSpPr>
          <p:nvPr/>
        </p:nvSpPr>
        <p:spPr bwMode="auto">
          <a:xfrm>
            <a:off x="2667000" y="1524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70</a:t>
            </a:r>
            <a:endParaRPr lang="en-US" altLang="zh-CN">
              <a:solidFill>
                <a:schemeClr val="bg2"/>
              </a:solidFill>
              <a:latin typeface="Times New Roman" panose="02020603050405020304" pitchFamily="18" charset="0"/>
            </a:endParaRPr>
          </a:p>
        </p:txBody>
      </p:sp>
      <p:sp>
        <p:nvSpPr>
          <p:cNvPr id="105502" name="Rectangle 30">
            <a:extLst>
              <a:ext uri="{FF2B5EF4-FFF2-40B4-BE49-F238E27FC236}">
                <a16:creationId xmlns:a16="http://schemas.microsoft.com/office/drawing/2014/main" id="{8E4E7FD1-77DE-4719-AB17-2F3D3D3C0093}"/>
              </a:ext>
            </a:extLst>
          </p:cNvPr>
          <p:cNvSpPr>
            <a:spLocks noChangeArrowheads="1"/>
          </p:cNvSpPr>
          <p:nvPr/>
        </p:nvSpPr>
        <p:spPr bwMode="auto">
          <a:xfrm>
            <a:off x="2286000" y="1524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60</a:t>
            </a:r>
            <a:endParaRPr lang="en-US" altLang="zh-CN">
              <a:solidFill>
                <a:schemeClr val="bg2"/>
              </a:solidFill>
              <a:latin typeface="Times New Roman" panose="02020603050405020304" pitchFamily="18" charset="0"/>
            </a:endParaRPr>
          </a:p>
        </p:txBody>
      </p:sp>
      <p:sp>
        <p:nvSpPr>
          <p:cNvPr id="105503" name="Rectangle 31">
            <a:extLst>
              <a:ext uri="{FF2B5EF4-FFF2-40B4-BE49-F238E27FC236}">
                <a16:creationId xmlns:a16="http://schemas.microsoft.com/office/drawing/2014/main" id="{4CE8DF61-ECA1-4919-95BB-D6A7FE8AAEEE}"/>
              </a:ext>
            </a:extLst>
          </p:cNvPr>
          <p:cNvSpPr>
            <a:spLocks noChangeArrowheads="1"/>
          </p:cNvSpPr>
          <p:nvPr/>
        </p:nvSpPr>
        <p:spPr bwMode="auto">
          <a:xfrm>
            <a:off x="2362200" y="2667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10</a:t>
            </a:r>
            <a:endParaRPr kumimoji="0" lang="en-US" altLang="zh-CN">
              <a:solidFill>
                <a:schemeClr val="bg2"/>
              </a:solidFill>
              <a:latin typeface="Times New Roman" panose="02020603050405020304" pitchFamily="18" charset="0"/>
            </a:endParaRPr>
          </a:p>
        </p:txBody>
      </p:sp>
      <p:sp>
        <p:nvSpPr>
          <p:cNvPr id="105504" name="Rectangle 32">
            <a:extLst>
              <a:ext uri="{FF2B5EF4-FFF2-40B4-BE49-F238E27FC236}">
                <a16:creationId xmlns:a16="http://schemas.microsoft.com/office/drawing/2014/main" id="{85B35292-3FF9-4B23-AF00-098C1B3BF723}"/>
              </a:ext>
            </a:extLst>
          </p:cNvPr>
          <p:cNvSpPr>
            <a:spLocks noChangeArrowheads="1"/>
          </p:cNvSpPr>
          <p:nvPr/>
        </p:nvSpPr>
        <p:spPr bwMode="auto">
          <a:xfrm>
            <a:off x="2819400" y="2667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30</a:t>
            </a:r>
            <a:endParaRPr kumimoji="0" lang="en-US" altLang="zh-CN">
              <a:solidFill>
                <a:schemeClr val="bg2"/>
              </a:solidFill>
              <a:latin typeface="Times New Roman" panose="02020603050405020304" pitchFamily="18" charset="0"/>
            </a:endParaRPr>
          </a:p>
        </p:txBody>
      </p:sp>
      <p:sp>
        <p:nvSpPr>
          <p:cNvPr id="105505" name="Rectangle 33">
            <a:extLst>
              <a:ext uri="{FF2B5EF4-FFF2-40B4-BE49-F238E27FC236}">
                <a16:creationId xmlns:a16="http://schemas.microsoft.com/office/drawing/2014/main" id="{13C47A1C-8BA6-4AA2-A491-7DDD141DA75F}"/>
              </a:ext>
            </a:extLst>
          </p:cNvPr>
          <p:cNvSpPr>
            <a:spLocks noChangeArrowheads="1"/>
          </p:cNvSpPr>
          <p:nvPr/>
        </p:nvSpPr>
        <p:spPr bwMode="auto">
          <a:xfrm>
            <a:off x="2819400" y="3048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50</a:t>
            </a:r>
            <a:endParaRPr kumimoji="0" lang="en-US" altLang="zh-CN">
              <a:solidFill>
                <a:schemeClr val="bg2"/>
              </a:solidFill>
              <a:latin typeface="Times New Roman" panose="02020603050405020304" pitchFamily="18" charset="0"/>
            </a:endParaRPr>
          </a:p>
        </p:txBody>
      </p:sp>
      <p:sp>
        <p:nvSpPr>
          <p:cNvPr id="105506" name="Rectangle 34">
            <a:extLst>
              <a:ext uri="{FF2B5EF4-FFF2-40B4-BE49-F238E27FC236}">
                <a16:creationId xmlns:a16="http://schemas.microsoft.com/office/drawing/2014/main" id="{346989F8-0AF2-4E28-A33E-A4588E682218}"/>
              </a:ext>
            </a:extLst>
          </p:cNvPr>
          <p:cNvSpPr>
            <a:spLocks noChangeArrowheads="1"/>
          </p:cNvSpPr>
          <p:nvPr/>
        </p:nvSpPr>
        <p:spPr bwMode="auto">
          <a:xfrm>
            <a:off x="2362200" y="3048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30</a:t>
            </a:r>
            <a:endParaRPr kumimoji="0" lang="en-US" altLang="zh-CN">
              <a:solidFill>
                <a:schemeClr val="bg2"/>
              </a:solidFill>
              <a:latin typeface="Times New Roman" panose="02020603050405020304" pitchFamily="18" charset="0"/>
            </a:endParaRPr>
          </a:p>
        </p:txBody>
      </p:sp>
      <p:sp>
        <p:nvSpPr>
          <p:cNvPr id="105507" name="Rectangle 35">
            <a:extLst>
              <a:ext uri="{FF2B5EF4-FFF2-40B4-BE49-F238E27FC236}">
                <a16:creationId xmlns:a16="http://schemas.microsoft.com/office/drawing/2014/main" id="{9E10D00B-3A25-423D-81C9-CFF6FAC64191}"/>
              </a:ext>
            </a:extLst>
          </p:cNvPr>
          <p:cNvSpPr>
            <a:spLocks noChangeArrowheads="1"/>
          </p:cNvSpPr>
          <p:nvPr/>
        </p:nvSpPr>
        <p:spPr bwMode="auto">
          <a:xfrm>
            <a:off x="2362200" y="4267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10</a:t>
            </a:r>
            <a:endParaRPr kumimoji="0" lang="en-US" altLang="zh-CN">
              <a:solidFill>
                <a:schemeClr val="bg2"/>
              </a:solidFill>
              <a:latin typeface="Times New Roman" panose="02020603050405020304" pitchFamily="18" charset="0"/>
            </a:endParaRPr>
          </a:p>
        </p:txBody>
      </p:sp>
      <p:sp>
        <p:nvSpPr>
          <p:cNvPr id="105508" name="Rectangle 36">
            <a:extLst>
              <a:ext uri="{FF2B5EF4-FFF2-40B4-BE49-F238E27FC236}">
                <a16:creationId xmlns:a16="http://schemas.microsoft.com/office/drawing/2014/main" id="{631E1F5D-B035-4427-BAA8-BF4D979AAA9C}"/>
              </a:ext>
            </a:extLst>
          </p:cNvPr>
          <p:cNvSpPr>
            <a:spLocks noChangeArrowheads="1"/>
          </p:cNvSpPr>
          <p:nvPr/>
        </p:nvSpPr>
        <p:spPr bwMode="auto">
          <a:xfrm>
            <a:off x="2819400" y="4267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40</a:t>
            </a:r>
            <a:endParaRPr kumimoji="0" lang="en-US" altLang="zh-CN">
              <a:solidFill>
                <a:schemeClr val="bg2"/>
              </a:solidFill>
              <a:latin typeface="Times New Roman" panose="02020603050405020304" pitchFamily="18" charset="0"/>
            </a:endParaRPr>
          </a:p>
        </p:txBody>
      </p:sp>
      <p:sp>
        <p:nvSpPr>
          <p:cNvPr id="105509" name="Rectangle 37">
            <a:extLst>
              <a:ext uri="{FF2B5EF4-FFF2-40B4-BE49-F238E27FC236}">
                <a16:creationId xmlns:a16="http://schemas.microsoft.com/office/drawing/2014/main" id="{01F4C54D-6530-4FA6-8AD3-DFAF22C9F070}"/>
              </a:ext>
            </a:extLst>
          </p:cNvPr>
          <p:cNvSpPr>
            <a:spLocks noChangeArrowheads="1"/>
          </p:cNvSpPr>
          <p:nvPr/>
        </p:nvSpPr>
        <p:spPr bwMode="auto">
          <a:xfrm>
            <a:off x="2819400" y="4648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40</a:t>
            </a:r>
            <a:endParaRPr kumimoji="0" lang="en-US" altLang="zh-CN">
              <a:solidFill>
                <a:schemeClr val="bg2"/>
              </a:solidFill>
              <a:latin typeface="Times New Roman" panose="02020603050405020304" pitchFamily="18" charset="0"/>
            </a:endParaRPr>
          </a:p>
        </p:txBody>
      </p:sp>
      <p:sp>
        <p:nvSpPr>
          <p:cNvPr id="105510" name="Rectangle 38">
            <a:extLst>
              <a:ext uri="{FF2B5EF4-FFF2-40B4-BE49-F238E27FC236}">
                <a16:creationId xmlns:a16="http://schemas.microsoft.com/office/drawing/2014/main" id="{09BE02D4-1FD5-4E08-9B6A-6D0A8D59F1A7}"/>
              </a:ext>
            </a:extLst>
          </p:cNvPr>
          <p:cNvSpPr>
            <a:spLocks noChangeArrowheads="1"/>
          </p:cNvSpPr>
          <p:nvPr/>
        </p:nvSpPr>
        <p:spPr bwMode="auto">
          <a:xfrm>
            <a:off x="2362200" y="4648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10</a:t>
            </a:r>
            <a:endParaRPr kumimoji="0" lang="en-US" altLang="zh-CN">
              <a:solidFill>
                <a:schemeClr val="bg2"/>
              </a:solidFill>
              <a:latin typeface="Times New Roman" panose="02020603050405020304" pitchFamily="18" charset="0"/>
            </a:endParaRPr>
          </a:p>
        </p:txBody>
      </p:sp>
      <p:sp>
        <p:nvSpPr>
          <p:cNvPr id="105511" name="Rectangle 39">
            <a:extLst>
              <a:ext uri="{FF2B5EF4-FFF2-40B4-BE49-F238E27FC236}">
                <a16:creationId xmlns:a16="http://schemas.microsoft.com/office/drawing/2014/main" id="{33D04D14-800C-4FA5-935B-077A6B9E438B}"/>
              </a:ext>
            </a:extLst>
          </p:cNvPr>
          <p:cNvSpPr>
            <a:spLocks noChangeArrowheads="1"/>
          </p:cNvSpPr>
          <p:nvPr/>
        </p:nvSpPr>
        <p:spPr bwMode="auto">
          <a:xfrm>
            <a:off x="4114800" y="2667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30</a:t>
            </a:r>
            <a:endParaRPr kumimoji="0" lang="en-US" altLang="zh-CN">
              <a:solidFill>
                <a:schemeClr val="bg2"/>
              </a:solidFill>
              <a:latin typeface="Times New Roman" panose="02020603050405020304" pitchFamily="18" charset="0"/>
            </a:endParaRPr>
          </a:p>
        </p:txBody>
      </p:sp>
      <p:sp>
        <p:nvSpPr>
          <p:cNvPr id="105512" name="Rectangle 40">
            <a:extLst>
              <a:ext uri="{FF2B5EF4-FFF2-40B4-BE49-F238E27FC236}">
                <a16:creationId xmlns:a16="http://schemas.microsoft.com/office/drawing/2014/main" id="{93104FB2-3FAA-4828-8997-557AA29B35DE}"/>
              </a:ext>
            </a:extLst>
          </p:cNvPr>
          <p:cNvSpPr>
            <a:spLocks noChangeArrowheads="1"/>
          </p:cNvSpPr>
          <p:nvPr/>
        </p:nvSpPr>
        <p:spPr bwMode="auto">
          <a:xfrm>
            <a:off x="4572000" y="2667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50</a:t>
            </a:r>
            <a:endParaRPr kumimoji="0" lang="en-US" altLang="zh-CN">
              <a:solidFill>
                <a:schemeClr val="bg2"/>
              </a:solidFill>
              <a:latin typeface="Times New Roman" panose="02020603050405020304" pitchFamily="18" charset="0"/>
            </a:endParaRPr>
          </a:p>
        </p:txBody>
      </p:sp>
      <p:sp>
        <p:nvSpPr>
          <p:cNvPr id="105513" name="Rectangle 41">
            <a:extLst>
              <a:ext uri="{FF2B5EF4-FFF2-40B4-BE49-F238E27FC236}">
                <a16:creationId xmlns:a16="http://schemas.microsoft.com/office/drawing/2014/main" id="{59185A10-03AB-4728-87D4-C6C7BF181178}"/>
              </a:ext>
            </a:extLst>
          </p:cNvPr>
          <p:cNvSpPr>
            <a:spLocks noChangeArrowheads="1"/>
          </p:cNvSpPr>
          <p:nvPr/>
        </p:nvSpPr>
        <p:spPr bwMode="auto">
          <a:xfrm>
            <a:off x="4572000" y="3048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70</a:t>
            </a:r>
            <a:endParaRPr kumimoji="0" lang="en-US" altLang="zh-CN">
              <a:solidFill>
                <a:schemeClr val="bg2"/>
              </a:solidFill>
              <a:latin typeface="Times New Roman" panose="02020603050405020304" pitchFamily="18" charset="0"/>
            </a:endParaRPr>
          </a:p>
        </p:txBody>
      </p:sp>
      <p:sp>
        <p:nvSpPr>
          <p:cNvPr id="105514" name="Rectangle 42">
            <a:extLst>
              <a:ext uri="{FF2B5EF4-FFF2-40B4-BE49-F238E27FC236}">
                <a16:creationId xmlns:a16="http://schemas.microsoft.com/office/drawing/2014/main" id="{8BD5AB7D-EF27-448C-B9FE-BAF7F3DBD34D}"/>
              </a:ext>
            </a:extLst>
          </p:cNvPr>
          <p:cNvSpPr>
            <a:spLocks noChangeArrowheads="1"/>
          </p:cNvSpPr>
          <p:nvPr/>
        </p:nvSpPr>
        <p:spPr bwMode="auto">
          <a:xfrm>
            <a:off x="4114800" y="3048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50</a:t>
            </a:r>
            <a:endParaRPr kumimoji="0" lang="en-US" altLang="zh-CN">
              <a:solidFill>
                <a:schemeClr val="bg2"/>
              </a:solidFill>
              <a:latin typeface="Times New Roman" panose="02020603050405020304" pitchFamily="18" charset="0"/>
            </a:endParaRPr>
          </a:p>
        </p:txBody>
      </p:sp>
      <p:sp>
        <p:nvSpPr>
          <p:cNvPr id="105515" name="Rectangle 43">
            <a:extLst>
              <a:ext uri="{FF2B5EF4-FFF2-40B4-BE49-F238E27FC236}">
                <a16:creationId xmlns:a16="http://schemas.microsoft.com/office/drawing/2014/main" id="{B298BECA-2D06-485D-AA62-A09516C833D7}"/>
              </a:ext>
            </a:extLst>
          </p:cNvPr>
          <p:cNvSpPr>
            <a:spLocks noChangeArrowheads="1"/>
          </p:cNvSpPr>
          <p:nvPr/>
        </p:nvSpPr>
        <p:spPr bwMode="auto">
          <a:xfrm>
            <a:off x="3962400" y="9144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20</a:t>
            </a:r>
            <a:endParaRPr kumimoji="0" lang="en-US" altLang="zh-CN">
              <a:solidFill>
                <a:schemeClr val="bg2"/>
              </a:solidFill>
              <a:latin typeface="Times New Roman" panose="02020603050405020304" pitchFamily="18" charset="0"/>
            </a:endParaRPr>
          </a:p>
        </p:txBody>
      </p:sp>
      <p:sp>
        <p:nvSpPr>
          <p:cNvPr id="105516" name="Rectangle 44">
            <a:extLst>
              <a:ext uri="{FF2B5EF4-FFF2-40B4-BE49-F238E27FC236}">
                <a16:creationId xmlns:a16="http://schemas.microsoft.com/office/drawing/2014/main" id="{8FA0BEA6-18DC-40A4-8A44-BD26DA2D0234}"/>
              </a:ext>
            </a:extLst>
          </p:cNvPr>
          <p:cNvSpPr>
            <a:spLocks noChangeArrowheads="1"/>
          </p:cNvSpPr>
          <p:nvPr/>
        </p:nvSpPr>
        <p:spPr bwMode="auto">
          <a:xfrm>
            <a:off x="4419600" y="9144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40</a:t>
            </a:r>
            <a:endParaRPr kumimoji="0" lang="en-US" altLang="zh-CN">
              <a:solidFill>
                <a:schemeClr val="bg2"/>
              </a:solidFill>
              <a:latin typeface="Times New Roman" panose="02020603050405020304" pitchFamily="18" charset="0"/>
            </a:endParaRPr>
          </a:p>
        </p:txBody>
      </p:sp>
      <p:sp>
        <p:nvSpPr>
          <p:cNvPr id="105517" name="Rectangle 45">
            <a:extLst>
              <a:ext uri="{FF2B5EF4-FFF2-40B4-BE49-F238E27FC236}">
                <a16:creationId xmlns:a16="http://schemas.microsoft.com/office/drawing/2014/main" id="{332BF398-8880-4375-B3FB-0311B6504411}"/>
              </a:ext>
            </a:extLst>
          </p:cNvPr>
          <p:cNvSpPr>
            <a:spLocks noChangeArrowheads="1"/>
          </p:cNvSpPr>
          <p:nvPr/>
        </p:nvSpPr>
        <p:spPr bwMode="auto">
          <a:xfrm>
            <a:off x="4419600" y="12954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90</a:t>
            </a:r>
            <a:endParaRPr kumimoji="0" lang="en-US" altLang="zh-CN">
              <a:solidFill>
                <a:schemeClr val="bg2"/>
              </a:solidFill>
              <a:latin typeface="Times New Roman" panose="02020603050405020304" pitchFamily="18" charset="0"/>
            </a:endParaRPr>
          </a:p>
        </p:txBody>
      </p:sp>
      <p:sp>
        <p:nvSpPr>
          <p:cNvPr id="105518" name="Rectangle 46">
            <a:extLst>
              <a:ext uri="{FF2B5EF4-FFF2-40B4-BE49-F238E27FC236}">
                <a16:creationId xmlns:a16="http://schemas.microsoft.com/office/drawing/2014/main" id="{159C7750-4010-4C4E-8D6D-EEACAFAC8226}"/>
              </a:ext>
            </a:extLst>
          </p:cNvPr>
          <p:cNvSpPr>
            <a:spLocks noChangeArrowheads="1"/>
          </p:cNvSpPr>
          <p:nvPr/>
        </p:nvSpPr>
        <p:spPr bwMode="auto">
          <a:xfrm>
            <a:off x="3962400" y="12954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70</a:t>
            </a:r>
            <a:endParaRPr kumimoji="0" lang="en-US" altLang="zh-CN">
              <a:solidFill>
                <a:schemeClr val="bg2"/>
              </a:solidFill>
              <a:latin typeface="Times New Roman" panose="02020603050405020304" pitchFamily="18" charset="0"/>
            </a:endParaRPr>
          </a:p>
        </p:txBody>
      </p:sp>
      <p:sp>
        <p:nvSpPr>
          <p:cNvPr id="105519" name="Rectangle 47">
            <a:extLst>
              <a:ext uri="{FF2B5EF4-FFF2-40B4-BE49-F238E27FC236}">
                <a16:creationId xmlns:a16="http://schemas.microsoft.com/office/drawing/2014/main" id="{FA8A64CA-0396-4263-BB6B-2E724ADAE3D8}"/>
              </a:ext>
            </a:extLst>
          </p:cNvPr>
          <p:cNvSpPr>
            <a:spLocks noChangeArrowheads="1"/>
          </p:cNvSpPr>
          <p:nvPr/>
        </p:nvSpPr>
        <p:spPr bwMode="auto">
          <a:xfrm>
            <a:off x="3810000" y="4267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40</a:t>
            </a:r>
            <a:endParaRPr kumimoji="0" lang="en-US" altLang="zh-CN">
              <a:solidFill>
                <a:schemeClr val="bg2"/>
              </a:solidFill>
              <a:latin typeface="Times New Roman" panose="02020603050405020304" pitchFamily="18" charset="0"/>
            </a:endParaRPr>
          </a:p>
        </p:txBody>
      </p:sp>
      <p:sp>
        <p:nvSpPr>
          <p:cNvPr id="105520" name="Rectangle 48">
            <a:extLst>
              <a:ext uri="{FF2B5EF4-FFF2-40B4-BE49-F238E27FC236}">
                <a16:creationId xmlns:a16="http://schemas.microsoft.com/office/drawing/2014/main" id="{67EAB9AC-282F-4959-9D64-A8C493D8764F}"/>
              </a:ext>
            </a:extLst>
          </p:cNvPr>
          <p:cNvSpPr>
            <a:spLocks noChangeArrowheads="1"/>
          </p:cNvSpPr>
          <p:nvPr/>
        </p:nvSpPr>
        <p:spPr bwMode="auto">
          <a:xfrm>
            <a:off x="4343400" y="4267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70</a:t>
            </a:r>
            <a:endParaRPr kumimoji="0" lang="en-US" altLang="zh-CN">
              <a:solidFill>
                <a:schemeClr val="bg2"/>
              </a:solidFill>
              <a:latin typeface="Times New Roman" panose="02020603050405020304" pitchFamily="18" charset="0"/>
            </a:endParaRPr>
          </a:p>
        </p:txBody>
      </p:sp>
      <p:sp>
        <p:nvSpPr>
          <p:cNvPr id="105521" name="Rectangle 49">
            <a:extLst>
              <a:ext uri="{FF2B5EF4-FFF2-40B4-BE49-F238E27FC236}">
                <a16:creationId xmlns:a16="http://schemas.microsoft.com/office/drawing/2014/main" id="{0FB2767F-6BED-4561-AAFC-27A132E70232}"/>
              </a:ext>
            </a:extLst>
          </p:cNvPr>
          <p:cNvSpPr>
            <a:spLocks noChangeArrowheads="1"/>
          </p:cNvSpPr>
          <p:nvPr/>
        </p:nvSpPr>
        <p:spPr bwMode="auto">
          <a:xfrm>
            <a:off x="4343400" y="4648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70</a:t>
            </a:r>
            <a:endParaRPr kumimoji="0" lang="en-US" altLang="zh-CN">
              <a:solidFill>
                <a:schemeClr val="bg2"/>
              </a:solidFill>
              <a:latin typeface="Times New Roman" panose="02020603050405020304" pitchFamily="18" charset="0"/>
            </a:endParaRPr>
          </a:p>
        </p:txBody>
      </p:sp>
      <p:sp>
        <p:nvSpPr>
          <p:cNvPr id="105522" name="Rectangle 50">
            <a:extLst>
              <a:ext uri="{FF2B5EF4-FFF2-40B4-BE49-F238E27FC236}">
                <a16:creationId xmlns:a16="http://schemas.microsoft.com/office/drawing/2014/main" id="{75A9B394-71EB-42E4-90DD-A8DF67DB60FB}"/>
              </a:ext>
            </a:extLst>
          </p:cNvPr>
          <p:cNvSpPr>
            <a:spLocks noChangeArrowheads="1"/>
          </p:cNvSpPr>
          <p:nvPr/>
        </p:nvSpPr>
        <p:spPr bwMode="auto">
          <a:xfrm>
            <a:off x="3810000" y="4648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40</a:t>
            </a:r>
            <a:endParaRPr kumimoji="0" lang="en-US" altLang="zh-CN">
              <a:solidFill>
                <a:schemeClr val="bg2"/>
              </a:solidFill>
              <a:latin typeface="Times New Roman" panose="02020603050405020304" pitchFamily="18" charset="0"/>
            </a:endParaRPr>
          </a:p>
        </p:txBody>
      </p:sp>
      <p:sp>
        <p:nvSpPr>
          <p:cNvPr id="105523" name="Rectangle 51">
            <a:extLst>
              <a:ext uri="{FF2B5EF4-FFF2-40B4-BE49-F238E27FC236}">
                <a16:creationId xmlns:a16="http://schemas.microsoft.com/office/drawing/2014/main" id="{8D6EAED1-36BD-4215-BF45-CFFF4101E7A0}"/>
              </a:ext>
            </a:extLst>
          </p:cNvPr>
          <p:cNvSpPr>
            <a:spLocks noChangeArrowheads="1"/>
          </p:cNvSpPr>
          <p:nvPr/>
        </p:nvSpPr>
        <p:spPr bwMode="auto">
          <a:xfrm>
            <a:off x="5791200" y="1143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50</a:t>
            </a:r>
            <a:endParaRPr kumimoji="0" lang="en-US" altLang="zh-CN">
              <a:solidFill>
                <a:schemeClr val="bg2"/>
              </a:solidFill>
              <a:latin typeface="Times New Roman" panose="02020603050405020304" pitchFamily="18" charset="0"/>
            </a:endParaRPr>
          </a:p>
        </p:txBody>
      </p:sp>
      <p:sp>
        <p:nvSpPr>
          <p:cNvPr id="105524" name="Rectangle 52">
            <a:extLst>
              <a:ext uri="{FF2B5EF4-FFF2-40B4-BE49-F238E27FC236}">
                <a16:creationId xmlns:a16="http://schemas.microsoft.com/office/drawing/2014/main" id="{9AA8E1DC-65CA-472D-8BAB-A5F34B5A5481}"/>
              </a:ext>
            </a:extLst>
          </p:cNvPr>
          <p:cNvSpPr>
            <a:spLocks noChangeArrowheads="1"/>
          </p:cNvSpPr>
          <p:nvPr/>
        </p:nvSpPr>
        <p:spPr bwMode="auto">
          <a:xfrm>
            <a:off x="6172200" y="1143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80</a:t>
            </a:r>
            <a:endParaRPr kumimoji="0" lang="en-US" altLang="zh-CN">
              <a:solidFill>
                <a:schemeClr val="bg2"/>
              </a:solidFill>
              <a:latin typeface="Times New Roman" panose="02020603050405020304" pitchFamily="18" charset="0"/>
            </a:endParaRPr>
          </a:p>
        </p:txBody>
      </p:sp>
      <p:sp>
        <p:nvSpPr>
          <p:cNvPr id="105525" name="Rectangle 53">
            <a:extLst>
              <a:ext uri="{FF2B5EF4-FFF2-40B4-BE49-F238E27FC236}">
                <a16:creationId xmlns:a16="http://schemas.microsoft.com/office/drawing/2014/main" id="{F4308D71-0244-453A-B31C-C88DAB28D7EB}"/>
              </a:ext>
            </a:extLst>
          </p:cNvPr>
          <p:cNvSpPr>
            <a:spLocks noChangeArrowheads="1"/>
          </p:cNvSpPr>
          <p:nvPr/>
        </p:nvSpPr>
        <p:spPr bwMode="auto">
          <a:xfrm>
            <a:off x="6096000" y="1524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120</a:t>
            </a:r>
            <a:endParaRPr kumimoji="0" lang="en-US" altLang="zh-CN">
              <a:solidFill>
                <a:schemeClr val="bg2"/>
              </a:solidFill>
              <a:latin typeface="Times New Roman" panose="02020603050405020304" pitchFamily="18" charset="0"/>
            </a:endParaRPr>
          </a:p>
        </p:txBody>
      </p:sp>
      <p:sp>
        <p:nvSpPr>
          <p:cNvPr id="105526" name="Rectangle 54">
            <a:extLst>
              <a:ext uri="{FF2B5EF4-FFF2-40B4-BE49-F238E27FC236}">
                <a16:creationId xmlns:a16="http://schemas.microsoft.com/office/drawing/2014/main" id="{87CB6C4E-027D-45AF-9621-598B2CE1D486}"/>
              </a:ext>
            </a:extLst>
          </p:cNvPr>
          <p:cNvSpPr>
            <a:spLocks noChangeArrowheads="1"/>
          </p:cNvSpPr>
          <p:nvPr/>
        </p:nvSpPr>
        <p:spPr bwMode="auto">
          <a:xfrm>
            <a:off x="5791200" y="1524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90</a:t>
            </a:r>
            <a:endParaRPr kumimoji="0" lang="en-US" altLang="zh-CN">
              <a:solidFill>
                <a:schemeClr val="bg2"/>
              </a:solidFill>
              <a:latin typeface="Times New Roman" panose="02020603050405020304" pitchFamily="18" charset="0"/>
            </a:endParaRPr>
          </a:p>
        </p:txBody>
      </p:sp>
      <p:sp>
        <p:nvSpPr>
          <p:cNvPr id="105527" name="Rectangle 55">
            <a:extLst>
              <a:ext uri="{FF2B5EF4-FFF2-40B4-BE49-F238E27FC236}">
                <a16:creationId xmlns:a16="http://schemas.microsoft.com/office/drawing/2014/main" id="{8F1F7300-D19D-497E-8324-9B7CD706EAB9}"/>
              </a:ext>
            </a:extLst>
          </p:cNvPr>
          <p:cNvSpPr>
            <a:spLocks noChangeArrowheads="1"/>
          </p:cNvSpPr>
          <p:nvPr/>
        </p:nvSpPr>
        <p:spPr bwMode="auto">
          <a:xfrm>
            <a:off x="5410200" y="4267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70</a:t>
            </a:r>
            <a:endParaRPr kumimoji="0" lang="en-US" altLang="zh-CN">
              <a:solidFill>
                <a:schemeClr val="bg2"/>
              </a:solidFill>
              <a:latin typeface="Times New Roman" panose="02020603050405020304" pitchFamily="18" charset="0"/>
            </a:endParaRPr>
          </a:p>
        </p:txBody>
      </p:sp>
      <p:sp>
        <p:nvSpPr>
          <p:cNvPr id="105528" name="Rectangle 56">
            <a:extLst>
              <a:ext uri="{FF2B5EF4-FFF2-40B4-BE49-F238E27FC236}">
                <a16:creationId xmlns:a16="http://schemas.microsoft.com/office/drawing/2014/main" id="{9B7B1F26-7983-46F1-93D5-1485AAFC046A}"/>
              </a:ext>
            </a:extLst>
          </p:cNvPr>
          <p:cNvSpPr>
            <a:spLocks noChangeArrowheads="1"/>
          </p:cNvSpPr>
          <p:nvPr/>
        </p:nvSpPr>
        <p:spPr bwMode="auto">
          <a:xfrm>
            <a:off x="5791200" y="42672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120</a:t>
            </a:r>
            <a:endParaRPr kumimoji="0" lang="en-US" altLang="zh-CN">
              <a:solidFill>
                <a:schemeClr val="bg2"/>
              </a:solidFill>
              <a:latin typeface="Times New Roman" panose="02020603050405020304" pitchFamily="18" charset="0"/>
            </a:endParaRPr>
          </a:p>
        </p:txBody>
      </p:sp>
      <p:sp>
        <p:nvSpPr>
          <p:cNvPr id="105529" name="Rectangle 57">
            <a:extLst>
              <a:ext uri="{FF2B5EF4-FFF2-40B4-BE49-F238E27FC236}">
                <a16:creationId xmlns:a16="http://schemas.microsoft.com/office/drawing/2014/main" id="{2C090E5B-A418-4823-B683-55F7C0A342FD}"/>
              </a:ext>
            </a:extLst>
          </p:cNvPr>
          <p:cNvSpPr>
            <a:spLocks noChangeArrowheads="1"/>
          </p:cNvSpPr>
          <p:nvPr/>
        </p:nvSpPr>
        <p:spPr bwMode="auto">
          <a:xfrm>
            <a:off x="5791200" y="46482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120</a:t>
            </a:r>
            <a:endParaRPr kumimoji="0" lang="en-US" altLang="zh-CN">
              <a:solidFill>
                <a:schemeClr val="bg2"/>
              </a:solidFill>
              <a:latin typeface="Times New Roman" panose="02020603050405020304" pitchFamily="18" charset="0"/>
            </a:endParaRPr>
          </a:p>
        </p:txBody>
      </p:sp>
      <p:sp>
        <p:nvSpPr>
          <p:cNvPr id="105530" name="Rectangle 58">
            <a:extLst>
              <a:ext uri="{FF2B5EF4-FFF2-40B4-BE49-F238E27FC236}">
                <a16:creationId xmlns:a16="http://schemas.microsoft.com/office/drawing/2014/main" id="{C0E47FFE-AB40-4481-9109-4AFE81151DE7}"/>
              </a:ext>
            </a:extLst>
          </p:cNvPr>
          <p:cNvSpPr>
            <a:spLocks noChangeArrowheads="1"/>
          </p:cNvSpPr>
          <p:nvPr/>
        </p:nvSpPr>
        <p:spPr bwMode="auto">
          <a:xfrm>
            <a:off x="5410200" y="4648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70</a:t>
            </a:r>
            <a:endParaRPr kumimoji="0" lang="en-US" altLang="zh-CN">
              <a:solidFill>
                <a:schemeClr val="bg2"/>
              </a:solidFill>
              <a:latin typeface="Times New Roman" panose="02020603050405020304" pitchFamily="18" charset="0"/>
            </a:endParaRPr>
          </a:p>
        </p:txBody>
      </p:sp>
      <p:sp>
        <p:nvSpPr>
          <p:cNvPr id="105531" name="Rectangle 59">
            <a:extLst>
              <a:ext uri="{FF2B5EF4-FFF2-40B4-BE49-F238E27FC236}">
                <a16:creationId xmlns:a16="http://schemas.microsoft.com/office/drawing/2014/main" id="{68CF7A97-2C36-419C-8F19-C7E29B395E23}"/>
              </a:ext>
            </a:extLst>
          </p:cNvPr>
          <p:cNvSpPr>
            <a:spLocks noChangeArrowheads="1"/>
          </p:cNvSpPr>
          <p:nvPr/>
        </p:nvSpPr>
        <p:spPr bwMode="auto">
          <a:xfrm>
            <a:off x="6781800" y="2667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120</a:t>
            </a:r>
            <a:endParaRPr kumimoji="0" lang="en-US" altLang="zh-CN">
              <a:solidFill>
                <a:schemeClr val="bg2"/>
              </a:solidFill>
              <a:latin typeface="Times New Roman" panose="02020603050405020304" pitchFamily="18" charset="0"/>
            </a:endParaRPr>
          </a:p>
        </p:txBody>
      </p:sp>
      <p:sp>
        <p:nvSpPr>
          <p:cNvPr id="105532" name="Rectangle 60">
            <a:extLst>
              <a:ext uri="{FF2B5EF4-FFF2-40B4-BE49-F238E27FC236}">
                <a16:creationId xmlns:a16="http://schemas.microsoft.com/office/drawing/2014/main" id="{677E70C6-C30D-45C3-B674-81EC3630C670}"/>
              </a:ext>
            </a:extLst>
          </p:cNvPr>
          <p:cNvSpPr>
            <a:spLocks noChangeArrowheads="1"/>
          </p:cNvSpPr>
          <p:nvPr/>
        </p:nvSpPr>
        <p:spPr bwMode="auto">
          <a:xfrm>
            <a:off x="7239000" y="2667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130</a:t>
            </a:r>
            <a:endParaRPr kumimoji="0" lang="en-US" altLang="zh-CN">
              <a:solidFill>
                <a:schemeClr val="bg2"/>
              </a:solidFill>
              <a:latin typeface="Times New Roman" panose="02020603050405020304" pitchFamily="18" charset="0"/>
            </a:endParaRPr>
          </a:p>
        </p:txBody>
      </p:sp>
      <p:sp>
        <p:nvSpPr>
          <p:cNvPr id="105533" name="Rectangle 61">
            <a:extLst>
              <a:ext uri="{FF2B5EF4-FFF2-40B4-BE49-F238E27FC236}">
                <a16:creationId xmlns:a16="http://schemas.microsoft.com/office/drawing/2014/main" id="{011BA36C-E20C-4D24-8A79-15A134429558}"/>
              </a:ext>
            </a:extLst>
          </p:cNvPr>
          <p:cNvSpPr>
            <a:spLocks noChangeArrowheads="1"/>
          </p:cNvSpPr>
          <p:nvPr/>
        </p:nvSpPr>
        <p:spPr bwMode="auto">
          <a:xfrm>
            <a:off x="7239000" y="3048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130</a:t>
            </a:r>
            <a:endParaRPr kumimoji="0" lang="en-US" altLang="zh-CN">
              <a:solidFill>
                <a:schemeClr val="bg2"/>
              </a:solidFill>
              <a:latin typeface="Times New Roman" panose="02020603050405020304" pitchFamily="18" charset="0"/>
            </a:endParaRPr>
          </a:p>
        </p:txBody>
      </p:sp>
      <p:sp>
        <p:nvSpPr>
          <p:cNvPr id="105534" name="Rectangle 62">
            <a:extLst>
              <a:ext uri="{FF2B5EF4-FFF2-40B4-BE49-F238E27FC236}">
                <a16:creationId xmlns:a16="http://schemas.microsoft.com/office/drawing/2014/main" id="{562CADBC-D259-41A9-9D60-1F9D18F302B2}"/>
              </a:ext>
            </a:extLst>
          </p:cNvPr>
          <p:cNvSpPr>
            <a:spLocks noChangeArrowheads="1"/>
          </p:cNvSpPr>
          <p:nvPr/>
        </p:nvSpPr>
        <p:spPr bwMode="auto">
          <a:xfrm>
            <a:off x="6781800" y="3048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120</a:t>
            </a:r>
            <a:endParaRPr kumimoji="0" lang="en-US" altLang="zh-CN">
              <a:solidFill>
                <a:schemeClr val="bg2"/>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5495"/>
                                        </p:tgtEl>
                                        <p:attrNameLst>
                                          <p:attrName>style.visibility</p:attrName>
                                        </p:attrNameLst>
                                      </p:cBhvr>
                                      <p:to>
                                        <p:strVal val="visible"/>
                                      </p:to>
                                    </p:set>
                                    <p:anim calcmode="lin" valueType="num">
                                      <p:cBhvr additive="base">
                                        <p:cTn id="7" dur="500" fill="hold"/>
                                        <p:tgtEl>
                                          <p:spTgt spid="105495"/>
                                        </p:tgtEl>
                                        <p:attrNameLst>
                                          <p:attrName>ppt_x</p:attrName>
                                        </p:attrNameLst>
                                      </p:cBhvr>
                                      <p:tavLst>
                                        <p:tav tm="0">
                                          <p:val>
                                            <p:strVal val="0-#ppt_w/2"/>
                                          </p:val>
                                        </p:tav>
                                        <p:tav tm="100000">
                                          <p:val>
                                            <p:strVal val="#ppt_x"/>
                                          </p:val>
                                        </p:tav>
                                      </p:tavLst>
                                    </p:anim>
                                    <p:anim calcmode="lin" valueType="num">
                                      <p:cBhvr additive="base">
                                        <p:cTn id="8" dur="500" fill="hold"/>
                                        <p:tgtEl>
                                          <p:spTgt spid="10549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5496"/>
                                        </p:tgtEl>
                                        <p:attrNameLst>
                                          <p:attrName>style.visibility</p:attrName>
                                        </p:attrNameLst>
                                      </p:cBhvr>
                                      <p:to>
                                        <p:strVal val="visible"/>
                                      </p:to>
                                    </p:set>
                                    <p:anim calcmode="lin" valueType="num">
                                      <p:cBhvr additive="base">
                                        <p:cTn id="13" dur="500" fill="hold"/>
                                        <p:tgtEl>
                                          <p:spTgt spid="105496"/>
                                        </p:tgtEl>
                                        <p:attrNameLst>
                                          <p:attrName>ppt_x</p:attrName>
                                        </p:attrNameLst>
                                      </p:cBhvr>
                                      <p:tavLst>
                                        <p:tav tm="0">
                                          <p:val>
                                            <p:strVal val="0-#ppt_w/2"/>
                                          </p:val>
                                        </p:tav>
                                        <p:tav tm="100000">
                                          <p:val>
                                            <p:strVal val="#ppt_x"/>
                                          </p:val>
                                        </p:tav>
                                      </p:tavLst>
                                    </p:anim>
                                    <p:anim calcmode="lin" valueType="num">
                                      <p:cBhvr additive="base">
                                        <p:cTn id="14" dur="500" fill="hold"/>
                                        <p:tgtEl>
                                          <p:spTgt spid="10549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5497"/>
                                        </p:tgtEl>
                                        <p:attrNameLst>
                                          <p:attrName>style.visibility</p:attrName>
                                        </p:attrNameLst>
                                      </p:cBhvr>
                                      <p:to>
                                        <p:strVal val="visible"/>
                                      </p:to>
                                    </p:set>
                                    <p:anim calcmode="lin" valueType="num">
                                      <p:cBhvr additive="base">
                                        <p:cTn id="19" dur="500" fill="hold"/>
                                        <p:tgtEl>
                                          <p:spTgt spid="105497"/>
                                        </p:tgtEl>
                                        <p:attrNameLst>
                                          <p:attrName>ppt_x</p:attrName>
                                        </p:attrNameLst>
                                      </p:cBhvr>
                                      <p:tavLst>
                                        <p:tav tm="0">
                                          <p:val>
                                            <p:strVal val="0-#ppt_w/2"/>
                                          </p:val>
                                        </p:tav>
                                        <p:tav tm="100000">
                                          <p:val>
                                            <p:strVal val="#ppt_x"/>
                                          </p:val>
                                        </p:tav>
                                      </p:tavLst>
                                    </p:anim>
                                    <p:anim calcmode="lin" valueType="num">
                                      <p:cBhvr additive="base">
                                        <p:cTn id="20" dur="500" fill="hold"/>
                                        <p:tgtEl>
                                          <p:spTgt spid="105497"/>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5498"/>
                                        </p:tgtEl>
                                        <p:attrNameLst>
                                          <p:attrName>style.visibility</p:attrName>
                                        </p:attrNameLst>
                                      </p:cBhvr>
                                      <p:to>
                                        <p:strVal val="visible"/>
                                      </p:to>
                                    </p:set>
                                    <p:anim calcmode="lin" valueType="num">
                                      <p:cBhvr additive="base">
                                        <p:cTn id="25" dur="500" fill="hold"/>
                                        <p:tgtEl>
                                          <p:spTgt spid="105498"/>
                                        </p:tgtEl>
                                        <p:attrNameLst>
                                          <p:attrName>ppt_x</p:attrName>
                                        </p:attrNameLst>
                                      </p:cBhvr>
                                      <p:tavLst>
                                        <p:tav tm="0">
                                          <p:val>
                                            <p:strVal val="0-#ppt_w/2"/>
                                          </p:val>
                                        </p:tav>
                                        <p:tav tm="100000">
                                          <p:val>
                                            <p:strVal val="#ppt_x"/>
                                          </p:val>
                                        </p:tav>
                                      </p:tavLst>
                                    </p:anim>
                                    <p:anim calcmode="lin" valueType="num">
                                      <p:cBhvr additive="base">
                                        <p:cTn id="26" dur="500" fill="hold"/>
                                        <p:tgtEl>
                                          <p:spTgt spid="105498"/>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5499"/>
                                        </p:tgtEl>
                                        <p:attrNameLst>
                                          <p:attrName>style.visibility</p:attrName>
                                        </p:attrNameLst>
                                      </p:cBhvr>
                                      <p:to>
                                        <p:strVal val="visible"/>
                                      </p:to>
                                    </p:set>
                                    <p:anim calcmode="lin" valueType="num">
                                      <p:cBhvr additive="base">
                                        <p:cTn id="31" dur="500" fill="hold"/>
                                        <p:tgtEl>
                                          <p:spTgt spid="105499"/>
                                        </p:tgtEl>
                                        <p:attrNameLst>
                                          <p:attrName>ppt_x</p:attrName>
                                        </p:attrNameLst>
                                      </p:cBhvr>
                                      <p:tavLst>
                                        <p:tav tm="0">
                                          <p:val>
                                            <p:strVal val="0-#ppt_w/2"/>
                                          </p:val>
                                        </p:tav>
                                        <p:tav tm="100000">
                                          <p:val>
                                            <p:strVal val="#ppt_x"/>
                                          </p:val>
                                        </p:tav>
                                      </p:tavLst>
                                    </p:anim>
                                    <p:anim calcmode="lin" valueType="num">
                                      <p:cBhvr additive="base">
                                        <p:cTn id="32" dur="500" fill="hold"/>
                                        <p:tgtEl>
                                          <p:spTgt spid="105499"/>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5500"/>
                                        </p:tgtEl>
                                        <p:attrNameLst>
                                          <p:attrName>style.visibility</p:attrName>
                                        </p:attrNameLst>
                                      </p:cBhvr>
                                      <p:to>
                                        <p:strVal val="visible"/>
                                      </p:to>
                                    </p:set>
                                    <p:anim calcmode="lin" valueType="num">
                                      <p:cBhvr additive="base">
                                        <p:cTn id="37" dur="500" fill="hold"/>
                                        <p:tgtEl>
                                          <p:spTgt spid="105500"/>
                                        </p:tgtEl>
                                        <p:attrNameLst>
                                          <p:attrName>ppt_x</p:attrName>
                                        </p:attrNameLst>
                                      </p:cBhvr>
                                      <p:tavLst>
                                        <p:tav tm="0">
                                          <p:val>
                                            <p:strVal val="0-#ppt_w/2"/>
                                          </p:val>
                                        </p:tav>
                                        <p:tav tm="100000">
                                          <p:val>
                                            <p:strVal val="#ppt_x"/>
                                          </p:val>
                                        </p:tav>
                                      </p:tavLst>
                                    </p:anim>
                                    <p:anim calcmode="lin" valueType="num">
                                      <p:cBhvr additive="base">
                                        <p:cTn id="38" dur="500" fill="hold"/>
                                        <p:tgtEl>
                                          <p:spTgt spid="105500"/>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5501"/>
                                        </p:tgtEl>
                                        <p:attrNameLst>
                                          <p:attrName>style.visibility</p:attrName>
                                        </p:attrNameLst>
                                      </p:cBhvr>
                                      <p:to>
                                        <p:strVal val="visible"/>
                                      </p:to>
                                    </p:set>
                                    <p:anim calcmode="lin" valueType="num">
                                      <p:cBhvr additive="base">
                                        <p:cTn id="43" dur="500" fill="hold"/>
                                        <p:tgtEl>
                                          <p:spTgt spid="105501"/>
                                        </p:tgtEl>
                                        <p:attrNameLst>
                                          <p:attrName>ppt_x</p:attrName>
                                        </p:attrNameLst>
                                      </p:cBhvr>
                                      <p:tavLst>
                                        <p:tav tm="0">
                                          <p:val>
                                            <p:strVal val="0-#ppt_w/2"/>
                                          </p:val>
                                        </p:tav>
                                        <p:tav tm="100000">
                                          <p:val>
                                            <p:strVal val="#ppt_x"/>
                                          </p:val>
                                        </p:tav>
                                      </p:tavLst>
                                    </p:anim>
                                    <p:anim calcmode="lin" valueType="num">
                                      <p:cBhvr additive="base">
                                        <p:cTn id="44" dur="500" fill="hold"/>
                                        <p:tgtEl>
                                          <p:spTgt spid="105501"/>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5502"/>
                                        </p:tgtEl>
                                        <p:attrNameLst>
                                          <p:attrName>style.visibility</p:attrName>
                                        </p:attrNameLst>
                                      </p:cBhvr>
                                      <p:to>
                                        <p:strVal val="visible"/>
                                      </p:to>
                                    </p:set>
                                    <p:anim calcmode="lin" valueType="num">
                                      <p:cBhvr additive="base">
                                        <p:cTn id="49" dur="500" fill="hold"/>
                                        <p:tgtEl>
                                          <p:spTgt spid="105502"/>
                                        </p:tgtEl>
                                        <p:attrNameLst>
                                          <p:attrName>ppt_x</p:attrName>
                                        </p:attrNameLst>
                                      </p:cBhvr>
                                      <p:tavLst>
                                        <p:tav tm="0">
                                          <p:val>
                                            <p:strVal val="0-#ppt_w/2"/>
                                          </p:val>
                                        </p:tav>
                                        <p:tav tm="100000">
                                          <p:val>
                                            <p:strVal val="#ppt_x"/>
                                          </p:val>
                                        </p:tav>
                                      </p:tavLst>
                                    </p:anim>
                                    <p:anim calcmode="lin" valueType="num">
                                      <p:cBhvr additive="base">
                                        <p:cTn id="50" dur="500" fill="hold"/>
                                        <p:tgtEl>
                                          <p:spTgt spid="105502"/>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05503"/>
                                        </p:tgtEl>
                                        <p:attrNameLst>
                                          <p:attrName>style.visibility</p:attrName>
                                        </p:attrNameLst>
                                      </p:cBhvr>
                                      <p:to>
                                        <p:strVal val="visible"/>
                                      </p:to>
                                    </p:set>
                                    <p:anim calcmode="lin" valueType="num">
                                      <p:cBhvr additive="base">
                                        <p:cTn id="55" dur="500" fill="hold"/>
                                        <p:tgtEl>
                                          <p:spTgt spid="105503"/>
                                        </p:tgtEl>
                                        <p:attrNameLst>
                                          <p:attrName>ppt_x</p:attrName>
                                        </p:attrNameLst>
                                      </p:cBhvr>
                                      <p:tavLst>
                                        <p:tav tm="0">
                                          <p:val>
                                            <p:strVal val="0-#ppt_w/2"/>
                                          </p:val>
                                        </p:tav>
                                        <p:tav tm="100000">
                                          <p:val>
                                            <p:strVal val="#ppt_x"/>
                                          </p:val>
                                        </p:tav>
                                      </p:tavLst>
                                    </p:anim>
                                    <p:anim calcmode="lin" valueType="num">
                                      <p:cBhvr additive="base">
                                        <p:cTn id="56" dur="500" fill="hold"/>
                                        <p:tgtEl>
                                          <p:spTgt spid="105503"/>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05504"/>
                                        </p:tgtEl>
                                        <p:attrNameLst>
                                          <p:attrName>style.visibility</p:attrName>
                                        </p:attrNameLst>
                                      </p:cBhvr>
                                      <p:to>
                                        <p:strVal val="visible"/>
                                      </p:to>
                                    </p:set>
                                    <p:anim calcmode="lin" valueType="num">
                                      <p:cBhvr additive="base">
                                        <p:cTn id="61" dur="500" fill="hold"/>
                                        <p:tgtEl>
                                          <p:spTgt spid="105504"/>
                                        </p:tgtEl>
                                        <p:attrNameLst>
                                          <p:attrName>ppt_x</p:attrName>
                                        </p:attrNameLst>
                                      </p:cBhvr>
                                      <p:tavLst>
                                        <p:tav tm="0">
                                          <p:val>
                                            <p:strVal val="0-#ppt_w/2"/>
                                          </p:val>
                                        </p:tav>
                                        <p:tav tm="100000">
                                          <p:val>
                                            <p:strVal val="#ppt_x"/>
                                          </p:val>
                                        </p:tav>
                                      </p:tavLst>
                                    </p:anim>
                                    <p:anim calcmode="lin" valueType="num">
                                      <p:cBhvr additive="base">
                                        <p:cTn id="62" dur="500" fill="hold"/>
                                        <p:tgtEl>
                                          <p:spTgt spid="105504"/>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05505"/>
                                        </p:tgtEl>
                                        <p:attrNameLst>
                                          <p:attrName>style.visibility</p:attrName>
                                        </p:attrNameLst>
                                      </p:cBhvr>
                                      <p:to>
                                        <p:strVal val="visible"/>
                                      </p:to>
                                    </p:set>
                                    <p:anim calcmode="lin" valueType="num">
                                      <p:cBhvr additive="base">
                                        <p:cTn id="67" dur="500" fill="hold"/>
                                        <p:tgtEl>
                                          <p:spTgt spid="105505"/>
                                        </p:tgtEl>
                                        <p:attrNameLst>
                                          <p:attrName>ppt_x</p:attrName>
                                        </p:attrNameLst>
                                      </p:cBhvr>
                                      <p:tavLst>
                                        <p:tav tm="0">
                                          <p:val>
                                            <p:strVal val="0-#ppt_w/2"/>
                                          </p:val>
                                        </p:tav>
                                        <p:tav tm="100000">
                                          <p:val>
                                            <p:strVal val="#ppt_x"/>
                                          </p:val>
                                        </p:tav>
                                      </p:tavLst>
                                    </p:anim>
                                    <p:anim calcmode="lin" valueType="num">
                                      <p:cBhvr additive="base">
                                        <p:cTn id="68" dur="500" fill="hold"/>
                                        <p:tgtEl>
                                          <p:spTgt spid="105505"/>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05506"/>
                                        </p:tgtEl>
                                        <p:attrNameLst>
                                          <p:attrName>style.visibility</p:attrName>
                                        </p:attrNameLst>
                                      </p:cBhvr>
                                      <p:to>
                                        <p:strVal val="visible"/>
                                      </p:to>
                                    </p:set>
                                    <p:anim calcmode="lin" valueType="num">
                                      <p:cBhvr additive="base">
                                        <p:cTn id="73" dur="500" fill="hold"/>
                                        <p:tgtEl>
                                          <p:spTgt spid="105506"/>
                                        </p:tgtEl>
                                        <p:attrNameLst>
                                          <p:attrName>ppt_x</p:attrName>
                                        </p:attrNameLst>
                                      </p:cBhvr>
                                      <p:tavLst>
                                        <p:tav tm="0">
                                          <p:val>
                                            <p:strVal val="0-#ppt_w/2"/>
                                          </p:val>
                                        </p:tav>
                                        <p:tav tm="100000">
                                          <p:val>
                                            <p:strVal val="#ppt_x"/>
                                          </p:val>
                                        </p:tav>
                                      </p:tavLst>
                                    </p:anim>
                                    <p:anim calcmode="lin" valueType="num">
                                      <p:cBhvr additive="base">
                                        <p:cTn id="74" dur="500" fill="hold"/>
                                        <p:tgtEl>
                                          <p:spTgt spid="105506"/>
                                        </p:tgtEl>
                                        <p:attrNameLst>
                                          <p:attrName>ppt_y</p:attrName>
                                        </p:attrNameLst>
                                      </p:cBhvr>
                                      <p:tavLst>
                                        <p:tav tm="0">
                                          <p:val>
                                            <p:strVal val="#ppt_y"/>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105507"/>
                                        </p:tgtEl>
                                        <p:attrNameLst>
                                          <p:attrName>style.visibility</p:attrName>
                                        </p:attrNameLst>
                                      </p:cBhvr>
                                      <p:to>
                                        <p:strVal val="visible"/>
                                      </p:to>
                                    </p:set>
                                    <p:anim calcmode="lin" valueType="num">
                                      <p:cBhvr additive="base">
                                        <p:cTn id="79" dur="500" fill="hold"/>
                                        <p:tgtEl>
                                          <p:spTgt spid="105507"/>
                                        </p:tgtEl>
                                        <p:attrNameLst>
                                          <p:attrName>ppt_x</p:attrName>
                                        </p:attrNameLst>
                                      </p:cBhvr>
                                      <p:tavLst>
                                        <p:tav tm="0">
                                          <p:val>
                                            <p:strVal val="0-#ppt_w/2"/>
                                          </p:val>
                                        </p:tav>
                                        <p:tav tm="100000">
                                          <p:val>
                                            <p:strVal val="#ppt_x"/>
                                          </p:val>
                                        </p:tav>
                                      </p:tavLst>
                                    </p:anim>
                                    <p:anim calcmode="lin" valueType="num">
                                      <p:cBhvr additive="base">
                                        <p:cTn id="80" dur="500" fill="hold"/>
                                        <p:tgtEl>
                                          <p:spTgt spid="105507"/>
                                        </p:tgtEl>
                                        <p:attrNameLst>
                                          <p:attrName>ppt_y</p:attrName>
                                        </p:attrNameLst>
                                      </p:cBhvr>
                                      <p:tavLst>
                                        <p:tav tm="0">
                                          <p:val>
                                            <p:strVal val="#ppt_y"/>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105508"/>
                                        </p:tgtEl>
                                        <p:attrNameLst>
                                          <p:attrName>style.visibility</p:attrName>
                                        </p:attrNameLst>
                                      </p:cBhvr>
                                      <p:to>
                                        <p:strVal val="visible"/>
                                      </p:to>
                                    </p:set>
                                    <p:anim calcmode="lin" valueType="num">
                                      <p:cBhvr additive="base">
                                        <p:cTn id="85" dur="500" fill="hold"/>
                                        <p:tgtEl>
                                          <p:spTgt spid="105508"/>
                                        </p:tgtEl>
                                        <p:attrNameLst>
                                          <p:attrName>ppt_x</p:attrName>
                                        </p:attrNameLst>
                                      </p:cBhvr>
                                      <p:tavLst>
                                        <p:tav tm="0">
                                          <p:val>
                                            <p:strVal val="0-#ppt_w/2"/>
                                          </p:val>
                                        </p:tav>
                                        <p:tav tm="100000">
                                          <p:val>
                                            <p:strVal val="#ppt_x"/>
                                          </p:val>
                                        </p:tav>
                                      </p:tavLst>
                                    </p:anim>
                                    <p:anim calcmode="lin" valueType="num">
                                      <p:cBhvr additive="base">
                                        <p:cTn id="86" dur="500" fill="hold"/>
                                        <p:tgtEl>
                                          <p:spTgt spid="105508"/>
                                        </p:tgtEl>
                                        <p:attrNameLst>
                                          <p:attrName>ppt_y</p:attrName>
                                        </p:attrNameLst>
                                      </p:cBhvr>
                                      <p:tavLst>
                                        <p:tav tm="0">
                                          <p:val>
                                            <p:strVal val="#ppt_y"/>
                                          </p:val>
                                        </p:tav>
                                        <p:tav tm="100000">
                                          <p:val>
                                            <p:strVal val="#ppt_y"/>
                                          </p:val>
                                        </p:tav>
                                      </p:tavLst>
                                    </p:anim>
                                  </p:childTnLst>
                                </p:cTn>
                              </p:par>
                            </p:childTnLst>
                          </p:cTn>
                        </p:par>
                      </p:childTnLst>
                    </p:cTn>
                  </p:par>
                  <p:par>
                    <p:cTn id="87" fill="hold" nodeType="clickPar">
                      <p:stCondLst>
                        <p:cond delay="indefinite"/>
                      </p:stCondLst>
                      <p:childTnLst>
                        <p:par>
                          <p:cTn id="88" fill="hold" nodeType="withGroup">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105509"/>
                                        </p:tgtEl>
                                        <p:attrNameLst>
                                          <p:attrName>style.visibility</p:attrName>
                                        </p:attrNameLst>
                                      </p:cBhvr>
                                      <p:to>
                                        <p:strVal val="visible"/>
                                      </p:to>
                                    </p:set>
                                    <p:anim calcmode="lin" valueType="num">
                                      <p:cBhvr additive="base">
                                        <p:cTn id="91" dur="500" fill="hold"/>
                                        <p:tgtEl>
                                          <p:spTgt spid="105509"/>
                                        </p:tgtEl>
                                        <p:attrNameLst>
                                          <p:attrName>ppt_x</p:attrName>
                                        </p:attrNameLst>
                                      </p:cBhvr>
                                      <p:tavLst>
                                        <p:tav tm="0">
                                          <p:val>
                                            <p:strVal val="0-#ppt_w/2"/>
                                          </p:val>
                                        </p:tav>
                                        <p:tav tm="100000">
                                          <p:val>
                                            <p:strVal val="#ppt_x"/>
                                          </p:val>
                                        </p:tav>
                                      </p:tavLst>
                                    </p:anim>
                                    <p:anim calcmode="lin" valueType="num">
                                      <p:cBhvr additive="base">
                                        <p:cTn id="92" dur="500" fill="hold"/>
                                        <p:tgtEl>
                                          <p:spTgt spid="105509"/>
                                        </p:tgtEl>
                                        <p:attrNameLst>
                                          <p:attrName>ppt_y</p:attrName>
                                        </p:attrNameLst>
                                      </p:cBhvr>
                                      <p:tavLst>
                                        <p:tav tm="0">
                                          <p:val>
                                            <p:strVal val="#ppt_y"/>
                                          </p:val>
                                        </p:tav>
                                        <p:tav tm="100000">
                                          <p:val>
                                            <p:strVal val="#ppt_y"/>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105510"/>
                                        </p:tgtEl>
                                        <p:attrNameLst>
                                          <p:attrName>style.visibility</p:attrName>
                                        </p:attrNameLst>
                                      </p:cBhvr>
                                      <p:to>
                                        <p:strVal val="visible"/>
                                      </p:to>
                                    </p:set>
                                    <p:anim calcmode="lin" valueType="num">
                                      <p:cBhvr additive="base">
                                        <p:cTn id="97" dur="500" fill="hold"/>
                                        <p:tgtEl>
                                          <p:spTgt spid="105510"/>
                                        </p:tgtEl>
                                        <p:attrNameLst>
                                          <p:attrName>ppt_x</p:attrName>
                                        </p:attrNameLst>
                                      </p:cBhvr>
                                      <p:tavLst>
                                        <p:tav tm="0">
                                          <p:val>
                                            <p:strVal val="0-#ppt_w/2"/>
                                          </p:val>
                                        </p:tav>
                                        <p:tav tm="100000">
                                          <p:val>
                                            <p:strVal val="#ppt_x"/>
                                          </p:val>
                                        </p:tav>
                                      </p:tavLst>
                                    </p:anim>
                                    <p:anim calcmode="lin" valueType="num">
                                      <p:cBhvr additive="base">
                                        <p:cTn id="98" dur="500" fill="hold"/>
                                        <p:tgtEl>
                                          <p:spTgt spid="105510"/>
                                        </p:tgtEl>
                                        <p:attrNameLst>
                                          <p:attrName>ppt_y</p:attrName>
                                        </p:attrNameLst>
                                      </p:cBhvr>
                                      <p:tavLst>
                                        <p:tav tm="0">
                                          <p:val>
                                            <p:strVal val="#ppt_y"/>
                                          </p:val>
                                        </p:tav>
                                        <p:tav tm="100000">
                                          <p:val>
                                            <p:strVal val="#ppt_y"/>
                                          </p:val>
                                        </p:tav>
                                      </p:tavLst>
                                    </p:anim>
                                  </p:childTnLst>
                                </p:cTn>
                              </p:par>
                            </p:childTnLst>
                          </p:cTn>
                        </p:par>
                      </p:childTnLst>
                    </p:cTn>
                  </p:par>
                  <p:par>
                    <p:cTn id="99" fill="hold" nodeType="clickPar">
                      <p:stCondLst>
                        <p:cond delay="indefinite"/>
                      </p:stCondLst>
                      <p:childTnLst>
                        <p:par>
                          <p:cTn id="100" fill="hold" nodeType="withGroup">
                            <p:stCondLst>
                              <p:cond delay="0"/>
                            </p:stCondLst>
                            <p:childTnLst>
                              <p:par>
                                <p:cTn id="101" presetID="2" presetClass="entr" presetSubtype="8" fill="hold" grpId="0" nodeType="clickEffect">
                                  <p:stCondLst>
                                    <p:cond delay="0"/>
                                  </p:stCondLst>
                                  <p:childTnLst>
                                    <p:set>
                                      <p:cBhvr>
                                        <p:cTn id="102" dur="1" fill="hold">
                                          <p:stCondLst>
                                            <p:cond delay="0"/>
                                          </p:stCondLst>
                                        </p:cTn>
                                        <p:tgtEl>
                                          <p:spTgt spid="105511"/>
                                        </p:tgtEl>
                                        <p:attrNameLst>
                                          <p:attrName>style.visibility</p:attrName>
                                        </p:attrNameLst>
                                      </p:cBhvr>
                                      <p:to>
                                        <p:strVal val="visible"/>
                                      </p:to>
                                    </p:set>
                                    <p:anim calcmode="lin" valueType="num">
                                      <p:cBhvr additive="base">
                                        <p:cTn id="103" dur="500" fill="hold"/>
                                        <p:tgtEl>
                                          <p:spTgt spid="105511"/>
                                        </p:tgtEl>
                                        <p:attrNameLst>
                                          <p:attrName>ppt_x</p:attrName>
                                        </p:attrNameLst>
                                      </p:cBhvr>
                                      <p:tavLst>
                                        <p:tav tm="0">
                                          <p:val>
                                            <p:strVal val="0-#ppt_w/2"/>
                                          </p:val>
                                        </p:tav>
                                        <p:tav tm="100000">
                                          <p:val>
                                            <p:strVal val="#ppt_x"/>
                                          </p:val>
                                        </p:tav>
                                      </p:tavLst>
                                    </p:anim>
                                    <p:anim calcmode="lin" valueType="num">
                                      <p:cBhvr additive="base">
                                        <p:cTn id="104" dur="500" fill="hold"/>
                                        <p:tgtEl>
                                          <p:spTgt spid="105511"/>
                                        </p:tgtEl>
                                        <p:attrNameLst>
                                          <p:attrName>ppt_y</p:attrName>
                                        </p:attrNameLst>
                                      </p:cBhvr>
                                      <p:tavLst>
                                        <p:tav tm="0">
                                          <p:val>
                                            <p:strVal val="#ppt_y"/>
                                          </p:val>
                                        </p:tav>
                                        <p:tav tm="100000">
                                          <p:val>
                                            <p:strVal val="#ppt_y"/>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 presetClass="entr" presetSubtype="8" fill="hold" grpId="0" nodeType="clickEffect">
                                  <p:stCondLst>
                                    <p:cond delay="0"/>
                                  </p:stCondLst>
                                  <p:childTnLst>
                                    <p:set>
                                      <p:cBhvr>
                                        <p:cTn id="108" dur="1" fill="hold">
                                          <p:stCondLst>
                                            <p:cond delay="0"/>
                                          </p:stCondLst>
                                        </p:cTn>
                                        <p:tgtEl>
                                          <p:spTgt spid="105512"/>
                                        </p:tgtEl>
                                        <p:attrNameLst>
                                          <p:attrName>style.visibility</p:attrName>
                                        </p:attrNameLst>
                                      </p:cBhvr>
                                      <p:to>
                                        <p:strVal val="visible"/>
                                      </p:to>
                                    </p:set>
                                    <p:anim calcmode="lin" valueType="num">
                                      <p:cBhvr additive="base">
                                        <p:cTn id="109" dur="500" fill="hold"/>
                                        <p:tgtEl>
                                          <p:spTgt spid="105512"/>
                                        </p:tgtEl>
                                        <p:attrNameLst>
                                          <p:attrName>ppt_x</p:attrName>
                                        </p:attrNameLst>
                                      </p:cBhvr>
                                      <p:tavLst>
                                        <p:tav tm="0">
                                          <p:val>
                                            <p:strVal val="0-#ppt_w/2"/>
                                          </p:val>
                                        </p:tav>
                                        <p:tav tm="100000">
                                          <p:val>
                                            <p:strVal val="#ppt_x"/>
                                          </p:val>
                                        </p:tav>
                                      </p:tavLst>
                                    </p:anim>
                                    <p:anim calcmode="lin" valueType="num">
                                      <p:cBhvr additive="base">
                                        <p:cTn id="110" dur="500" fill="hold"/>
                                        <p:tgtEl>
                                          <p:spTgt spid="105512"/>
                                        </p:tgtEl>
                                        <p:attrNameLst>
                                          <p:attrName>ppt_y</p:attrName>
                                        </p:attrNameLst>
                                      </p:cBhvr>
                                      <p:tavLst>
                                        <p:tav tm="0">
                                          <p:val>
                                            <p:strVal val="#ppt_y"/>
                                          </p:val>
                                        </p:tav>
                                        <p:tav tm="100000">
                                          <p:val>
                                            <p:strVal val="#ppt_y"/>
                                          </p:val>
                                        </p:tav>
                                      </p:tavLst>
                                    </p:anim>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 presetClass="entr" presetSubtype="8" fill="hold" grpId="0" nodeType="clickEffect">
                                  <p:stCondLst>
                                    <p:cond delay="0"/>
                                  </p:stCondLst>
                                  <p:childTnLst>
                                    <p:set>
                                      <p:cBhvr>
                                        <p:cTn id="114" dur="1" fill="hold">
                                          <p:stCondLst>
                                            <p:cond delay="0"/>
                                          </p:stCondLst>
                                        </p:cTn>
                                        <p:tgtEl>
                                          <p:spTgt spid="105513"/>
                                        </p:tgtEl>
                                        <p:attrNameLst>
                                          <p:attrName>style.visibility</p:attrName>
                                        </p:attrNameLst>
                                      </p:cBhvr>
                                      <p:to>
                                        <p:strVal val="visible"/>
                                      </p:to>
                                    </p:set>
                                    <p:anim calcmode="lin" valueType="num">
                                      <p:cBhvr additive="base">
                                        <p:cTn id="115" dur="500" fill="hold"/>
                                        <p:tgtEl>
                                          <p:spTgt spid="105513"/>
                                        </p:tgtEl>
                                        <p:attrNameLst>
                                          <p:attrName>ppt_x</p:attrName>
                                        </p:attrNameLst>
                                      </p:cBhvr>
                                      <p:tavLst>
                                        <p:tav tm="0">
                                          <p:val>
                                            <p:strVal val="0-#ppt_w/2"/>
                                          </p:val>
                                        </p:tav>
                                        <p:tav tm="100000">
                                          <p:val>
                                            <p:strVal val="#ppt_x"/>
                                          </p:val>
                                        </p:tav>
                                      </p:tavLst>
                                    </p:anim>
                                    <p:anim calcmode="lin" valueType="num">
                                      <p:cBhvr additive="base">
                                        <p:cTn id="116" dur="500" fill="hold"/>
                                        <p:tgtEl>
                                          <p:spTgt spid="105513"/>
                                        </p:tgtEl>
                                        <p:attrNameLst>
                                          <p:attrName>ppt_y</p:attrName>
                                        </p:attrNameLst>
                                      </p:cBhvr>
                                      <p:tavLst>
                                        <p:tav tm="0">
                                          <p:val>
                                            <p:strVal val="#ppt_y"/>
                                          </p:val>
                                        </p:tav>
                                        <p:tav tm="100000">
                                          <p:val>
                                            <p:strVal val="#ppt_y"/>
                                          </p:val>
                                        </p:tav>
                                      </p:tavLst>
                                    </p:anim>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 presetClass="entr" presetSubtype="8" fill="hold" grpId="0" nodeType="clickEffect">
                                  <p:stCondLst>
                                    <p:cond delay="0"/>
                                  </p:stCondLst>
                                  <p:childTnLst>
                                    <p:set>
                                      <p:cBhvr>
                                        <p:cTn id="120" dur="1" fill="hold">
                                          <p:stCondLst>
                                            <p:cond delay="0"/>
                                          </p:stCondLst>
                                        </p:cTn>
                                        <p:tgtEl>
                                          <p:spTgt spid="105514"/>
                                        </p:tgtEl>
                                        <p:attrNameLst>
                                          <p:attrName>style.visibility</p:attrName>
                                        </p:attrNameLst>
                                      </p:cBhvr>
                                      <p:to>
                                        <p:strVal val="visible"/>
                                      </p:to>
                                    </p:set>
                                    <p:anim calcmode="lin" valueType="num">
                                      <p:cBhvr additive="base">
                                        <p:cTn id="121" dur="500" fill="hold"/>
                                        <p:tgtEl>
                                          <p:spTgt spid="105514"/>
                                        </p:tgtEl>
                                        <p:attrNameLst>
                                          <p:attrName>ppt_x</p:attrName>
                                        </p:attrNameLst>
                                      </p:cBhvr>
                                      <p:tavLst>
                                        <p:tav tm="0">
                                          <p:val>
                                            <p:strVal val="0-#ppt_w/2"/>
                                          </p:val>
                                        </p:tav>
                                        <p:tav tm="100000">
                                          <p:val>
                                            <p:strVal val="#ppt_x"/>
                                          </p:val>
                                        </p:tav>
                                      </p:tavLst>
                                    </p:anim>
                                    <p:anim calcmode="lin" valueType="num">
                                      <p:cBhvr additive="base">
                                        <p:cTn id="122" dur="500" fill="hold"/>
                                        <p:tgtEl>
                                          <p:spTgt spid="105514"/>
                                        </p:tgtEl>
                                        <p:attrNameLst>
                                          <p:attrName>ppt_y</p:attrName>
                                        </p:attrNameLst>
                                      </p:cBhvr>
                                      <p:tavLst>
                                        <p:tav tm="0">
                                          <p:val>
                                            <p:strVal val="#ppt_y"/>
                                          </p:val>
                                        </p:tav>
                                        <p:tav tm="100000">
                                          <p:val>
                                            <p:strVal val="#ppt_y"/>
                                          </p:val>
                                        </p:tav>
                                      </p:tavLst>
                                    </p:anim>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 presetClass="entr" presetSubtype="8" fill="hold" grpId="0" nodeType="clickEffect">
                                  <p:stCondLst>
                                    <p:cond delay="0"/>
                                  </p:stCondLst>
                                  <p:childTnLst>
                                    <p:set>
                                      <p:cBhvr>
                                        <p:cTn id="126" dur="1" fill="hold">
                                          <p:stCondLst>
                                            <p:cond delay="0"/>
                                          </p:stCondLst>
                                        </p:cTn>
                                        <p:tgtEl>
                                          <p:spTgt spid="105515"/>
                                        </p:tgtEl>
                                        <p:attrNameLst>
                                          <p:attrName>style.visibility</p:attrName>
                                        </p:attrNameLst>
                                      </p:cBhvr>
                                      <p:to>
                                        <p:strVal val="visible"/>
                                      </p:to>
                                    </p:set>
                                    <p:anim calcmode="lin" valueType="num">
                                      <p:cBhvr additive="base">
                                        <p:cTn id="127" dur="500" fill="hold"/>
                                        <p:tgtEl>
                                          <p:spTgt spid="105515"/>
                                        </p:tgtEl>
                                        <p:attrNameLst>
                                          <p:attrName>ppt_x</p:attrName>
                                        </p:attrNameLst>
                                      </p:cBhvr>
                                      <p:tavLst>
                                        <p:tav tm="0">
                                          <p:val>
                                            <p:strVal val="0-#ppt_w/2"/>
                                          </p:val>
                                        </p:tav>
                                        <p:tav tm="100000">
                                          <p:val>
                                            <p:strVal val="#ppt_x"/>
                                          </p:val>
                                        </p:tav>
                                      </p:tavLst>
                                    </p:anim>
                                    <p:anim calcmode="lin" valueType="num">
                                      <p:cBhvr additive="base">
                                        <p:cTn id="128" dur="500" fill="hold"/>
                                        <p:tgtEl>
                                          <p:spTgt spid="105515"/>
                                        </p:tgtEl>
                                        <p:attrNameLst>
                                          <p:attrName>ppt_y</p:attrName>
                                        </p:attrNameLst>
                                      </p:cBhvr>
                                      <p:tavLst>
                                        <p:tav tm="0">
                                          <p:val>
                                            <p:strVal val="#ppt_y"/>
                                          </p:val>
                                        </p:tav>
                                        <p:tav tm="100000">
                                          <p:val>
                                            <p:strVal val="#ppt_y"/>
                                          </p:val>
                                        </p:tav>
                                      </p:tavLst>
                                    </p:anim>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 presetClass="entr" presetSubtype="8" fill="hold" grpId="0" nodeType="clickEffect">
                                  <p:stCondLst>
                                    <p:cond delay="0"/>
                                  </p:stCondLst>
                                  <p:childTnLst>
                                    <p:set>
                                      <p:cBhvr>
                                        <p:cTn id="132" dur="1" fill="hold">
                                          <p:stCondLst>
                                            <p:cond delay="0"/>
                                          </p:stCondLst>
                                        </p:cTn>
                                        <p:tgtEl>
                                          <p:spTgt spid="105516"/>
                                        </p:tgtEl>
                                        <p:attrNameLst>
                                          <p:attrName>style.visibility</p:attrName>
                                        </p:attrNameLst>
                                      </p:cBhvr>
                                      <p:to>
                                        <p:strVal val="visible"/>
                                      </p:to>
                                    </p:set>
                                    <p:anim calcmode="lin" valueType="num">
                                      <p:cBhvr additive="base">
                                        <p:cTn id="133" dur="500" fill="hold"/>
                                        <p:tgtEl>
                                          <p:spTgt spid="105516"/>
                                        </p:tgtEl>
                                        <p:attrNameLst>
                                          <p:attrName>ppt_x</p:attrName>
                                        </p:attrNameLst>
                                      </p:cBhvr>
                                      <p:tavLst>
                                        <p:tav tm="0">
                                          <p:val>
                                            <p:strVal val="0-#ppt_w/2"/>
                                          </p:val>
                                        </p:tav>
                                        <p:tav tm="100000">
                                          <p:val>
                                            <p:strVal val="#ppt_x"/>
                                          </p:val>
                                        </p:tav>
                                      </p:tavLst>
                                    </p:anim>
                                    <p:anim calcmode="lin" valueType="num">
                                      <p:cBhvr additive="base">
                                        <p:cTn id="134" dur="500" fill="hold"/>
                                        <p:tgtEl>
                                          <p:spTgt spid="105516"/>
                                        </p:tgtEl>
                                        <p:attrNameLst>
                                          <p:attrName>ppt_y</p:attrName>
                                        </p:attrNameLst>
                                      </p:cBhvr>
                                      <p:tavLst>
                                        <p:tav tm="0">
                                          <p:val>
                                            <p:strVal val="#ppt_y"/>
                                          </p:val>
                                        </p:tav>
                                        <p:tav tm="100000">
                                          <p:val>
                                            <p:strVal val="#ppt_y"/>
                                          </p:val>
                                        </p:tav>
                                      </p:tavLst>
                                    </p:anim>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 presetClass="entr" presetSubtype="8" fill="hold" grpId="0" nodeType="clickEffect">
                                  <p:stCondLst>
                                    <p:cond delay="0"/>
                                  </p:stCondLst>
                                  <p:childTnLst>
                                    <p:set>
                                      <p:cBhvr>
                                        <p:cTn id="138" dur="1" fill="hold">
                                          <p:stCondLst>
                                            <p:cond delay="0"/>
                                          </p:stCondLst>
                                        </p:cTn>
                                        <p:tgtEl>
                                          <p:spTgt spid="105517"/>
                                        </p:tgtEl>
                                        <p:attrNameLst>
                                          <p:attrName>style.visibility</p:attrName>
                                        </p:attrNameLst>
                                      </p:cBhvr>
                                      <p:to>
                                        <p:strVal val="visible"/>
                                      </p:to>
                                    </p:set>
                                    <p:anim calcmode="lin" valueType="num">
                                      <p:cBhvr additive="base">
                                        <p:cTn id="139" dur="500" fill="hold"/>
                                        <p:tgtEl>
                                          <p:spTgt spid="105517"/>
                                        </p:tgtEl>
                                        <p:attrNameLst>
                                          <p:attrName>ppt_x</p:attrName>
                                        </p:attrNameLst>
                                      </p:cBhvr>
                                      <p:tavLst>
                                        <p:tav tm="0">
                                          <p:val>
                                            <p:strVal val="0-#ppt_w/2"/>
                                          </p:val>
                                        </p:tav>
                                        <p:tav tm="100000">
                                          <p:val>
                                            <p:strVal val="#ppt_x"/>
                                          </p:val>
                                        </p:tav>
                                      </p:tavLst>
                                    </p:anim>
                                    <p:anim calcmode="lin" valueType="num">
                                      <p:cBhvr additive="base">
                                        <p:cTn id="140" dur="500" fill="hold"/>
                                        <p:tgtEl>
                                          <p:spTgt spid="105517"/>
                                        </p:tgtEl>
                                        <p:attrNameLst>
                                          <p:attrName>ppt_y</p:attrName>
                                        </p:attrNameLst>
                                      </p:cBhvr>
                                      <p:tavLst>
                                        <p:tav tm="0">
                                          <p:val>
                                            <p:strVal val="#ppt_y"/>
                                          </p:val>
                                        </p:tav>
                                        <p:tav tm="100000">
                                          <p:val>
                                            <p:strVal val="#ppt_y"/>
                                          </p:val>
                                        </p:tav>
                                      </p:tavLst>
                                    </p:anim>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 presetClass="entr" presetSubtype="8" fill="hold" grpId="0" nodeType="clickEffect">
                                  <p:stCondLst>
                                    <p:cond delay="0"/>
                                  </p:stCondLst>
                                  <p:childTnLst>
                                    <p:set>
                                      <p:cBhvr>
                                        <p:cTn id="144" dur="1" fill="hold">
                                          <p:stCondLst>
                                            <p:cond delay="0"/>
                                          </p:stCondLst>
                                        </p:cTn>
                                        <p:tgtEl>
                                          <p:spTgt spid="105518"/>
                                        </p:tgtEl>
                                        <p:attrNameLst>
                                          <p:attrName>style.visibility</p:attrName>
                                        </p:attrNameLst>
                                      </p:cBhvr>
                                      <p:to>
                                        <p:strVal val="visible"/>
                                      </p:to>
                                    </p:set>
                                    <p:anim calcmode="lin" valueType="num">
                                      <p:cBhvr additive="base">
                                        <p:cTn id="145" dur="500" fill="hold"/>
                                        <p:tgtEl>
                                          <p:spTgt spid="105518"/>
                                        </p:tgtEl>
                                        <p:attrNameLst>
                                          <p:attrName>ppt_x</p:attrName>
                                        </p:attrNameLst>
                                      </p:cBhvr>
                                      <p:tavLst>
                                        <p:tav tm="0">
                                          <p:val>
                                            <p:strVal val="0-#ppt_w/2"/>
                                          </p:val>
                                        </p:tav>
                                        <p:tav tm="100000">
                                          <p:val>
                                            <p:strVal val="#ppt_x"/>
                                          </p:val>
                                        </p:tav>
                                      </p:tavLst>
                                    </p:anim>
                                    <p:anim calcmode="lin" valueType="num">
                                      <p:cBhvr additive="base">
                                        <p:cTn id="146" dur="500" fill="hold"/>
                                        <p:tgtEl>
                                          <p:spTgt spid="105518"/>
                                        </p:tgtEl>
                                        <p:attrNameLst>
                                          <p:attrName>ppt_y</p:attrName>
                                        </p:attrNameLst>
                                      </p:cBhvr>
                                      <p:tavLst>
                                        <p:tav tm="0">
                                          <p:val>
                                            <p:strVal val="#ppt_y"/>
                                          </p:val>
                                        </p:tav>
                                        <p:tav tm="100000">
                                          <p:val>
                                            <p:strVal val="#ppt_y"/>
                                          </p:val>
                                        </p:tav>
                                      </p:tavLst>
                                    </p:anim>
                                  </p:childTnLst>
                                </p:cTn>
                              </p:par>
                            </p:childTnLst>
                          </p:cTn>
                        </p:par>
                      </p:childTnLst>
                    </p:cTn>
                  </p:par>
                  <p:par>
                    <p:cTn id="147" fill="hold" nodeType="clickPar">
                      <p:stCondLst>
                        <p:cond delay="indefinite"/>
                      </p:stCondLst>
                      <p:childTnLst>
                        <p:par>
                          <p:cTn id="148" fill="hold" nodeType="withGroup">
                            <p:stCondLst>
                              <p:cond delay="0"/>
                            </p:stCondLst>
                            <p:childTnLst>
                              <p:par>
                                <p:cTn id="149" presetID="2" presetClass="entr" presetSubtype="8" fill="hold" grpId="0" nodeType="clickEffect">
                                  <p:stCondLst>
                                    <p:cond delay="0"/>
                                  </p:stCondLst>
                                  <p:childTnLst>
                                    <p:set>
                                      <p:cBhvr>
                                        <p:cTn id="150" dur="1" fill="hold">
                                          <p:stCondLst>
                                            <p:cond delay="0"/>
                                          </p:stCondLst>
                                        </p:cTn>
                                        <p:tgtEl>
                                          <p:spTgt spid="105519"/>
                                        </p:tgtEl>
                                        <p:attrNameLst>
                                          <p:attrName>style.visibility</p:attrName>
                                        </p:attrNameLst>
                                      </p:cBhvr>
                                      <p:to>
                                        <p:strVal val="visible"/>
                                      </p:to>
                                    </p:set>
                                    <p:anim calcmode="lin" valueType="num">
                                      <p:cBhvr additive="base">
                                        <p:cTn id="151" dur="500" fill="hold"/>
                                        <p:tgtEl>
                                          <p:spTgt spid="105519"/>
                                        </p:tgtEl>
                                        <p:attrNameLst>
                                          <p:attrName>ppt_x</p:attrName>
                                        </p:attrNameLst>
                                      </p:cBhvr>
                                      <p:tavLst>
                                        <p:tav tm="0">
                                          <p:val>
                                            <p:strVal val="0-#ppt_w/2"/>
                                          </p:val>
                                        </p:tav>
                                        <p:tav tm="100000">
                                          <p:val>
                                            <p:strVal val="#ppt_x"/>
                                          </p:val>
                                        </p:tav>
                                      </p:tavLst>
                                    </p:anim>
                                    <p:anim calcmode="lin" valueType="num">
                                      <p:cBhvr additive="base">
                                        <p:cTn id="152" dur="500" fill="hold"/>
                                        <p:tgtEl>
                                          <p:spTgt spid="105519"/>
                                        </p:tgtEl>
                                        <p:attrNameLst>
                                          <p:attrName>ppt_y</p:attrName>
                                        </p:attrNameLst>
                                      </p:cBhvr>
                                      <p:tavLst>
                                        <p:tav tm="0">
                                          <p:val>
                                            <p:strVal val="#ppt_y"/>
                                          </p:val>
                                        </p:tav>
                                        <p:tav tm="100000">
                                          <p:val>
                                            <p:strVal val="#ppt_y"/>
                                          </p:val>
                                        </p:tav>
                                      </p:tavLst>
                                    </p:anim>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 presetClass="entr" presetSubtype="8" fill="hold" grpId="0" nodeType="clickEffect">
                                  <p:stCondLst>
                                    <p:cond delay="0"/>
                                  </p:stCondLst>
                                  <p:childTnLst>
                                    <p:set>
                                      <p:cBhvr>
                                        <p:cTn id="156" dur="1" fill="hold">
                                          <p:stCondLst>
                                            <p:cond delay="0"/>
                                          </p:stCondLst>
                                        </p:cTn>
                                        <p:tgtEl>
                                          <p:spTgt spid="105520"/>
                                        </p:tgtEl>
                                        <p:attrNameLst>
                                          <p:attrName>style.visibility</p:attrName>
                                        </p:attrNameLst>
                                      </p:cBhvr>
                                      <p:to>
                                        <p:strVal val="visible"/>
                                      </p:to>
                                    </p:set>
                                    <p:anim calcmode="lin" valueType="num">
                                      <p:cBhvr additive="base">
                                        <p:cTn id="157" dur="500" fill="hold"/>
                                        <p:tgtEl>
                                          <p:spTgt spid="105520"/>
                                        </p:tgtEl>
                                        <p:attrNameLst>
                                          <p:attrName>ppt_x</p:attrName>
                                        </p:attrNameLst>
                                      </p:cBhvr>
                                      <p:tavLst>
                                        <p:tav tm="0">
                                          <p:val>
                                            <p:strVal val="0-#ppt_w/2"/>
                                          </p:val>
                                        </p:tav>
                                        <p:tav tm="100000">
                                          <p:val>
                                            <p:strVal val="#ppt_x"/>
                                          </p:val>
                                        </p:tav>
                                      </p:tavLst>
                                    </p:anim>
                                    <p:anim calcmode="lin" valueType="num">
                                      <p:cBhvr additive="base">
                                        <p:cTn id="158" dur="500" fill="hold"/>
                                        <p:tgtEl>
                                          <p:spTgt spid="105520"/>
                                        </p:tgtEl>
                                        <p:attrNameLst>
                                          <p:attrName>ppt_y</p:attrName>
                                        </p:attrNameLst>
                                      </p:cBhvr>
                                      <p:tavLst>
                                        <p:tav tm="0">
                                          <p:val>
                                            <p:strVal val="#ppt_y"/>
                                          </p:val>
                                        </p:tav>
                                        <p:tav tm="100000">
                                          <p:val>
                                            <p:strVal val="#ppt_y"/>
                                          </p:val>
                                        </p:tav>
                                      </p:tavLst>
                                    </p:anim>
                                  </p:childTnLst>
                                </p:cTn>
                              </p:par>
                            </p:childTnLst>
                          </p:cTn>
                        </p:par>
                      </p:childTnLst>
                    </p:cTn>
                  </p:par>
                  <p:par>
                    <p:cTn id="159" fill="hold" nodeType="clickPar">
                      <p:stCondLst>
                        <p:cond delay="indefinite"/>
                      </p:stCondLst>
                      <p:childTnLst>
                        <p:par>
                          <p:cTn id="160" fill="hold" nodeType="withGroup">
                            <p:stCondLst>
                              <p:cond delay="0"/>
                            </p:stCondLst>
                            <p:childTnLst>
                              <p:par>
                                <p:cTn id="161" presetID="2" presetClass="entr" presetSubtype="8" fill="hold" grpId="0" nodeType="clickEffect">
                                  <p:stCondLst>
                                    <p:cond delay="0"/>
                                  </p:stCondLst>
                                  <p:childTnLst>
                                    <p:set>
                                      <p:cBhvr>
                                        <p:cTn id="162" dur="1" fill="hold">
                                          <p:stCondLst>
                                            <p:cond delay="0"/>
                                          </p:stCondLst>
                                        </p:cTn>
                                        <p:tgtEl>
                                          <p:spTgt spid="105521"/>
                                        </p:tgtEl>
                                        <p:attrNameLst>
                                          <p:attrName>style.visibility</p:attrName>
                                        </p:attrNameLst>
                                      </p:cBhvr>
                                      <p:to>
                                        <p:strVal val="visible"/>
                                      </p:to>
                                    </p:set>
                                    <p:anim calcmode="lin" valueType="num">
                                      <p:cBhvr additive="base">
                                        <p:cTn id="163" dur="500" fill="hold"/>
                                        <p:tgtEl>
                                          <p:spTgt spid="105521"/>
                                        </p:tgtEl>
                                        <p:attrNameLst>
                                          <p:attrName>ppt_x</p:attrName>
                                        </p:attrNameLst>
                                      </p:cBhvr>
                                      <p:tavLst>
                                        <p:tav tm="0">
                                          <p:val>
                                            <p:strVal val="0-#ppt_w/2"/>
                                          </p:val>
                                        </p:tav>
                                        <p:tav tm="100000">
                                          <p:val>
                                            <p:strVal val="#ppt_x"/>
                                          </p:val>
                                        </p:tav>
                                      </p:tavLst>
                                    </p:anim>
                                    <p:anim calcmode="lin" valueType="num">
                                      <p:cBhvr additive="base">
                                        <p:cTn id="164" dur="500" fill="hold"/>
                                        <p:tgtEl>
                                          <p:spTgt spid="105521"/>
                                        </p:tgtEl>
                                        <p:attrNameLst>
                                          <p:attrName>ppt_y</p:attrName>
                                        </p:attrNameLst>
                                      </p:cBhvr>
                                      <p:tavLst>
                                        <p:tav tm="0">
                                          <p:val>
                                            <p:strVal val="#ppt_y"/>
                                          </p:val>
                                        </p:tav>
                                        <p:tav tm="100000">
                                          <p:val>
                                            <p:strVal val="#ppt_y"/>
                                          </p:val>
                                        </p:tav>
                                      </p:tavLst>
                                    </p:anim>
                                  </p:childTnLst>
                                </p:cTn>
                              </p:par>
                            </p:childTnLst>
                          </p:cTn>
                        </p:par>
                      </p:childTnLst>
                    </p:cTn>
                  </p:par>
                  <p:par>
                    <p:cTn id="165" fill="hold" nodeType="clickPar">
                      <p:stCondLst>
                        <p:cond delay="indefinite"/>
                      </p:stCondLst>
                      <p:childTnLst>
                        <p:par>
                          <p:cTn id="166" fill="hold" nodeType="withGroup">
                            <p:stCondLst>
                              <p:cond delay="0"/>
                            </p:stCondLst>
                            <p:childTnLst>
                              <p:par>
                                <p:cTn id="167" presetID="2" presetClass="entr" presetSubtype="8" fill="hold" grpId="0" nodeType="clickEffect">
                                  <p:stCondLst>
                                    <p:cond delay="0"/>
                                  </p:stCondLst>
                                  <p:childTnLst>
                                    <p:set>
                                      <p:cBhvr>
                                        <p:cTn id="168" dur="1" fill="hold">
                                          <p:stCondLst>
                                            <p:cond delay="0"/>
                                          </p:stCondLst>
                                        </p:cTn>
                                        <p:tgtEl>
                                          <p:spTgt spid="105522"/>
                                        </p:tgtEl>
                                        <p:attrNameLst>
                                          <p:attrName>style.visibility</p:attrName>
                                        </p:attrNameLst>
                                      </p:cBhvr>
                                      <p:to>
                                        <p:strVal val="visible"/>
                                      </p:to>
                                    </p:set>
                                    <p:anim calcmode="lin" valueType="num">
                                      <p:cBhvr additive="base">
                                        <p:cTn id="169" dur="500" fill="hold"/>
                                        <p:tgtEl>
                                          <p:spTgt spid="105522"/>
                                        </p:tgtEl>
                                        <p:attrNameLst>
                                          <p:attrName>ppt_x</p:attrName>
                                        </p:attrNameLst>
                                      </p:cBhvr>
                                      <p:tavLst>
                                        <p:tav tm="0">
                                          <p:val>
                                            <p:strVal val="0-#ppt_w/2"/>
                                          </p:val>
                                        </p:tav>
                                        <p:tav tm="100000">
                                          <p:val>
                                            <p:strVal val="#ppt_x"/>
                                          </p:val>
                                        </p:tav>
                                      </p:tavLst>
                                    </p:anim>
                                    <p:anim calcmode="lin" valueType="num">
                                      <p:cBhvr additive="base">
                                        <p:cTn id="170" dur="500" fill="hold"/>
                                        <p:tgtEl>
                                          <p:spTgt spid="105522"/>
                                        </p:tgtEl>
                                        <p:attrNameLst>
                                          <p:attrName>ppt_y</p:attrName>
                                        </p:attrNameLst>
                                      </p:cBhvr>
                                      <p:tavLst>
                                        <p:tav tm="0">
                                          <p:val>
                                            <p:strVal val="#ppt_y"/>
                                          </p:val>
                                        </p:tav>
                                        <p:tav tm="100000">
                                          <p:val>
                                            <p:strVal val="#ppt_y"/>
                                          </p:val>
                                        </p:tav>
                                      </p:tavLst>
                                    </p:anim>
                                  </p:childTnLst>
                                </p:cTn>
                              </p:par>
                            </p:childTnLst>
                          </p:cTn>
                        </p:par>
                      </p:childTnLst>
                    </p:cTn>
                  </p:par>
                  <p:par>
                    <p:cTn id="171" fill="hold" nodeType="clickPar">
                      <p:stCondLst>
                        <p:cond delay="indefinite"/>
                      </p:stCondLst>
                      <p:childTnLst>
                        <p:par>
                          <p:cTn id="172" fill="hold" nodeType="withGroup">
                            <p:stCondLst>
                              <p:cond delay="0"/>
                            </p:stCondLst>
                            <p:childTnLst>
                              <p:par>
                                <p:cTn id="173" presetID="2" presetClass="entr" presetSubtype="8" fill="hold" grpId="0" nodeType="clickEffect">
                                  <p:stCondLst>
                                    <p:cond delay="0"/>
                                  </p:stCondLst>
                                  <p:childTnLst>
                                    <p:set>
                                      <p:cBhvr>
                                        <p:cTn id="174" dur="1" fill="hold">
                                          <p:stCondLst>
                                            <p:cond delay="0"/>
                                          </p:stCondLst>
                                        </p:cTn>
                                        <p:tgtEl>
                                          <p:spTgt spid="105523"/>
                                        </p:tgtEl>
                                        <p:attrNameLst>
                                          <p:attrName>style.visibility</p:attrName>
                                        </p:attrNameLst>
                                      </p:cBhvr>
                                      <p:to>
                                        <p:strVal val="visible"/>
                                      </p:to>
                                    </p:set>
                                    <p:anim calcmode="lin" valueType="num">
                                      <p:cBhvr additive="base">
                                        <p:cTn id="175" dur="500" fill="hold"/>
                                        <p:tgtEl>
                                          <p:spTgt spid="105523"/>
                                        </p:tgtEl>
                                        <p:attrNameLst>
                                          <p:attrName>ppt_x</p:attrName>
                                        </p:attrNameLst>
                                      </p:cBhvr>
                                      <p:tavLst>
                                        <p:tav tm="0">
                                          <p:val>
                                            <p:strVal val="0-#ppt_w/2"/>
                                          </p:val>
                                        </p:tav>
                                        <p:tav tm="100000">
                                          <p:val>
                                            <p:strVal val="#ppt_x"/>
                                          </p:val>
                                        </p:tav>
                                      </p:tavLst>
                                    </p:anim>
                                    <p:anim calcmode="lin" valueType="num">
                                      <p:cBhvr additive="base">
                                        <p:cTn id="176" dur="500" fill="hold"/>
                                        <p:tgtEl>
                                          <p:spTgt spid="105523"/>
                                        </p:tgtEl>
                                        <p:attrNameLst>
                                          <p:attrName>ppt_y</p:attrName>
                                        </p:attrNameLst>
                                      </p:cBhvr>
                                      <p:tavLst>
                                        <p:tav tm="0">
                                          <p:val>
                                            <p:strVal val="#ppt_y"/>
                                          </p:val>
                                        </p:tav>
                                        <p:tav tm="100000">
                                          <p:val>
                                            <p:strVal val="#ppt_y"/>
                                          </p:val>
                                        </p:tav>
                                      </p:tavLst>
                                    </p:anim>
                                  </p:childTnLst>
                                </p:cTn>
                              </p:par>
                            </p:childTnLst>
                          </p:cTn>
                        </p:par>
                      </p:childTnLst>
                    </p:cTn>
                  </p:par>
                  <p:par>
                    <p:cTn id="177" fill="hold" nodeType="clickPar">
                      <p:stCondLst>
                        <p:cond delay="indefinite"/>
                      </p:stCondLst>
                      <p:childTnLst>
                        <p:par>
                          <p:cTn id="178" fill="hold" nodeType="withGroup">
                            <p:stCondLst>
                              <p:cond delay="0"/>
                            </p:stCondLst>
                            <p:childTnLst>
                              <p:par>
                                <p:cTn id="179" presetID="2" presetClass="entr" presetSubtype="8" fill="hold" grpId="0" nodeType="clickEffect">
                                  <p:stCondLst>
                                    <p:cond delay="0"/>
                                  </p:stCondLst>
                                  <p:childTnLst>
                                    <p:set>
                                      <p:cBhvr>
                                        <p:cTn id="180" dur="1" fill="hold">
                                          <p:stCondLst>
                                            <p:cond delay="0"/>
                                          </p:stCondLst>
                                        </p:cTn>
                                        <p:tgtEl>
                                          <p:spTgt spid="105524"/>
                                        </p:tgtEl>
                                        <p:attrNameLst>
                                          <p:attrName>style.visibility</p:attrName>
                                        </p:attrNameLst>
                                      </p:cBhvr>
                                      <p:to>
                                        <p:strVal val="visible"/>
                                      </p:to>
                                    </p:set>
                                    <p:anim calcmode="lin" valueType="num">
                                      <p:cBhvr additive="base">
                                        <p:cTn id="181" dur="500" fill="hold"/>
                                        <p:tgtEl>
                                          <p:spTgt spid="105524"/>
                                        </p:tgtEl>
                                        <p:attrNameLst>
                                          <p:attrName>ppt_x</p:attrName>
                                        </p:attrNameLst>
                                      </p:cBhvr>
                                      <p:tavLst>
                                        <p:tav tm="0">
                                          <p:val>
                                            <p:strVal val="0-#ppt_w/2"/>
                                          </p:val>
                                        </p:tav>
                                        <p:tav tm="100000">
                                          <p:val>
                                            <p:strVal val="#ppt_x"/>
                                          </p:val>
                                        </p:tav>
                                      </p:tavLst>
                                    </p:anim>
                                    <p:anim calcmode="lin" valueType="num">
                                      <p:cBhvr additive="base">
                                        <p:cTn id="182" dur="500" fill="hold"/>
                                        <p:tgtEl>
                                          <p:spTgt spid="105524"/>
                                        </p:tgtEl>
                                        <p:attrNameLst>
                                          <p:attrName>ppt_y</p:attrName>
                                        </p:attrNameLst>
                                      </p:cBhvr>
                                      <p:tavLst>
                                        <p:tav tm="0">
                                          <p:val>
                                            <p:strVal val="#ppt_y"/>
                                          </p:val>
                                        </p:tav>
                                        <p:tav tm="100000">
                                          <p:val>
                                            <p:strVal val="#ppt_y"/>
                                          </p:val>
                                        </p:tav>
                                      </p:tavLst>
                                    </p:anim>
                                  </p:childTnLst>
                                </p:cTn>
                              </p:par>
                            </p:childTnLst>
                          </p:cTn>
                        </p:par>
                      </p:childTnLst>
                    </p:cTn>
                  </p:par>
                  <p:par>
                    <p:cTn id="183" fill="hold" nodeType="clickPar">
                      <p:stCondLst>
                        <p:cond delay="indefinite"/>
                      </p:stCondLst>
                      <p:childTnLst>
                        <p:par>
                          <p:cTn id="184" fill="hold" nodeType="withGroup">
                            <p:stCondLst>
                              <p:cond delay="0"/>
                            </p:stCondLst>
                            <p:childTnLst>
                              <p:par>
                                <p:cTn id="185" presetID="2" presetClass="entr" presetSubtype="8" fill="hold" grpId="0" nodeType="clickEffect">
                                  <p:stCondLst>
                                    <p:cond delay="0"/>
                                  </p:stCondLst>
                                  <p:childTnLst>
                                    <p:set>
                                      <p:cBhvr>
                                        <p:cTn id="186" dur="1" fill="hold">
                                          <p:stCondLst>
                                            <p:cond delay="0"/>
                                          </p:stCondLst>
                                        </p:cTn>
                                        <p:tgtEl>
                                          <p:spTgt spid="105525"/>
                                        </p:tgtEl>
                                        <p:attrNameLst>
                                          <p:attrName>style.visibility</p:attrName>
                                        </p:attrNameLst>
                                      </p:cBhvr>
                                      <p:to>
                                        <p:strVal val="visible"/>
                                      </p:to>
                                    </p:set>
                                    <p:anim calcmode="lin" valueType="num">
                                      <p:cBhvr additive="base">
                                        <p:cTn id="187" dur="500" fill="hold"/>
                                        <p:tgtEl>
                                          <p:spTgt spid="105525"/>
                                        </p:tgtEl>
                                        <p:attrNameLst>
                                          <p:attrName>ppt_x</p:attrName>
                                        </p:attrNameLst>
                                      </p:cBhvr>
                                      <p:tavLst>
                                        <p:tav tm="0">
                                          <p:val>
                                            <p:strVal val="0-#ppt_w/2"/>
                                          </p:val>
                                        </p:tav>
                                        <p:tav tm="100000">
                                          <p:val>
                                            <p:strVal val="#ppt_x"/>
                                          </p:val>
                                        </p:tav>
                                      </p:tavLst>
                                    </p:anim>
                                    <p:anim calcmode="lin" valueType="num">
                                      <p:cBhvr additive="base">
                                        <p:cTn id="188" dur="500" fill="hold"/>
                                        <p:tgtEl>
                                          <p:spTgt spid="105525"/>
                                        </p:tgtEl>
                                        <p:attrNameLst>
                                          <p:attrName>ppt_y</p:attrName>
                                        </p:attrNameLst>
                                      </p:cBhvr>
                                      <p:tavLst>
                                        <p:tav tm="0">
                                          <p:val>
                                            <p:strVal val="#ppt_y"/>
                                          </p:val>
                                        </p:tav>
                                        <p:tav tm="100000">
                                          <p:val>
                                            <p:strVal val="#ppt_y"/>
                                          </p:val>
                                        </p:tav>
                                      </p:tavLst>
                                    </p:anim>
                                  </p:childTnLst>
                                </p:cTn>
                              </p:par>
                            </p:childTnLst>
                          </p:cTn>
                        </p:par>
                      </p:childTnLst>
                    </p:cTn>
                  </p:par>
                  <p:par>
                    <p:cTn id="189" fill="hold" nodeType="clickPar">
                      <p:stCondLst>
                        <p:cond delay="indefinite"/>
                      </p:stCondLst>
                      <p:childTnLst>
                        <p:par>
                          <p:cTn id="190" fill="hold" nodeType="withGroup">
                            <p:stCondLst>
                              <p:cond delay="0"/>
                            </p:stCondLst>
                            <p:childTnLst>
                              <p:par>
                                <p:cTn id="191" presetID="2" presetClass="entr" presetSubtype="8" fill="hold" grpId="0" nodeType="clickEffect">
                                  <p:stCondLst>
                                    <p:cond delay="0"/>
                                  </p:stCondLst>
                                  <p:childTnLst>
                                    <p:set>
                                      <p:cBhvr>
                                        <p:cTn id="192" dur="1" fill="hold">
                                          <p:stCondLst>
                                            <p:cond delay="0"/>
                                          </p:stCondLst>
                                        </p:cTn>
                                        <p:tgtEl>
                                          <p:spTgt spid="105526"/>
                                        </p:tgtEl>
                                        <p:attrNameLst>
                                          <p:attrName>style.visibility</p:attrName>
                                        </p:attrNameLst>
                                      </p:cBhvr>
                                      <p:to>
                                        <p:strVal val="visible"/>
                                      </p:to>
                                    </p:set>
                                    <p:anim calcmode="lin" valueType="num">
                                      <p:cBhvr additive="base">
                                        <p:cTn id="193" dur="500" fill="hold"/>
                                        <p:tgtEl>
                                          <p:spTgt spid="105526"/>
                                        </p:tgtEl>
                                        <p:attrNameLst>
                                          <p:attrName>ppt_x</p:attrName>
                                        </p:attrNameLst>
                                      </p:cBhvr>
                                      <p:tavLst>
                                        <p:tav tm="0">
                                          <p:val>
                                            <p:strVal val="0-#ppt_w/2"/>
                                          </p:val>
                                        </p:tav>
                                        <p:tav tm="100000">
                                          <p:val>
                                            <p:strVal val="#ppt_x"/>
                                          </p:val>
                                        </p:tav>
                                      </p:tavLst>
                                    </p:anim>
                                    <p:anim calcmode="lin" valueType="num">
                                      <p:cBhvr additive="base">
                                        <p:cTn id="194" dur="500" fill="hold"/>
                                        <p:tgtEl>
                                          <p:spTgt spid="105526"/>
                                        </p:tgtEl>
                                        <p:attrNameLst>
                                          <p:attrName>ppt_y</p:attrName>
                                        </p:attrNameLst>
                                      </p:cBhvr>
                                      <p:tavLst>
                                        <p:tav tm="0">
                                          <p:val>
                                            <p:strVal val="#ppt_y"/>
                                          </p:val>
                                        </p:tav>
                                        <p:tav tm="100000">
                                          <p:val>
                                            <p:strVal val="#ppt_y"/>
                                          </p:val>
                                        </p:tav>
                                      </p:tavLst>
                                    </p:anim>
                                  </p:childTnLst>
                                </p:cTn>
                              </p:par>
                            </p:childTnLst>
                          </p:cTn>
                        </p:par>
                      </p:childTnLst>
                    </p:cTn>
                  </p:par>
                  <p:par>
                    <p:cTn id="195" fill="hold" nodeType="clickPar">
                      <p:stCondLst>
                        <p:cond delay="indefinite"/>
                      </p:stCondLst>
                      <p:childTnLst>
                        <p:par>
                          <p:cTn id="196" fill="hold" nodeType="withGroup">
                            <p:stCondLst>
                              <p:cond delay="0"/>
                            </p:stCondLst>
                            <p:childTnLst>
                              <p:par>
                                <p:cTn id="197" presetID="2" presetClass="entr" presetSubtype="8" fill="hold" grpId="0" nodeType="clickEffect">
                                  <p:stCondLst>
                                    <p:cond delay="0"/>
                                  </p:stCondLst>
                                  <p:childTnLst>
                                    <p:set>
                                      <p:cBhvr>
                                        <p:cTn id="198" dur="1" fill="hold">
                                          <p:stCondLst>
                                            <p:cond delay="0"/>
                                          </p:stCondLst>
                                        </p:cTn>
                                        <p:tgtEl>
                                          <p:spTgt spid="105527"/>
                                        </p:tgtEl>
                                        <p:attrNameLst>
                                          <p:attrName>style.visibility</p:attrName>
                                        </p:attrNameLst>
                                      </p:cBhvr>
                                      <p:to>
                                        <p:strVal val="visible"/>
                                      </p:to>
                                    </p:set>
                                    <p:anim calcmode="lin" valueType="num">
                                      <p:cBhvr additive="base">
                                        <p:cTn id="199" dur="500" fill="hold"/>
                                        <p:tgtEl>
                                          <p:spTgt spid="105527"/>
                                        </p:tgtEl>
                                        <p:attrNameLst>
                                          <p:attrName>ppt_x</p:attrName>
                                        </p:attrNameLst>
                                      </p:cBhvr>
                                      <p:tavLst>
                                        <p:tav tm="0">
                                          <p:val>
                                            <p:strVal val="0-#ppt_w/2"/>
                                          </p:val>
                                        </p:tav>
                                        <p:tav tm="100000">
                                          <p:val>
                                            <p:strVal val="#ppt_x"/>
                                          </p:val>
                                        </p:tav>
                                      </p:tavLst>
                                    </p:anim>
                                    <p:anim calcmode="lin" valueType="num">
                                      <p:cBhvr additive="base">
                                        <p:cTn id="200" dur="500" fill="hold"/>
                                        <p:tgtEl>
                                          <p:spTgt spid="105527"/>
                                        </p:tgtEl>
                                        <p:attrNameLst>
                                          <p:attrName>ppt_y</p:attrName>
                                        </p:attrNameLst>
                                      </p:cBhvr>
                                      <p:tavLst>
                                        <p:tav tm="0">
                                          <p:val>
                                            <p:strVal val="#ppt_y"/>
                                          </p:val>
                                        </p:tav>
                                        <p:tav tm="100000">
                                          <p:val>
                                            <p:strVal val="#ppt_y"/>
                                          </p:val>
                                        </p:tav>
                                      </p:tavLst>
                                    </p:anim>
                                  </p:childTnLst>
                                </p:cTn>
                              </p:par>
                            </p:childTnLst>
                          </p:cTn>
                        </p:par>
                      </p:childTnLst>
                    </p:cTn>
                  </p:par>
                  <p:par>
                    <p:cTn id="201" fill="hold" nodeType="clickPar">
                      <p:stCondLst>
                        <p:cond delay="indefinite"/>
                      </p:stCondLst>
                      <p:childTnLst>
                        <p:par>
                          <p:cTn id="202" fill="hold" nodeType="withGroup">
                            <p:stCondLst>
                              <p:cond delay="0"/>
                            </p:stCondLst>
                            <p:childTnLst>
                              <p:par>
                                <p:cTn id="203" presetID="2" presetClass="entr" presetSubtype="8" fill="hold" grpId="0" nodeType="clickEffect">
                                  <p:stCondLst>
                                    <p:cond delay="0"/>
                                  </p:stCondLst>
                                  <p:childTnLst>
                                    <p:set>
                                      <p:cBhvr>
                                        <p:cTn id="204" dur="1" fill="hold">
                                          <p:stCondLst>
                                            <p:cond delay="0"/>
                                          </p:stCondLst>
                                        </p:cTn>
                                        <p:tgtEl>
                                          <p:spTgt spid="105528"/>
                                        </p:tgtEl>
                                        <p:attrNameLst>
                                          <p:attrName>style.visibility</p:attrName>
                                        </p:attrNameLst>
                                      </p:cBhvr>
                                      <p:to>
                                        <p:strVal val="visible"/>
                                      </p:to>
                                    </p:set>
                                    <p:anim calcmode="lin" valueType="num">
                                      <p:cBhvr additive="base">
                                        <p:cTn id="205" dur="500" fill="hold"/>
                                        <p:tgtEl>
                                          <p:spTgt spid="105528"/>
                                        </p:tgtEl>
                                        <p:attrNameLst>
                                          <p:attrName>ppt_x</p:attrName>
                                        </p:attrNameLst>
                                      </p:cBhvr>
                                      <p:tavLst>
                                        <p:tav tm="0">
                                          <p:val>
                                            <p:strVal val="0-#ppt_w/2"/>
                                          </p:val>
                                        </p:tav>
                                        <p:tav tm="100000">
                                          <p:val>
                                            <p:strVal val="#ppt_x"/>
                                          </p:val>
                                        </p:tav>
                                      </p:tavLst>
                                    </p:anim>
                                    <p:anim calcmode="lin" valueType="num">
                                      <p:cBhvr additive="base">
                                        <p:cTn id="206" dur="500" fill="hold"/>
                                        <p:tgtEl>
                                          <p:spTgt spid="105528"/>
                                        </p:tgtEl>
                                        <p:attrNameLst>
                                          <p:attrName>ppt_y</p:attrName>
                                        </p:attrNameLst>
                                      </p:cBhvr>
                                      <p:tavLst>
                                        <p:tav tm="0">
                                          <p:val>
                                            <p:strVal val="#ppt_y"/>
                                          </p:val>
                                        </p:tav>
                                        <p:tav tm="100000">
                                          <p:val>
                                            <p:strVal val="#ppt_y"/>
                                          </p:val>
                                        </p:tav>
                                      </p:tavLst>
                                    </p:anim>
                                  </p:childTnLst>
                                </p:cTn>
                              </p:par>
                            </p:childTnLst>
                          </p:cTn>
                        </p:par>
                      </p:childTnLst>
                    </p:cTn>
                  </p:par>
                  <p:par>
                    <p:cTn id="207" fill="hold" nodeType="clickPar">
                      <p:stCondLst>
                        <p:cond delay="indefinite"/>
                      </p:stCondLst>
                      <p:childTnLst>
                        <p:par>
                          <p:cTn id="208" fill="hold" nodeType="withGroup">
                            <p:stCondLst>
                              <p:cond delay="0"/>
                            </p:stCondLst>
                            <p:childTnLst>
                              <p:par>
                                <p:cTn id="209" presetID="2" presetClass="entr" presetSubtype="8" fill="hold" grpId="0" nodeType="clickEffect">
                                  <p:stCondLst>
                                    <p:cond delay="0"/>
                                  </p:stCondLst>
                                  <p:childTnLst>
                                    <p:set>
                                      <p:cBhvr>
                                        <p:cTn id="210" dur="1" fill="hold">
                                          <p:stCondLst>
                                            <p:cond delay="0"/>
                                          </p:stCondLst>
                                        </p:cTn>
                                        <p:tgtEl>
                                          <p:spTgt spid="105529"/>
                                        </p:tgtEl>
                                        <p:attrNameLst>
                                          <p:attrName>style.visibility</p:attrName>
                                        </p:attrNameLst>
                                      </p:cBhvr>
                                      <p:to>
                                        <p:strVal val="visible"/>
                                      </p:to>
                                    </p:set>
                                    <p:anim calcmode="lin" valueType="num">
                                      <p:cBhvr additive="base">
                                        <p:cTn id="211" dur="500" fill="hold"/>
                                        <p:tgtEl>
                                          <p:spTgt spid="105529"/>
                                        </p:tgtEl>
                                        <p:attrNameLst>
                                          <p:attrName>ppt_x</p:attrName>
                                        </p:attrNameLst>
                                      </p:cBhvr>
                                      <p:tavLst>
                                        <p:tav tm="0">
                                          <p:val>
                                            <p:strVal val="0-#ppt_w/2"/>
                                          </p:val>
                                        </p:tav>
                                        <p:tav tm="100000">
                                          <p:val>
                                            <p:strVal val="#ppt_x"/>
                                          </p:val>
                                        </p:tav>
                                      </p:tavLst>
                                    </p:anim>
                                    <p:anim calcmode="lin" valueType="num">
                                      <p:cBhvr additive="base">
                                        <p:cTn id="212" dur="500" fill="hold"/>
                                        <p:tgtEl>
                                          <p:spTgt spid="105529"/>
                                        </p:tgtEl>
                                        <p:attrNameLst>
                                          <p:attrName>ppt_y</p:attrName>
                                        </p:attrNameLst>
                                      </p:cBhvr>
                                      <p:tavLst>
                                        <p:tav tm="0">
                                          <p:val>
                                            <p:strVal val="#ppt_y"/>
                                          </p:val>
                                        </p:tav>
                                        <p:tav tm="100000">
                                          <p:val>
                                            <p:strVal val="#ppt_y"/>
                                          </p:val>
                                        </p:tav>
                                      </p:tavLst>
                                    </p:anim>
                                  </p:childTnLst>
                                </p:cTn>
                              </p:par>
                            </p:childTnLst>
                          </p:cTn>
                        </p:par>
                      </p:childTnLst>
                    </p:cTn>
                  </p:par>
                  <p:par>
                    <p:cTn id="213" fill="hold" nodeType="clickPar">
                      <p:stCondLst>
                        <p:cond delay="indefinite"/>
                      </p:stCondLst>
                      <p:childTnLst>
                        <p:par>
                          <p:cTn id="214" fill="hold" nodeType="withGroup">
                            <p:stCondLst>
                              <p:cond delay="0"/>
                            </p:stCondLst>
                            <p:childTnLst>
                              <p:par>
                                <p:cTn id="215" presetID="2" presetClass="entr" presetSubtype="8" fill="hold" grpId="0" nodeType="clickEffect">
                                  <p:stCondLst>
                                    <p:cond delay="0"/>
                                  </p:stCondLst>
                                  <p:childTnLst>
                                    <p:set>
                                      <p:cBhvr>
                                        <p:cTn id="216" dur="1" fill="hold">
                                          <p:stCondLst>
                                            <p:cond delay="0"/>
                                          </p:stCondLst>
                                        </p:cTn>
                                        <p:tgtEl>
                                          <p:spTgt spid="105530"/>
                                        </p:tgtEl>
                                        <p:attrNameLst>
                                          <p:attrName>style.visibility</p:attrName>
                                        </p:attrNameLst>
                                      </p:cBhvr>
                                      <p:to>
                                        <p:strVal val="visible"/>
                                      </p:to>
                                    </p:set>
                                    <p:anim calcmode="lin" valueType="num">
                                      <p:cBhvr additive="base">
                                        <p:cTn id="217" dur="500" fill="hold"/>
                                        <p:tgtEl>
                                          <p:spTgt spid="105530"/>
                                        </p:tgtEl>
                                        <p:attrNameLst>
                                          <p:attrName>ppt_x</p:attrName>
                                        </p:attrNameLst>
                                      </p:cBhvr>
                                      <p:tavLst>
                                        <p:tav tm="0">
                                          <p:val>
                                            <p:strVal val="0-#ppt_w/2"/>
                                          </p:val>
                                        </p:tav>
                                        <p:tav tm="100000">
                                          <p:val>
                                            <p:strVal val="#ppt_x"/>
                                          </p:val>
                                        </p:tav>
                                      </p:tavLst>
                                    </p:anim>
                                    <p:anim calcmode="lin" valueType="num">
                                      <p:cBhvr additive="base">
                                        <p:cTn id="218" dur="500" fill="hold"/>
                                        <p:tgtEl>
                                          <p:spTgt spid="105530"/>
                                        </p:tgtEl>
                                        <p:attrNameLst>
                                          <p:attrName>ppt_y</p:attrName>
                                        </p:attrNameLst>
                                      </p:cBhvr>
                                      <p:tavLst>
                                        <p:tav tm="0">
                                          <p:val>
                                            <p:strVal val="#ppt_y"/>
                                          </p:val>
                                        </p:tav>
                                        <p:tav tm="100000">
                                          <p:val>
                                            <p:strVal val="#ppt_y"/>
                                          </p:val>
                                        </p:tav>
                                      </p:tavLst>
                                    </p:anim>
                                  </p:childTnLst>
                                </p:cTn>
                              </p:par>
                            </p:childTnLst>
                          </p:cTn>
                        </p:par>
                      </p:childTnLst>
                    </p:cTn>
                  </p:par>
                  <p:par>
                    <p:cTn id="219" fill="hold" nodeType="clickPar">
                      <p:stCondLst>
                        <p:cond delay="indefinite"/>
                      </p:stCondLst>
                      <p:childTnLst>
                        <p:par>
                          <p:cTn id="220" fill="hold" nodeType="withGroup">
                            <p:stCondLst>
                              <p:cond delay="0"/>
                            </p:stCondLst>
                            <p:childTnLst>
                              <p:par>
                                <p:cTn id="221" presetID="2" presetClass="entr" presetSubtype="8" fill="hold" grpId="0" nodeType="clickEffect">
                                  <p:stCondLst>
                                    <p:cond delay="0"/>
                                  </p:stCondLst>
                                  <p:childTnLst>
                                    <p:set>
                                      <p:cBhvr>
                                        <p:cTn id="222" dur="1" fill="hold">
                                          <p:stCondLst>
                                            <p:cond delay="0"/>
                                          </p:stCondLst>
                                        </p:cTn>
                                        <p:tgtEl>
                                          <p:spTgt spid="105531"/>
                                        </p:tgtEl>
                                        <p:attrNameLst>
                                          <p:attrName>style.visibility</p:attrName>
                                        </p:attrNameLst>
                                      </p:cBhvr>
                                      <p:to>
                                        <p:strVal val="visible"/>
                                      </p:to>
                                    </p:set>
                                    <p:anim calcmode="lin" valueType="num">
                                      <p:cBhvr additive="base">
                                        <p:cTn id="223" dur="500" fill="hold"/>
                                        <p:tgtEl>
                                          <p:spTgt spid="105531"/>
                                        </p:tgtEl>
                                        <p:attrNameLst>
                                          <p:attrName>ppt_x</p:attrName>
                                        </p:attrNameLst>
                                      </p:cBhvr>
                                      <p:tavLst>
                                        <p:tav tm="0">
                                          <p:val>
                                            <p:strVal val="0-#ppt_w/2"/>
                                          </p:val>
                                        </p:tav>
                                        <p:tav tm="100000">
                                          <p:val>
                                            <p:strVal val="#ppt_x"/>
                                          </p:val>
                                        </p:tav>
                                      </p:tavLst>
                                    </p:anim>
                                    <p:anim calcmode="lin" valueType="num">
                                      <p:cBhvr additive="base">
                                        <p:cTn id="224" dur="500" fill="hold"/>
                                        <p:tgtEl>
                                          <p:spTgt spid="105531"/>
                                        </p:tgtEl>
                                        <p:attrNameLst>
                                          <p:attrName>ppt_y</p:attrName>
                                        </p:attrNameLst>
                                      </p:cBhvr>
                                      <p:tavLst>
                                        <p:tav tm="0">
                                          <p:val>
                                            <p:strVal val="#ppt_y"/>
                                          </p:val>
                                        </p:tav>
                                        <p:tav tm="100000">
                                          <p:val>
                                            <p:strVal val="#ppt_y"/>
                                          </p:val>
                                        </p:tav>
                                      </p:tavLst>
                                    </p:anim>
                                  </p:childTnLst>
                                </p:cTn>
                              </p:par>
                            </p:childTnLst>
                          </p:cTn>
                        </p:par>
                      </p:childTnLst>
                    </p:cTn>
                  </p:par>
                  <p:par>
                    <p:cTn id="225" fill="hold" nodeType="clickPar">
                      <p:stCondLst>
                        <p:cond delay="indefinite"/>
                      </p:stCondLst>
                      <p:childTnLst>
                        <p:par>
                          <p:cTn id="226" fill="hold" nodeType="withGroup">
                            <p:stCondLst>
                              <p:cond delay="0"/>
                            </p:stCondLst>
                            <p:childTnLst>
                              <p:par>
                                <p:cTn id="227" presetID="2" presetClass="entr" presetSubtype="8" fill="hold" grpId="0" nodeType="clickEffect">
                                  <p:stCondLst>
                                    <p:cond delay="0"/>
                                  </p:stCondLst>
                                  <p:childTnLst>
                                    <p:set>
                                      <p:cBhvr>
                                        <p:cTn id="228" dur="1" fill="hold">
                                          <p:stCondLst>
                                            <p:cond delay="0"/>
                                          </p:stCondLst>
                                        </p:cTn>
                                        <p:tgtEl>
                                          <p:spTgt spid="105532"/>
                                        </p:tgtEl>
                                        <p:attrNameLst>
                                          <p:attrName>style.visibility</p:attrName>
                                        </p:attrNameLst>
                                      </p:cBhvr>
                                      <p:to>
                                        <p:strVal val="visible"/>
                                      </p:to>
                                    </p:set>
                                    <p:anim calcmode="lin" valueType="num">
                                      <p:cBhvr additive="base">
                                        <p:cTn id="229" dur="500" fill="hold"/>
                                        <p:tgtEl>
                                          <p:spTgt spid="105532"/>
                                        </p:tgtEl>
                                        <p:attrNameLst>
                                          <p:attrName>ppt_x</p:attrName>
                                        </p:attrNameLst>
                                      </p:cBhvr>
                                      <p:tavLst>
                                        <p:tav tm="0">
                                          <p:val>
                                            <p:strVal val="0-#ppt_w/2"/>
                                          </p:val>
                                        </p:tav>
                                        <p:tav tm="100000">
                                          <p:val>
                                            <p:strVal val="#ppt_x"/>
                                          </p:val>
                                        </p:tav>
                                      </p:tavLst>
                                    </p:anim>
                                    <p:anim calcmode="lin" valueType="num">
                                      <p:cBhvr additive="base">
                                        <p:cTn id="230" dur="500" fill="hold"/>
                                        <p:tgtEl>
                                          <p:spTgt spid="105532"/>
                                        </p:tgtEl>
                                        <p:attrNameLst>
                                          <p:attrName>ppt_y</p:attrName>
                                        </p:attrNameLst>
                                      </p:cBhvr>
                                      <p:tavLst>
                                        <p:tav tm="0">
                                          <p:val>
                                            <p:strVal val="#ppt_y"/>
                                          </p:val>
                                        </p:tav>
                                        <p:tav tm="100000">
                                          <p:val>
                                            <p:strVal val="#ppt_y"/>
                                          </p:val>
                                        </p:tav>
                                      </p:tavLst>
                                    </p:anim>
                                  </p:childTnLst>
                                </p:cTn>
                              </p:par>
                            </p:childTnLst>
                          </p:cTn>
                        </p:par>
                      </p:childTnLst>
                    </p:cTn>
                  </p:par>
                  <p:par>
                    <p:cTn id="231" fill="hold" nodeType="clickPar">
                      <p:stCondLst>
                        <p:cond delay="indefinite"/>
                      </p:stCondLst>
                      <p:childTnLst>
                        <p:par>
                          <p:cTn id="232" fill="hold" nodeType="withGroup">
                            <p:stCondLst>
                              <p:cond delay="0"/>
                            </p:stCondLst>
                            <p:childTnLst>
                              <p:par>
                                <p:cTn id="233" presetID="2" presetClass="entr" presetSubtype="8" fill="hold" grpId="0" nodeType="clickEffect">
                                  <p:stCondLst>
                                    <p:cond delay="0"/>
                                  </p:stCondLst>
                                  <p:childTnLst>
                                    <p:set>
                                      <p:cBhvr>
                                        <p:cTn id="234" dur="1" fill="hold">
                                          <p:stCondLst>
                                            <p:cond delay="0"/>
                                          </p:stCondLst>
                                        </p:cTn>
                                        <p:tgtEl>
                                          <p:spTgt spid="105533"/>
                                        </p:tgtEl>
                                        <p:attrNameLst>
                                          <p:attrName>style.visibility</p:attrName>
                                        </p:attrNameLst>
                                      </p:cBhvr>
                                      <p:to>
                                        <p:strVal val="visible"/>
                                      </p:to>
                                    </p:set>
                                    <p:anim calcmode="lin" valueType="num">
                                      <p:cBhvr additive="base">
                                        <p:cTn id="235" dur="500" fill="hold"/>
                                        <p:tgtEl>
                                          <p:spTgt spid="105533"/>
                                        </p:tgtEl>
                                        <p:attrNameLst>
                                          <p:attrName>ppt_x</p:attrName>
                                        </p:attrNameLst>
                                      </p:cBhvr>
                                      <p:tavLst>
                                        <p:tav tm="0">
                                          <p:val>
                                            <p:strVal val="0-#ppt_w/2"/>
                                          </p:val>
                                        </p:tav>
                                        <p:tav tm="100000">
                                          <p:val>
                                            <p:strVal val="#ppt_x"/>
                                          </p:val>
                                        </p:tav>
                                      </p:tavLst>
                                    </p:anim>
                                    <p:anim calcmode="lin" valueType="num">
                                      <p:cBhvr additive="base">
                                        <p:cTn id="236" dur="500" fill="hold"/>
                                        <p:tgtEl>
                                          <p:spTgt spid="105533"/>
                                        </p:tgtEl>
                                        <p:attrNameLst>
                                          <p:attrName>ppt_y</p:attrName>
                                        </p:attrNameLst>
                                      </p:cBhvr>
                                      <p:tavLst>
                                        <p:tav tm="0">
                                          <p:val>
                                            <p:strVal val="#ppt_y"/>
                                          </p:val>
                                        </p:tav>
                                        <p:tav tm="100000">
                                          <p:val>
                                            <p:strVal val="#ppt_y"/>
                                          </p:val>
                                        </p:tav>
                                      </p:tavLst>
                                    </p:anim>
                                  </p:childTnLst>
                                </p:cTn>
                              </p:par>
                            </p:childTnLst>
                          </p:cTn>
                        </p:par>
                      </p:childTnLst>
                    </p:cTn>
                  </p:par>
                  <p:par>
                    <p:cTn id="237" fill="hold" nodeType="clickPar">
                      <p:stCondLst>
                        <p:cond delay="indefinite"/>
                      </p:stCondLst>
                      <p:childTnLst>
                        <p:par>
                          <p:cTn id="238" fill="hold" nodeType="withGroup">
                            <p:stCondLst>
                              <p:cond delay="0"/>
                            </p:stCondLst>
                            <p:childTnLst>
                              <p:par>
                                <p:cTn id="239" presetID="2" presetClass="entr" presetSubtype="8" fill="hold" grpId="0" nodeType="clickEffect">
                                  <p:stCondLst>
                                    <p:cond delay="0"/>
                                  </p:stCondLst>
                                  <p:childTnLst>
                                    <p:set>
                                      <p:cBhvr>
                                        <p:cTn id="240" dur="1" fill="hold">
                                          <p:stCondLst>
                                            <p:cond delay="0"/>
                                          </p:stCondLst>
                                        </p:cTn>
                                        <p:tgtEl>
                                          <p:spTgt spid="105534"/>
                                        </p:tgtEl>
                                        <p:attrNameLst>
                                          <p:attrName>style.visibility</p:attrName>
                                        </p:attrNameLst>
                                      </p:cBhvr>
                                      <p:to>
                                        <p:strVal val="visible"/>
                                      </p:to>
                                    </p:set>
                                    <p:anim calcmode="lin" valueType="num">
                                      <p:cBhvr additive="base">
                                        <p:cTn id="241" dur="500" fill="hold"/>
                                        <p:tgtEl>
                                          <p:spTgt spid="105534"/>
                                        </p:tgtEl>
                                        <p:attrNameLst>
                                          <p:attrName>ppt_x</p:attrName>
                                        </p:attrNameLst>
                                      </p:cBhvr>
                                      <p:tavLst>
                                        <p:tav tm="0">
                                          <p:val>
                                            <p:strVal val="0-#ppt_w/2"/>
                                          </p:val>
                                        </p:tav>
                                        <p:tav tm="100000">
                                          <p:val>
                                            <p:strVal val="#ppt_x"/>
                                          </p:val>
                                        </p:tav>
                                      </p:tavLst>
                                    </p:anim>
                                    <p:anim calcmode="lin" valueType="num">
                                      <p:cBhvr additive="base">
                                        <p:cTn id="242" dur="500" fill="hold"/>
                                        <p:tgtEl>
                                          <p:spTgt spid="1055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95" grpId="0" autoUpdateAnimBg="0"/>
      <p:bldP spid="105496" grpId="0" autoUpdateAnimBg="0"/>
      <p:bldP spid="105497" grpId="0" autoUpdateAnimBg="0"/>
      <p:bldP spid="105498" grpId="0" autoUpdateAnimBg="0"/>
      <p:bldP spid="105499" grpId="0" autoUpdateAnimBg="0"/>
      <p:bldP spid="105500" grpId="0" autoUpdateAnimBg="0"/>
      <p:bldP spid="105501" grpId="0" autoUpdateAnimBg="0"/>
      <p:bldP spid="105502" grpId="0" autoUpdateAnimBg="0"/>
      <p:bldP spid="105503" grpId="0" autoUpdateAnimBg="0"/>
      <p:bldP spid="105504" grpId="0" autoUpdateAnimBg="0"/>
      <p:bldP spid="105505" grpId="0" autoUpdateAnimBg="0"/>
      <p:bldP spid="105506" grpId="0" autoUpdateAnimBg="0"/>
      <p:bldP spid="105507" grpId="0" autoUpdateAnimBg="0"/>
      <p:bldP spid="105508" grpId="0" autoUpdateAnimBg="0"/>
      <p:bldP spid="105509" grpId="0" autoUpdateAnimBg="0"/>
      <p:bldP spid="105510" grpId="0" autoUpdateAnimBg="0"/>
      <p:bldP spid="105511" grpId="0" autoUpdateAnimBg="0"/>
      <p:bldP spid="105512" grpId="0" autoUpdateAnimBg="0"/>
      <p:bldP spid="105513" grpId="0" autoUpdateAnimBg="0"/>
      <p:bldP spid="105514" grpId="0" autoUpdateAnimBg="0"/>
      <p:bldP spid="105515" grpId="0" autoUpdateAnimBg="0"/>
      <p:bldP spid="105516" grpId="0" autoUpdateAnimBg="0"/>
      <p:bldP spid="105517" grpId="0" autoUpdateAnimBg="0"/>
      <p:bldP spid="105518" grpId="0" autoUpdateAnimBg="0"/>
      <p:bldP spid="105519" grpId="0" autoUpdateAnimBg="0"/>
      <p:bldP spid="105520" grpId="0" autoUpdateAnimBg="0"/>
      <p:bldP spid="105521" grpId="0" autoUpdateAnimBg="0"/>
      <p:bldP spid="105522" grpId="0" autoUpdateAnimBg="0"/>
      <p:bldP spid="105523" grpId="0" autoUpdateAnimBg="0"/>
      <p:bldP spid="105524" grpId="0" autoUpdateAnimBg="0"/>
      <p:bldP spid="105525" grpId="0" autoUpdateAnimBg="0"/>
      <p:bldP spid="105526" grpId="0" autoUpdateAnimBg="0"/>
      <p:bldP spid="105527" grpId="0" autoUpdateAnimBg="0"/>
      <p:bldP spid="105528" grpId="0" autoUpdateAnimBg="0"/>
      <p:bldP spid="105529" grpId="0" autoUpdateAnimBg="0"/>
      <p:bldP spid="105530" grpId="0" autoUpdateAnimBg="0"/>
      <p:bldP spid="105531" grpId="0" autoUpdateAnimBg="0"/>
      <p:bldP spid="105532" grpId="0" autoUpdateAnimBg="0"/>
      <p:bldP spid="105533" grpId="0" autoUpdateAnimBg="0"/>
      <p:bldP spid="105534"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99A685CA-64FB-4D7C-BD14-69498CE67561}"/>
              </a:ext>
            </a:extLst>
          </p:cNvPr>
          <p:cNvSpPr>
            <a:spLocks noChangeArrowheads="1"/>
          </p:cNvSpPr>
          <p:nvPr/>
        </p:nvSpPr>
        <p:spPr bwMode="auto">
          <a:xfrm>
            <a:off x="381000" y="609600"/>
            <a:ext cx="80772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r>
              <a:rPr lang="zh-CN" altLang="en-US" sz="2800" b="1">
                <a:solidFill>
                  <a:schemeClr val="tx2"/>
                </a:solidFill>
                <a:latin typeface="Times New Roman" panose="02020603050405020304" pitchFamily="18" charset="0"/>
              </a:rPr>
              <a:t>（三）时差的计算</a:t>
            </a:r>
          </a:p>
          <a:p>
            <a:pPr algn="just" eaLnBrk="1" hangingPunct="1"/>
            <a:r>
              <a:rPr lang="zh-CN" altLang="en-US" sz="2800" b="1">
                <a:solidFill>
                  <a:schemeClr val="tx2"/>
                </a:solidFill>
                <a:latin typeface="宋体" panose="02010600030101010101" pitchFamily="2" charset="-122"/>
              </a:rPr>
              <a:t>时差：工作的机动时间，根据性质和作用的不同分为：总时差、局部时差、干涉时差、从属时差。</a:t>
            </a:r>
            <a:endParaRPr lang="zh-CN" altLang="en-US" sz="2800">
              <a:solidFill>
                <a:schemeClr val="tx2"/>
              </a:solidFill>
              <a:latin typeface="Times New Roman" panose="02020603050405020304" pitchFamily="18" charset="0"/>
            </a:endParaRPr>
          </a:p>
        </p:txBody>
      </p:sp>
      <p:graphicFrame>
        <p:nvGraphicFramePr>
          <p:cNvPr id="11267" name="Object 3" descr="信纸">
            <a:extLst>
              <a:ext uri="{FF2B5EF4-FFF2-40B4-BE49-F238E27FC236}">
                <a16:creationId xmlns:a16="http://schemas.microsoft.com/office/drawing/2014/main" id="{ECF73BF0-1935-4719-8349-B04F7599D372}"/>
              </a:ext>
            </a:extLst>
          </p:cNvPr>
          <p:cNvGraphicFramePr>
            <a:graphicFrameLocks noChangeAspect="1"/>
          </p:cNvGraphicFramePr>
          <p:nvPr/>
        </p:nvGraphicFramePr>
        <p:xfrm>
          <a:off x="2209800" y="2209800"/>
          <a:ext cx="4114800" cy="2414588"/>
        </p:xfrm>
        <a:graphic>
          <a:graphicData uri="http://schemas.openxmlformats.org/presentationml/2006/ole">
            <mc:AlternateContent xmlns:mc="http://schemas.openxmlformats.org/markup-compatibility/2006">
              <mc:Choice xmlns:v="urn:schemas-microsoft-com:vml" Requires="v">
                <p:oleObj spid="_x0000_s15369" name="AutoCAD Drawing" r:id="rId3" imgW="9067800" imgH="5172075" progId="AutoCAD.Drawing.16">
                  <p:embed/>
                </p:oleObj>
              </mc:Choice>
              <mc:Fallback>
                <p:oleObj name="AutoCAD Drawing" r:id="rId3" imgW="9067800" imgH="5172075" progId="AutoCAD.Drawing.16">
                  <p:embed/>
                  <p:pic>
                    <p:nvPicPr>
                      <p:cNvPr id="11267" name="Object 3" descr="信纸">
                        <a:extLst>
                          <a:ext uri="{FF2B5EF4-FFF2-40B4-BE49-F238E27FC236}">
                            <a16:creationId xmlns:a16="http://schemas.microsoft.com/office/drawing/2014/main" id="{ECF73BF0-1935-4719-8349-B04F7599D3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3446" t="2946" r="26471" b="35268"/>
                      <a:stretch>
                        <a:fillRect/>
                      </a:stretch>
                    </p:blipFill>
                    <p:spPr bwMode="auto">
                      <a:xfrm>
                        <a:off x="2209800" y="2209800"/>
                        <a:ext cx="4114800" cy="2414588"/>
                      </a:xfrm>
                      <a:prstGeom prst="rect">
                        <a:avLst/>
                      </a:prstGeom>
                      <a:blipFill dpi="0" rotWithShape="0">
                        <a:blip r:embed="rId5"/>
                        <a:srcRect l="13446" t="2946" r="26471" b="35268"/>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6500" name="Rectangle 4">
            <a:extLst>
              <a:ext uri="{FF2B5EF4-FFF2-40B4-BE49-F238E27FC236}">
                <a16:creationId xmlns:a16="http://schemas.microsoft.com/office/drawing/2014/main" id="{72774D4B-3D07-4ADF-A64F-857001221377}"/>
              </a:ext>
            </a:extLst>
          </p:cNvPr>
          <p:cNvSpPr>
            <a:spLocks noChangeArrowheads="1"/>
          </p:cNvSpPr>
          <p:nvPr/>
        </p:nvSpPr>
        <p:spPr bwMode="auto">
          <a:xfrm>
            <a:off x="4495800" y="2209800"/>
            <a:ext cx="3810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sz="2800" b="1">
                <a:solidFill>
                  <a:schemeClr val="bg2"/>
                </a:solidFill>
                <a:latin typeface="宋体" panose="02010600030101010101" pitchFamily="2" charset="-122"/>
              </a:rPr>
              <a:t>TF</a:t>
            </a:r>
            <a:endParaRPr lang="en-US" altLang="zh-CN" sz="2800">
              <a:solidFill>
                <a:schemeClr val="bg2"/>
              </a:solidFill>
              <a:latin typeface="Times New Roman" panose="02020603050405020304" pitchFamily="18" charset="0"/>
            </a:endParaRPr>
          </a:p>
        </p:txBody>
      </p:sp>
      <p:sp>
        <p:nvSpPr>
          <p:cNvPr id="106501" name="Rectangle 5">
            <a:extLst>
              <a:ext uri="{FF2B5EF4-FFF2-40B4-BE49-F238E27FC236}">
                <a16:creationId xmlns:a16="http://schemas.microsoft.com/office/drawing/2014/main" id="{ED09EC96-FAF3-4EE1-91AD-FBB12B01CD2C}"/>
              </a:ext>
            </a:extLst>
          </p:cNvPr>
          <p:cNvSpPr>
            <a:spLocks noChangeArrowheads="1"/>
          </p:cNvSpPr>
          <p:nvPr/>
        </p:nvSpPr>
        <p:spPr bwMode="auto">
          <a:xfrm>
            <a:off x="4495800" y="2667000"/>
            <a:ext cx="3810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sz="2800" b="1">
                <a:solidFill>
                  <a:schemeClr val="bg2"/>
                </a:solidFill>
                <a:latin typeface="宋体" panose="02010600030101010101" pitchFamily="2" charset="-122"/>
              </a:rPr>
              <a:t>FF</a:t>
            </a:r>
            <a:endParaRPr lang="en-US" altLang="zh-CN" sz="2800">
              <a:solidFill>
                <a:schemeClr val="bg2"/>
              </a:solidFill>
              <a:latin typeface="Times New Roman" panose="02020603050405020304" pitchFamily="18" charset="0"/>
            </a:endParaRPr>
          </a:p>
        </p:txBody>
      </p:sp>
      <p:sp>
        <p:nvSpPr>
          <p:cNvPr id="106502" name="Rectangle 6">
            <a:extLst>
              <a:ext uri="{FF2B5EF4-FFF2-40B4-BE49-F238E27FC236}">
                <a16:creationId xmlns:a16="http://schemas.microsoft.com/office/drawing/2014/main" id="{E974B6A2-F0C4-4C00-BFF8-1D32F2C38B42}"/>
              </a:ext>
            </a:extLst>
          </p:cNvPr>
          <p:cNvSpPr>
            <a:spLocks noChangeArrowheads="1"/>
          </p:cNvSpPr>
          <p:nvPr/>
        </p:nvSpPr>
        <p:spPr bwMode="auto">
          <a:xfrm>
            <a:off x="5029200" y="2209800"/>
            <a:ext cx="3810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sz="2800" b="1">
                <a:solidFill>
                  <a:schemeClr val="bg2"/>
                </a:solidFill>
                <a:latin typeface="宋体" panose="02010600030101010101" pitchFamily="2" charset="-122"/>
              </a:rPr>
              <a:t>IF</a:t>
            </a:r>
            <a:endParaRPr lang="en-US" altLang="zh-CN" sz="2800">
              <a:solidFill>
                <a:schemeClr val="bg2"/>
              </a:solidFill>
              <a:latin typeface="Times New Roman" panose="02020603050405020304" pitchFamily="18" charset="0"/>
            </a:endParaRPr>
          </a:p>
        </p:txBody>
      </p:sp>
      <p:sp>
        <p:nvSpPr>
          <p:cNvPr id="106503" name="Rectangle 7">
            <a:extLst>
              <a:ext uri="{FF2B5EF4-FFF2-40B4-BE49-F238E27FC236}">
                <a16:creationId xmlns:a16="http://schemas.microsoft.com/office/drawing/2014/main" id="{6A014555-E849-437F-956C-A4CAEBBC6629}"/>
              </a:ext>
            </a:extLst>
          </p:cNvPr>
          <p:cNvSpPr>
            <a:spLocks noChangeArrowheads="1"/>
          </p:cNvSpPr>
          <p:nvPr/>
        </p:nvSpPr>
        <p:spPr bwMode="auto">
          <a:xfrm>
            <a:off x="5029200" y="2667000"/>
            <a:ext cx="3810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sz="2800" b="1">
                <a:solidFill>
                  <a:schemeClr val="bg2"/>
                </a:solidFill>
                <a:latin typeface="宋体" panose="02010600030101010101" pitchFamily="2" charset="-122"/>
              </a:rPr>
              <a:t>DF</a:t>
            </a:r>
            <a:endParaRPr lang="en-US" altLang="zh-CN" sz="2800">
              <a:solidFill>
                <a:schemeClr val="bg2"/>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6500"/>
                                        </p:tgtEl>
                                        <p:attrNameLst>
                                          <p:attrName>style.visibility</p:attrName>
                                        </p:attrNameLst>
                                      </p:cBhvr>
                                      <p:to>
                                        <p:strVal val="visible"/>
                                      </p:to>
                                    </p:set>
                                    <p:anim calcmode="lin" valueType="num">
                                      <p:cBhvr additive="base">
                                        <p:cTn id="7" dur="500" fill="hold"/>
                                        <p:tgtEl>
                                          <p:spTgt spid="106500"/>
                                        </p:tgtEl>
                                        <p:attrNameLst>
                                          <p:attrName>ppt_x</p:attrName>
                                        </p:attrNameLst>
                                      </p:cBhvr>
                                      <p:tavLst>
                                        <p:tav tm="0">
                                          <p:val>
                                            <p:strVal val="0-#ppt_w/2"/>
                                          </p:val>
                                        </p:tav>
                                        <p:tav tm="100000">
                                          <p:val>
                                            <p:strVal val="#ppt_x"/>
                                          </p:val>
                                        </p:tav>
                                      </p:tavLst>
                                    </p:anim>
                                    <p:anim calcmode="lin" valueType="num">
                                      <p:cBhvr additive="base">
                                        <p:cTn id="8" dur="500" fill="hold"/>
                                        <p:tgtEl>
                                          <p:spTgt spid="10650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6501"/>
                                        </p:tgtEl>
                                        <p:attrNameLst>
                                          <p:attrName>style.visibility</p:attrName>
                                        </p:attrNameLst>
                                      </p:cBhvr>
                                      <p:to>
                                        <p:strVal val="visible"/>
                                      </p:to>
                                    </p:set>
                                    <p:anim calcmode="lin" valueType="num">
                                      <p:cBhvr additive="base">
                                        <p:cTn id="13" dur="500" fill="hold"/>
                                        <p:tgtEl>
                                          <p:spTgt spid="106501"/>
                                        </p:tgtEl>
                                        <p:attrNameLst>
                                          <p:attrName>ppt_x</p:attrName>
                                        </p:attrNameLst>
                                      </p:cBhvr>
                                      <p:tavLst>
                                        <p:tav tm="0">
                                          <p:val>
                                            <p:strVal val="0-#ppt_w/2"/>
                                          </p:val>
                                        </p:tav>
                                        <p:tav tm="100000">
                                          <p:val>
                                            <p:strVal val="#ppt_x"/>
                                          </p:val>
                                        </p:tav>
                                      </p:tavLst>
                                    </p:anim>
                                    <p:anim calcmode="lin" valueType="num">
                                      <p:cBhvr additive="base">
                                        <p:cTn id="14" dur="500" fill="hold"/>
                                        <p:tgtEl>
                                          <p:spTgt spid="10650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6502"/>
                                        </p:tgtEl>
                                        <p:attrNameLst>
                                          <p:attrName>style.visibility</p:attrName>
                                        </p:attrNameLst>
                                      </p:cBhvr>
                                      <p:to>
                                        <p:strVal val="visible"/>
                                      </p:to>
                                    </p:set>
                                    <p:anim calcmode="lin" valueType="num">
                                      <p:cBhvr additive="base">
                                        <p:cTn id="19" dur="500" fill="hold"/>
                                        <p:tgtEl>
                                          <p:spTgt spid="106502"/>
                                        </p:tgtEl>
                                        <p:attrNameLst>
                                          <p:attrName>ppt_x</p:attrName>
                                        </p:attrNameLst>
                                      </p:cBhvr>
                                      <p:tavLst>
                                        <p:tav tm="0">
                                          <p:val>
                                            <p:strVal val="0-#ppt_w/2"/>
                                          </p:val>
                                        </p:tav>
                                        <p:tav tm="100000">
                                          <p:val>
                                            <p:strVal val="#ppt_x"/>
                                          </p:val>
                                        </p:tav>
                                      </p:tavLst>
                                    </p:anim>
                                    <p:anim calcmode="lin" valueType="num">
                                      <p:cBhvr additive="base">
                                        <p:cTn id="20" dur="500" fill="hold"/>
                                        <p:tgtEl>
                                          <p:spTgt spid="10650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6503"/>
                                        </p:tgtEl>
                                        <p:attrNameLst>
                                          <p:attrName>style.visibility</p:attrName>
                                        </p:attrNameLst>
                                      </p:cBhvr>
                                      <p:to>
                                        <p:strVal val="visible"/>
                                      </p:to>
                                    </p:set>
                                    <p:anim calcmode="lin" valueType="num">
                                      <p:cBhvr additive="base">
                                        <p:cTn id="25" dur="500" fill="hold"/>
                                        <p:tgtEl>
                                          <p:spTgt spid="106503"/>
                                        </p:tgtEl>
                                        <p:attrNameLst>
                                          <p:attrName>ppt_x</p:attrName>
                                        </p:attrNameLst>
                                      </p:cBhvr>
                                      <p:tavLst>
                                        <p:tav tm="0">
                                          <p:val>
                                            <p:strVal val="0-#ppt_w/2"/>
                                          </p:val>
                                        </p:tav>
                                        <p:tav tm="100000">
                                          <p:val>
                                            <p:strVal val="#ppt_x"/>
                                          </p:val>
                                        </p:tav>
                                      </p:tavLst>
                                    </p:anim>
                                    <p:anim calcmode="lin" valueType="num">
                                      <p:cBhvr additive="base">
                                        <p:cTn id="26" dur="500" fill="hold"/>
                                        <p:tgtEl>
                                          <p:spTgt spid="1065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0" grpId="0" autoUpdateAnimBg="0"/>
      <p:bldP spid="106501" grpId="0" autoUpdateAnimBg="0"/>
      <p:bldP spid="106502" grpId="0" autoUpdateAnimBg="0"/>
      <p:bldP spid="106503"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53F41C96-C86E-4D64-A4A3-BD3FD7C4735B}"/>
              </a:ext>
            </a:extLst>
          </p:cNvPr>
          <p:cNvSpPr>
            <a:spLocks noChangeArrowheads="1"/>
          </p:cNvSpPr>
          <p:nvPr/>
        </p:nvSpPr>
        <p:spPr bwMode="auto">
          <a:xfrm>
            <a:off x="900113" y="476250"/>
            <a:ext cx="7848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800" b="1">
                <a:solidFill>
                  <a:schemeClr val="tx2"/>
                </a:solidFill>
                <a:latin typeface="Times New Roman" panose="02020603050405020304" pitchFamily="18" charset="0"/>
              </a:rPr>
              <a:t>1</a:t>
            </a:r>
            <a:r>
              <a:rPr lang="zh-CN" altLang="en-US" sz="2800" b="1">
                <a:solidFill>
                  <a:schemeClr val="tx2"/>
                </a:solidFill>
                <a:latin typeface="Times New Roman" panose="02020603050405020304" pitchFamily="18" charset="0"/>
              </a:rPr>
              <a:t>．总时差：</a:t>
            </a:r>
            <a:r>
              <a:rPr lang="en-US" altLang="zh-CN" sz="2800" b="1">
                <a:solidFill>
                  <a:schemeClr val="tx2"/>
                </a:solidFill>
                <a:latin typeface="Times New Roman" panose="02020603050405020304" pitchFamily="18" charset="0"/>
              </a:rPr>
              <a:t>TF</a:t>
            </a:r>
            <a:endParaRPr lang="en-US" altLang="zh-CN" sz="2800">
              <a:solidFill>
                <a:schemeClr val="tx2"/>
              </a:solidFill>
              <a:latin typeface="Times New Roman" panose="02020603050405020304" pitchFamily="18" charset="0"/>
            </a:endParaRPr>
          </a:p>
          <a:p>
            <a:pPr algn="just" eaLnBrk="1" hangingPunct="1"/>
            <a:r>
              <a:rPr lang="zh-CN" altLang="en-US" sz="2800" b="1" i="1">
                <a:latin typeface="宋体" panose="02010600030101010101" pitchFamily="2" charset="-122"/>
              </a:rPr>
              <a:t>工作在最早开始时间至结束时间所具有的机动时间，即在不影响计划总工期的条件下，各工作所具有的机动时间。</a:t>
            </a:r>
            <a:r>
              <a:rPr lang="zh-CN" altLang="en-US" sz="2800">
                <a:latin typeface="Times New Roman" panose="02020603050405020304" pitchFamily="18" charset="0"/>
              </a:rPr>
              <a:t> </a:t>
            </a:r>
          </a:p>
        </p:txBody>
      </p:sp>
      <p:sp>
        <p:nvSpPr>
          <p:cNvPr id="12291" name="Rectangle 3">
            <a:extLst>
              <a:ext uri="{FF2B5EF4-FFF2-40B4-BE49-F238E27FC236}">
                <a16:creationId xmlns:a16="http://schemas.microsoft.com/office/drawing/2014/main" id="{640CFAD8-B3AB-4860-BCF6-9D97881633C8}"/>
              </a:ext>
            </a:extLst>
          </p:cNvPr>
          <p:cNvSpPr>
            <a:spLocks noChangeArrowheads="1"/>
          </p:cNvSpPr>
          <p:nvPr/>
        </p:nvSpPr>
        <p:spPr bwMode="auto">
          <a:xfrm>
            <a:off x="2652713" y="2457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94945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spcBef>
                <a:spcPct val="20000"/>
              </a:spcBef>
            </a:pPr>
            <a:endParaRPr lang="zh-CN" altLang="zh-CN" sz="2800">
              <a:latin typeface="Times New Roman" panose="02020603050405020304" pitchFamily="18" charset="0"/>
            </a:endParaRPr>
          </a:p>
        </p:txBody>
      </p:sp>
      <p:graphicFrame>
        <p:nvGraphicFramePr>
          <p:cNvPr id="12292" name="Object 4" descr="信纸">
            <a:extLst>
              <a:ext uri="{FF2B5EF4-FFF2-40B4-BE49-F238E27FC236}">
                <a16:creationId xmlns:a16="http://schemas.microsoft.com/office/drawing/2014/main" id="{7EA4F7F9-3138-4BC1-B6B7-2BBAE430BC03}"/>
              </a:ext>
            </a:extLst>
          </p:cNvPr>
          <p:cNvGraphicFramePr>
            <a:graphicFrameLocks noChangeAspect="1"/>
          </p:cNvGraphicFramePr>
          <p:nvPr/>
        </p:nvGraphicFramePr>
        <p:xfrm>
          <a:off x="1828800" y="2362200"/>
          <a:ext cx="2524125" cy="457200"/>
        </p:xfrm>
        <a:graphic>
          <a:graphicData uri="http://schemas.openxmlformats.org/presentationml/2006/ole">
            <mc:AlternateContent xmlns:mc="http://schemas.openxmlformats.org/markup-compatibility/2006">
              <mc:Choice xmlns:v="urn:schemas-microsoft-com:vml" Requires="v">
                <p:oleObj spid="_x0000_s16421" r:id="rId3" imgW="1396394" imgH="253890" progId="Equation.3">
                  <p:embed/>
                </p:oleObj>
              </mc:Choice>
              <mc:Fallback>
                <p:oleObj r:id="rId3" imgW="1396394" imgH="253890" progId="Equation.3">
                  <p:embed/>
                  <p:pic>
                    <p:nvPicPr>
                      <p:cNvPr id="12292" name="Object 4" descr="信纸">
                        <a:extLst>
                          <a:ext uri="{FF2B5EF4-FFF2-40B4-BE49-F238E27FC236}">
                            <a16:creationId xmlns:a16="http://schemas.microsoft.com/office/drawing/2014/main" id="{7EA4F7F9-3138-4BC1-B6B7-2BBAE430BC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2362200"/>
                        <a:ext cx="2524125" cy="457200"/>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93" name="Object 5" descr="信纸">
            <a:extLst>
              <a:ext uri="{FF2B5EF4-FFF2-40B4-BE49-F238E27FC236}">
                <a16:creationId xmlns:a16="http://schemas.microsoft.com/office/drawing/2014/main" id="{66D0BCB4-C1DA-44B6-AC10-017A62EB7D83}"/>
              </a:ext>
            </a:extLst>
          </p:cNvPr>
          <p:cNvGraphicFramePr>
            <a:graphicFrameLocks noChangeAspect="1"/>
          </p:cNvGraphicFramePr>
          <p:nvPr/>
        </p:nvGraphicFramePr>
        <p:xfrm>
          <a:off x="2339975" y="2852738"/>
          <a:ext cx="1666875" cy="438150"/>
        </p:xfrm>
        <a:graphic>
          <a:graphicData uri="http://schemas.openxmlformats.org/presentationml/2006/ole">
            <mc:AlternateContent xmlns:mc="http://schemas.openxmlformats.org/markup-compatibility/2006">
              <mc:Choice xmlns:v="urn:schemas-microsoft-com:vml" Requires="v">
                <p:oleObj spid="_x0000_s16422" r:id="rId6" imgW="927100" imgH="241300" progId="Equation.3">
                  <p:embed/>
                </p:oleObj>
              </mc:Choice>
              <mc:Fallback>
                <p:oleObj r:id="rId6" imgW="927100" imgH="241300" progId="Equation.3">
                  <p:embed/>
                  <p:pic>
                    <p:nvPicPr>
                      <p:cNvPr id="12293" name="Object 5" descr="信纸">
                        <a:extLst>
                          <a:ext uri="{FF2B5EF4-FFF2-40B4-BE49-F238E27FC236}">
                            <a16:creationId xmlns:a16="http://schemas.microsoft.com/office/drawing/2014/main" id="{66D0BCB4-C1DA-44B6-AC10-017A62EB7D8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39975" y="2852738"/>
                        <a:ext cx="1666875" cy="438150"/>
                      </a:xfrm>
                      <a:prstGeom prst="rect">
                        <a:avLst/>
                      </a:prstGeom>
                      <a:blipFill dpi="0" rotWithShape="0">
                        <a:blip r:embed="rId5"/>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4" name="Object 6" descr="信纸">
            <a:extLst>
              <a:ext uri="{FF2B5EF4-FFF2-40B4-BE49-F238E27FC236}">
                <a16:creationId xmlns:a16="http://schemas.microsoft.com/office/drawing/2014/main" id="{B12A3E9B-4C3F-481B-900B-21A715B7E117}"/>
              </a:ext>
            </a:extLst>
          </p:cNvPr>
          <p:cNvGraphicFramePr>
            <a:graphicFrameLocks noChangeAspect="1"/>
          </p:cNvGraphicFramePr>
          <p:nvPr/>
        </p:nvGraphicFramePr>
        <p:xfrm>
          <a:off x="5640388" y="2924175"/>
          <a:ext cx="1681162" cy="438150"/>
        </p:xfrm>
        <a:graphic>
          <a:graphicData uri="http://schemas.openxmlformats.org/presentationml/2006/ole">
            <mc:AlternateContent xmlns:mc="http://schemas.openxmlformats.org/markup-compatibility/2006">
              <mc:Choice xmlns:v="urn:schemas-microsoft-com:vml" Requires="v">
                <p:oleObj spid="_x0000_s16423" name="公式" r:id="rId8" imgW="927100" imgH="241300" progId="Equation.3">
                  <p:embed/>
                </p:oleObj>
              </mc:Choice>
              <mc:Fallback>
                <p:oleObj name="公式" r:id="rId8" imgW="927100" imgH="241300" progId="Equation.3">
                  <p:embed/>
                  <p:pic>
                    <p:nvPicPr>
                      <p:cNvPr id="12294" name="Object 6" descr="信纸">
                        <a:extLst>
                          <a:ext uri="{FF2B5EF4-FFF2-40B4-BE49-F238E27FC236}">
                            <a16:creationId xmlns:a16="http://schemas.microsoft.com/office/drawing/2014/main" id="{B12A3E9B-4C3F-481B-900B-21A715B7E11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40388" y="2924175"/>
                        <a:ext cx="1681162" cy="438150"/>
                      </a:xfrm>
                      <a:prstGeom prst="rect">
                        <a:avLst/>
                      </a:prstGeom>
                      <a:blipFill dpi="0" rotWithShape="0">
                        <a:blip r:embed="rId5"/>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5" name="Object 7" descr="信纸">
            <a:extLst>
              <a:ext uri="{FF2B5EF4-FFF2-40B4-BE49-F238E27FC236}">
                <a16:creationId xmlns:a16="http://schemas.microsoft.com/office/drawing/2014/main" id="{4CE11B20-5BAC-447E-96AA-040AFE26DED4}"/>
              </a:ext>
            </a:extLst>
          </p:cNvPr>
          <p:cNvGraphicFramePr>
            <a:graphicFrameLocks noChangeAspect="1"/>
          </p:cNvGraphicFramePr>
          <p:nvPr/>
        </p:nvGraphicFramePr>
        <p:xfrm>
          <a:off x="2428875" y="3662363"/>
          <a:ext cx="4438650" cy="2541587"/>
        </p:xfrm>
        <a:graphic>
          <a:graphicData uri="http://schemas.openxmlformats.org/presentationml/2006/ole">
            <mc:AlternateContent xmlns:mc="http://schemas.openxmlformats.org/markup-compatibility/2006">
              <mc:Choice xmlns:v="urn:schemas-microsoft-com:vml" Requires="v">
                <p:oleObj spid="_x0000_s16424" name="AutoCAD Drawing" r:id="rId10" imgW="9067800" imgH="5172075" progId="AutoCAD.Drawing.16">
                  <p:embed/>
                </p:oleObj>
              </mc:Choice>
              <mc:Fallback>
                <p:oleObj name="AutoCAD Drawing" r:id="rId10" imgW="9067800" imgH="5172075" progId="AutoCAD.Drawing.16">
                  <p:embed/>
                  <p:pic>
                    <p:nvPicPr>
                      <p:cNvPr id="12295" name="Object 7" descr="信纸">
                        <a:extLst>
                          <a:ext uri="{FF2B5EF4-FFF2-40B4-BE49-F238E27FC236}">
                            <a16:creationId xmlns:a16="http://schemas.microsoft.com/office/drawing/2014/main" id="{4CE11B20-5BAC-447E-96AA-040AFE26DED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l="9109" t="50908" r="52673" b="10751"/>
                      <a:stretch>
                        <a:fillRect/>
                      </a:stretch>
                    </p:blipFill>
                    <p:spPr bwMode="auto">
                      <a:xfrm>
                        <a:off x="2428875" y="3662363"/>
                        <a:ext cx="4438650" cy="2541587"/>
                      </a:xfrm>
                      <a:prstGeom prst="rect">
                        <a:avLst/>
                      </a:prstGeom>
                      <a:blipFill dpi="0" rotWithShape="0">
                        <a:blip r:embed="rId5"/>
                        <a:srcRect l="9109" t="50908" r="52673" b="10751"/>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6" name="Object 8" descr="信纸">
            <a:extLst>
              <a:ext uri="{FF2B5EF4-FFF2-40B4-BE49-F238E27FC236}">
                <a16:creationId xmlns:a16="http://schemas.microsoft.com/office/drawing/2014/main" id="{DBEA43ED-D96D-4C1B-8A6F-E3B820C91522}"/>
              </a:ext>
            </a:extLst>
          </p:cNvPr>
          <p:cNvGraphicFramePr>
            <a:graphicFrameLocks noChangeAspect="1"/>
          </p:cNvGraphicFramePr>
          <p:nvPr/>
        </p:nvGraphicFramePr>
        <p:xfrm>
          <a:off x="5410200" y="2362200"/>
          <a:ext cx="2203450" cy="457200"/>
        </p:xfrm>
        <a:graphic>
          <a:graphicData uri="http://schemas.openxmlformats.org/presentationml/2006/ole">
            <mc:AlternateContent xmlns:mc="http://schemas.openxmlformats.org/markup-compatibility/2006">
              <mc:Choice xmlns:v="urn:schemas-microsoft-com:vml" Requires="v">
                <p:oleObj spid="_x0000_s16425" name="Equation" r:id="rId12" imgW="1218671" imgH="253890" progId="Equation.3">
                  <p:embed/>
                </p:oleObj>
              </mc:Choice>
              <mc:Fallback>
                <p:oleObj name="Equation" r:id="rId12" imgW="1218671" imgH="253890" progId="Equation.3">
                  <p:embed/>
                  <p:pic>
                    <p:nvPicPr>
                      <p:cNvPr id="12296" name="Object 8" descr="信纸">
                        <a:extLst>
                          <a:ext uri="{FF2B5EF4-FFF2-40B4-BE49-F238E27FC236}">
                            <a16:creationId xmlns:a16="http://schemas.microsoft.com/office/drawing/2014/main" id="{DBEA43ED-D96D-4C1B-8A6F-E3B820C9152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10200" y="2362200"/>
                        <a:ext cx="2203450" cy="457200"/>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7529" name="Rectangle 9">
            <a:extLst>
              <a:ext uri="{FF2B5EF4-FFF2-40B4-BE49-F238E27FC236}">
                <a16:creationId xmlns:a16="http://schemas.microsoft.com/office/drawing/2014/main" id="{C0D2F1C6-2DAB-4EA0-8B91-002CB83ACA46}"/>
              </a:ext>
            </a:extLst>
          </p:cNvPr>
          <p:cNvSpPr>
            <a:spLocks noChangeArrowheads="1"/>
          </p:cNvSpPr>
          <p:nvPr/>
        </p:nvSpPr>
        <p:spPr bwMode="auto">
          <a:xfrm>
            <a:off x="4495800" y="3657600"/>
            <a:ext cx="152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2</a:t>
            </a:r>
            <a:endParaRPr lang="en-US" altLang="zh-CN">
              <a:solidFill>
                <a:schemeClr val="bg2"/>
              </a:solidFill>
              <a:latin typeface="Times New Roman" panose="02020603050405020304" pitchFamily="18" charset="0"/>
            </a:endParaRPr>
          </a:p>
        </p:txBody>
      </p:sp>
      <p:sp>
        <p:nvSpPr>
          <p:cNvPr id="107530" name="Rectangle 10">
            <a:extLst>
              <a:ext uri="{FF2B5EF4-FFF2-40B4-BE49-F238E27FC236}">
                <a16:creationId xmlns:a16="http://schemas.microsoft.com/office/drawing/2014/main" id="{C7EE06EF-73EF-4B8D-AF16-F07315F4E2D4}"/>
              </a:ext>
            </a:extLst>
          </p:cNvPr>
          <p:cNvSpPr>
            <a:spLocks noChangeArrowheads="1"/>
          </p:cNvSpPr>
          <p:nvPr/>
        </p:nvSpPr>
        <p:spPr bwMode="auto">
          <a:xfrm>
            <a:off x="4724400" y="5029200"/>
            <a:ext cx="152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07531" name="Rectangle 11" descr="信纸">
            <a:extLst>
              <a:ext uri="{FF2B5EF4-FFF2-40B4-BE49-F238E27FC236}">
                <a16:creationId xmlns:a16="http://schemas.microsoft.com/office/drawing/2014/main" id="{1A59506C-2CFF-409E-90CA-96FB15411289}"/>
              </a:ext>
            </a:extLst>
          </p:cNvPr>
          <p:cNvSpPr>
            <a:spLocks noChangeArrowheads="1"/>
          </p:cNvSpPr>
          <p:nvPr/>
        </p:nvSpPr>
        <p:spPr bwMode="auto">
          <a:xfrm>
            <a:off x="3886200" y="3276600"/>
            <a:ext cx="615950" cy="365125"/>
          </a:xfrm>
          <a:prstGeom prst="rect">
            <a:avLst/>
          </a:prstGeom>
          <a:blipFill dpi="0" rotWithShape="0">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6-4=</a:t>
            </a:r>
            <a:endParaRPr lang="en-US" altLang="zh-CN">
              <a:solidFill>
                <a:schemeClr val="bg2"/>
              </a:solidFill>
              <a:latin typeface="Times New Roman" panose="02020603050405020304" pitchFamily="18" charset="0"/>
            </a:endParaRPr>
          </a:p>
        </p:txBody>
      </p:sp>
      <p:sp>
        <p:nvSpPr>
          <p:cNvPr id="107532" name="Rectangle 12" descr="信纸">
            <a:extLst>
              <a:ext uri="{FF2B5EF4-FFF2-40B4-BE49-F238E27FC236}">
                <a16:creationId xmlns:a16="http://schemas.microsoft.com/office/drawing/2014/main" id="{E9531EEC-F9F8-49E5-8784-77B80BF8C35C}"/>
              </a:ext>
            </a:extLst>
          </p:cNvPr>
          <p:cNvSpPr>
            <a:spLocks noChangeArrowheads="1"/>
          </p:cNvSpPr>
          <p:nvPr/>
        </p:nvSpPr>
        <p:spPr bwMode="auto">
          <a:xfrm>
            <a:off x="4038600" y="4800600"/>
            <a:ext cx="615950" cy="365125"/>
          </a:xfrm>
          <a:prstGeom prst="rect">
            <a:avLst/>
          </a:prstGeom>
          <a:blipFill dpi="0" rotWithShape="0">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4-4=</a:t>
            </a:r>
            <a:endParaRPr lang="en-US" altLang="zh-CN">
              <a:solidFill>
                <a:schemeClr val="bg2"/>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7531"/>
                                        </p:tgtEl>
                                        <p:attrNameLst>
                                          <p:attrName>style.visibility</p:attrName>
                                        </p:attrNameLst>
                                      </p:cBhvr>
                                      <p:to>
                                        <p:strVal val="visible"/>
                                      </p:to>
                                    </p:set>
                                    <p:anim calcmode="lin" valueType="num">
                                      <p:cBhvr additive="base">
                                        <p:cTn id="7" dur="500" fill="hold"/>
                                        <p:tgtEl>
                                          <p:spTgt spid="107531"/>
                                        </p:tgtEl>
                                        <p:attrNameLst>
                                          <p:attrName>ppt_x</p:attrName>
                                        </p:attrNameLst>
                                      </p:cBhvr>
                                      <p:tavLst>
                                        <p:tav tm="0">
                                          <p:val>
                                            <p:strVal val="0-#ppt_w/2"/>
                                          </p:val>
                                        </p:tav>
                                        <p:tav tm="100000">
                                          <p:val>
                                            <p:strVal val="#ppt_x"/>
                                          </p:val>
                                        </p:tav>
                                      </p:tavLst>
                                    </p:anim>
                                    <p:anim calcmode="lin" valueType="num">
                                      <p:cBhvr additive="base">
                                        <p:cTn id="8" dur="500" fill="hold"/>
                                        <p:tgtEl>
                                          <p:spTgt spid="107531"/>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07531"/>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7529"/>
                                        </p:tgtEl>
                                        <p:attrNameLst>
                                          <p:attrName>style.visibility</p:attrName>
                                        </p:attrNameLst>
                                      </p:cBhvr>
                                      <p:to>
                                        <p:strVal val="visible"/>
                                      </p:to>
                                    </p:set>
                                    <p:anim calcmode="lin" valueType="num">
                                      <p:cBhvr additive="base">
                                        <p:cTn id="13" dur="500" fill="hold"/>
                                        <p:tgtEl>
                                          <p:spTgt spid="107529"/>
                                        </p:tgtEl>
                                        <p:attrNameLst>
                                          <p:attrName>ppt_x</p:attrName>
                                        </p:attrNameLst>
                                      </p:cBhvr>
                                      <p:tavLst>
                                        <p:tav tm="0">
                                          <p:val>
                                            <p:strVal val="0-#ppt_w/2"/>
                                          </p:val>
                                        </p:tav>
                                        <p:tav tm="100000">
                                          <p:val>
                                            <p:strVal val="#ppt_x"/>
                                          </p:val>
                                        </p:tav>
                                      </p:tavLst>
                                    </p:anim>
                                    <p:anim calcmode="lin" valueType="num">
                                      <p:cBhvr additive="base">
                                        <p:cTn id="14" dur="500" fill="hold"/>
                                        <p:tgtEl>
                                          <p:spTgt spid="10752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7532"/>
                                        </p:tgtEl>
                                        <p:attrNameLst>
                                          <p:attrName>style.visibility</p:attrName>
                                        </p:attrNameLst>
                                      </p:cBhvr>
                                      <p:to>
                                        <p:strVal val="visible"/>
                                      </p:to>
                                    </p:set>
                                    <p:anim calcmode="lin" valueType="num">
                                      <p:cBhvr additive="base">
                                        <p:cTn id="19" dur="500" fill="hold"/>
                                        <p:tgtEl>
                                          <p:spTgt spid="107532"/>
                                        </p:tgtEl>
                                        <p:attrNameLst>
                                          <p:attrName>ppt_x</p:attrName>
                                        </p:attrNameLst>
                                      </p:cBhvr>
                                      <p:tavLst>
                                        <p:tav tm="0">
                                          <p:val>
                                            <p:strVal val="0-#ppt_w/2"/>
                                          </p:val>
                                        </p:tav>
                                        <p:tav tm="100000">
                                          <p:val>
                                            <p:strVal val="#ppt_x"/>
                                          </p:val>
                                        </p:tav>
                                      </p:tavLst>
                                    </p:anim>
                                    <p:anim calcmode="lin" valueType="num">
                                      <p:cBhvr additive="base">
                                        <p:cTn id="20" dur="500" fill="hold"/>
                                        <p:tgtEl>
                                          <p:spTgt spid="107532"/>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07532"/>
                                        </p:tgtEl>
                                        <p:attrNameLst>
                                          <p:attrName>style.visibility</p:attrName>
                                        </p:attrNameLst>
                                      </p:cBhvr>
                                      <p:to>
                                        <p:strVal val="hidden"/>
                                      </p:to>
                                    </p:set>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7530"/>
                                        </p:tgtEl>
                                        <p:attrNameLst>
                                          <p:attrName>style.visibility</p:attrName>
                                        </p:attrNameLst>
                                      </p:cBhvr>
                                      <p:to>
                                        <p:strVal val="visible"/>
                                      </p:to>
                                    </p:set>
                                    <p:anim calcmode="lin" valueType="num">
                                      <p:cBhvr additive="base">
                                        <p:cTn id="25" dur="500" fill="hold"/>
                                        <p:tgtEl>
                                          <p:spTgt spid="107530"/>
                                        </p:tgtEl>
                                        <p:attrNameLst>
                                          <p:attrName>ppt_x</p:attrName>
                                        </p:attrNameLst>
                                      </p:cBhvr>
                                      <p:tavLst>
                                        <p:tav tm="0">
                                          <p:val>
                                            <p:strVal val="0-#ppt_w/2"/>
                                          </p:val>
                                        </p:tav>
                                        <p:tav tm="100000">
                                          <p:val>
                                            <p:strVal val="#ppt_x"/>
                                          </p:val>
                                        </p:tav>
                                      </p:tavLst>
                                    </p:anim>
                                    <p:anim calcmode="lin" valueType="num">
                                      <p:cBhvr additive="base">
                                        <p:cTn id="26" dur="500" fill="hold"/>
                                        <p:tgtEl>
                                          <p:spTgt spid="1075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9" grpId="0" autoUpdateAnimBg="0"/>
      <p:bldP spid="107530" grpId="0" autoUpdateAnimBg="0"/>
      <p:bldP spid="107531" grpId="0" animBg="1" autoUpdateAnimBg="0"/>
      <p:bldP spid="107532"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D8B54F51-8D9D-4B11-BCAA-7C499962EA9F}"/>
              </a:ext>
            </a:extLst>
          </p:cNvPr>
          <p:cNvSpPr>
            <a:spLocks noChangeArrowheads="1"/>
          </p:cNvSpPr>
          <p:nvPr/>
        </p:nvSpPr>
        <p:spPr bwMode="auto">
          <a:xfrm>
            <a:off x="395288" y="908050"/>
            <a:ext cx="80772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r>
              <a:rPr lang="zh-CN" altLang="en-US" sz="2800" b="1">
                <a:solidFill>
                  <a:schemeClr val="tx2"/>
                </a:solidFill>
                <a:latin typeface="Times New Roman" panose="02020603050405020304" pitchFamily="18" charset="0"/>
              </a:rPr>
              <a:t>总时差性质：</a:t>
            </a:r>
          </a:p>
          <a:p>
            <a:pPr algn="just" eaLnBrk="1" hangingPunct="1"/>
            <a:r>
              <a:rPr lang="zh-CN" altLang="en-US" sz="2800" b="1">
                <a:solidFill>
                  <a:schemeClr val="tx2"/>
                </a:solidFill>
                <a:latin typeface="Times New Roman" panose="02020603050405020304" pitchFamily="18" charset="0"/>
              </a:rPr>
              <a:t>    ①总时差为</a:t>
            </a:r>
            <a:r>
              <a:rPr lang="en-US" altLang="zh-CN" sz="2800" b="1">
                <a:solidFill>
                  <a:schemeClr val="tx2"/>
                </a:solidFill>
                <a:latin typeface="Times New Roman" panose="02020603050405020304" pitchFamily="18" charset="0"/>
              </a:rPr>
              <a:t>0</a:t>
            </a:r>
            <a:r>
              <a:rPr lang="zh-CN" altLang="en-US" sz="2800" b="1">
                <a:solidFill>
                  <a:schemeClr val="tx2"/>
                </a:solidFill>
                <a:latin typeface="Times New Roman" panose="02020603050405020304" pitchFamily="18" charset="0"/>
              </a:rPr>
              <a:t>的工作为关键工作；</a:t>
            </a:r>
          </a:p>
          <a:p>
            <a:pPr algn="just" eaLnBrk="1" hangingPunct="1"/>
            <a:r>
              <a:rPr lang="zh-CN" altLang="en-US" sz="2800" b="1">
                <a:solidFill>
                  <a:schemeClr val="tx2"/>
                </a:solidFill>
                <a:latin typeface="Times New Roman" panose="02020603050405020304" pitchFamily="18" charset="0"/>
              </a:rPr>
              <a:t>    ②若总时差为</a:t>
            </a:r>
            <a:r>
              <a:rPr lang="en-US" altLang="zh-CN" sz="2800" b="1">
                <a:solidFill>
                  <a:schemeClr val="tx2"/>
                </a:solidFill>
                <a:latin typeface="Times New Roman" panose="02020603050405020304" pitchFamily="18" charset="0"/>
              </a:rPr>
              <a:t>0</a:t>
            </a:r>
            <a:r>
              <a:rPr lang="zh-CN" altLang="en-US" sz="2800" b="1">
                <a:solidFill>
                  <a:schemeClr val="tx2"/>
                </a:solidFill>
                <a:latin typeface="Times New Roman" panose="02020603050405020304" pitchFamily="18" charset="0"/>
              </a:rPr>
              <a:t>，其他时差也为</a:t>
            </a:r>
            <a:r>
              <a:rPr lang="en-US" altLang="zh-CN" sz="2800" b="1">
                <a:solidFill>
                  <a:schemeClr val="tx2"/>
                </a:solidFill>
                <a:latin typeface="Times New Roman" panose="02020603050405020304" pitchFamily="18" charset="0"/>
              </a:rPr>
              <a:t>0</a:t>
            </a:r>
            <a:r>
              <a:rPr lang="zh-CN" altLang="en-US" sz="2800" b="1">
                <a:solidFill>
                  <a:schemeClr val="tx2"/>
                </a:solidFill>
                <a:latin typeface="Times New Roman" panose="02020603050405020304" pitchFamily="18" charset="0"/>
              </a:rPr>
              <a:t>；</a:t>
            </a:r>
          </a:p>
          <a:p>
            <a:pPr algn="just" eaLnBrk="1" hangingPunct="1"/>
            <a:r>
              <a:rPr lang="zh-CN" altLang="en-US" sz="2800" b="1">
                <a:solidFill>
                  <a:schemeClr val="tx2"/>
                </a:solidFill>
                <a:latin typeface="宋体" panose="02010600030101010101" pitchFamily="2" charset="-122"/>
              </a:rPr>
              <a:t>  ③总时差为一条线路共享。</a:t>
            </a:r>
          </a:p>
          <a:p>
            <a:pPr algn="just" eaLnBrk="1" hangingPunct="1"/>
            <a:r>
              <a:rPr lang="zh-CN" altLang="en-US" sz="2800" b="1">
                <a:solidFill>
                  <a:schemeClr val="tx2"/>
                </a:solidFill>
                <a:latin typeface="Times New Roman" panose="02020603050405020304" pitchFamily="18" charset="0"/>
              </a:rPr>
              <a:t> </a:t>
            </a:r>
          </a:p>
          <a:p>
            <a:pPr algn="just" eaLnBrk="1" hangingPunct="1"/>
            <a:r>
              <a:rPr lang="en-US" altLang="zh-CN" sz="2800" b="1">
                <a:solidFill>
                  <a:schemeClr val="tx2"/>
                </a:solidFill>
                <a:latin typeface="Times New Roman" panose="02020603050405020304" pitchFamily="18" charset="0"/>
              </a:rPr>
              <a:t>2</a:t>
            </a:r>
            <a:r>
              <a:rPr lang="zh-CN" altLang="en-US" sz="2800" b="1">
                <a:solidFill>
                  <a:schemeClr val="tx2"/>
                </a:solidFill>
                <a:latin typeface="Times New Roman" panose="02020603050405020304" pitchFamily="18" charset="0"/>
              </a:rPr>
              <a:t>．局部时差：</a:t>
            </a:r>
            <a:r>
              <a:rPr lang="en-US" altLang="zh-CN" sz="2800" b="1">
                <a:solidFill>
                  <a:schemeClr val="tx2"/>
                </a:solidFill>
                <a:latin typeface="Times New Roman" panose="02020603050405020304" pitchFamily="18" charset="0"/>
              </a:rPr>
              <a:t>FF</a:t>
            </a:r>
          </a:p>
          <a:p>
            <a:pPr algn="just" eaLnBrk="1" hangingPunct="1"/>
            <a:r>
              <a:rPr lang="zh-CN" altLang="en-US" sz="2800" b="1" i="1">
                <a:latin typeface="宋体" panose="02010600030101010101" pitchFamily="2" charset="-122"/>
              </a:rPr>
              <a:t>又称自由时差，就是在不影响后续工作最早开始的范围内，该工作可能利用的机动时间。</a:t>
            </a:r>
            <a:r>
              <a:rPr lang="zh-CN" altLang="en-US" sz="2800">
                <a:latin typeface="Times New Roman" panose="02020603050405020304" pitchFamily="18" charset="0"/>
              </a:rPr>
              <a:t> </a:t>
            </a:r>
          </a:p>
        </p:txBody>
      </p:sp>
      <p:sp>
        <p:nvSpPr>
          <p:cNvPr id="13315" name="Rectangle 3">
            <a:extLst>
              <a:ext uri="{FF2B5EF4-FFF2-40B4-BE49-F238E27FC236}">
                <a16:creationId xmlns:a16="http://schemas.microsoft.com/office/drawing/2014/main" id="{9EE218BF-910C-404E-9C07-F4BFB3F36ABD}"/>
              </a:ext>
            </a:extLst>
          </p:cNvPr>
          <p:cNvSpPr>
            <a:spLocks noChangeArrowheads="1"/>
          </p:cNvSpPr>
          <p:nvPr/>
        </p:nvSpPr>
        <p:spPr bwMode="auto">
          <a:xfrm>
            <a:off x="3286125"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spcBef>
                <a:spcPct val="20000"/>
              </a:spcBef>
            </a:pPr>
            <a:endParaRPr lang="zh-CN" altLang="zh-CN" sz="2800">
              <a:latin typeface="Times New Roman" panose="02020603050405020304" pitchFamily="18" charset="0"/>
            </a:endParaRPr>
          </a:p>
        </p:txBody>
      </p:sp>
      <p:graphicFrame>
        <p:nvGraphicFramePr>
          <p:cNvPr id="13316" name="Object 4" descr="信纸">
            <a:extLst>
              <a:ext uri="{FF2B5EF4-FFF2-40B4-BE49-F238E27FC236}">
                <a16:creationId xmlns:a16="http://schemas.microsoft.com/office/drawing/2014/main" id="{A96A5849-2486-47ED-B02F-1743A666E465}"/>
              </a:ext>
            </a:extLst>
          </p:cNvPr>
          <p:cNvGraphicFramePr>
            <a:graphicFrameLocks noChangeAspect="1"/>
          </p:cNvGraphicFramePr>
          <p:nvPr/>
        </p:nvGraphicFramePr>
        <p:xfrm>
          <a:off x="2514600" y="4343400"/>
          <a:ext cx="3048000" cy="541338"/>
        </p:xfrm>
        <a:graphic>
          <a:graphicData uri="http://schemas.openxmlformats.org/presentationml/2006/ole">
            <mc:AlternateContent xmlns:mc="http://schemas.openxmlformats.org/markup-compatibility/2006">
              <mc:Choice xmlns:v="urn:schemas-microsoft-com:vml" Requires="v">
                <p:oleObj spid="_x0000_s17424" r:id="rId3" imgW="1422400" imgH="254000" progId="Equation.3">
                  <p:embed/>
                </p:oleObj>
              </mc:Choice>
              <mc:Fallback>
                <p:oleObj r:id="rId3" imgW="1422400" imgH="254000" progId="Equation.3">
                  <p:embed/>
                  <p:pic>
                    <p:nvPicPr>
                      <p:cNvPr id="13316" name="Object 4" descr="信纸">
                        <a:extLst>
                          <a:ext uri="{FF2B5EF4-FFF2-40B4-BE49-F238E27FC236}">
                            <a16:creationId xmlns:a16="http://schemas.microsoft.com/office/drawing/2014/main" id="{A96A5849-2486-47ED-B02F-1743A666E4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4343400"/>
                        <a:ext cx="3048000" cy="541338"/>
                      </a:xfrm>
                      <a:prstGeom prst="rect">
                        <a:avLst/>
                      </a:prstGeom>
                      <a:blipFill dpi="0" rotWithShape="0">
                        <a:blip r:embed="rId5"/>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7" name="Object 5" descr="信纸">
            <a:extLst>
              <a:ext uri="{FF2B5EF4-FFF2-40B4-BE49-F238E27FC236}">
                <a16:creationId xmlns:a16="http://schemas.microsoft.com/office/drawing/2014/main" id="{B1415DAC-F3D0-4924-9C82-6BF0470C9FDE}"/>
              </a:ext>
            </a:extLst>
          </p:cNvPr>
          <p:cNvGraphicFramePr>
            <a:graphicFrameLocks noChangeAspect="1"/>
          </p:cNvGraphicFramePr>
          <p:nvPr/>
        </p:nvGraphicFramePr>
        <p:xfrm>
          <a:off x="3276600" y="4953000"/>
          <a:ext cx="1600200" cy="541338"/>
        </p:xfrm>
        <a:graphic>
          <a:graphicData uri="http://schemas.openxmlformats.org/presentationml/2006/ole">
            <mc:AlternateContent xmlns:mc="http://schemas.openxmlformats.org/markup-compatibility/2006">
              <mc:Choice xmlns:v="urn:schemas-microsoft-com:vml" Requires="v">
                <p:oleObj spid="_x0000_s17425" r:id="rId6" imgW="748975" imgH="253890" progId="Equation.3">
                  <p:embed/>
                </p:oleObj>
              </mc:Choice>
              <mc:Fallback>
                <p:oleObj r:id="rId6" imgW="748975" imgH="253890" progId="Equation.3">
                  <p:embed/>
                  <p:pic>
                    <p:nvPicPr>
                      <p:cNvPr id="13317" name="Object 5" descr="信纸">
                        <a:extLst>
                          <a:ext uri="{FF2B5EF4-FFF2-40B4-BE49-F238E27FC236}">
                            <a16:creationId xmlns:a16="http://schemas.microsoft.com/office/drawing/2014/main" id="{B1415DAC-F3D0-4924-9C82-6BF0470C9FD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4953000"/>
                        <a:ext cx="1600200" cy="541338"/>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54D7D3FD-8D8B-4250-A1A7-7CF85158BACB}"/>
              </a:ext>
            </a:extLst>
          </p:cNvPr>
          <p:cNvSpPr>
            <a:spLocks noChangeArrowheads="1"/>
          </p:cNvSpPr>
          <p:nvPr/>
        </p:nvSpPr>
        <p:spPr bwMode="auto">
          <a:xfrm>
            <a:off x="457200" y="3886200"/>
            <a:ext cx="80772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r>
              <a:rPr lang="zh-CN" altLang="en-US" sz="2800" b="1">
                <a:solidFill>
                  <a:schemeClr val="tx2"/>
                </a:solidFill>
                <a:latin typeface="Times New Roman" panose="02020603050405020304" pitchFamily="18" charset="0"/>
              </a:rPr>
              <a:t>局部时差特点：</a:t>
            </a:r>
          </a:p>
          <a:p>
            <a:pPr algn="just" eaLnBrk="1" hangingPunct="1"/>
            <a:r>
              <a:rPr lang="zh-CN" altLang="en-US" sz="2800" b="1">
                <a:solidFill>
                  <a:schemeClr val="tx2"/>
                </a:solidFill>
                <a:latin typeface="Times New Roman" panose="02020603050405020304" pitchFamily="18" charset="0"/>
              </a:rPr>
              <a:t>    ①</a:t>
            </a:r>
            <a:r>
              <a:rPr lang="en-US" altLang="zh-CN" sz="2800" b="1">
                <a:solidFill>
                  <a:schemeClr val="tx2"/>
                </a:solidFill>
                <a:latin typeface="Times New Roman" panose="02020603050405020304" pitchFamily="18" charset="0"/>
              </a:rPr>
              <a:t>FF≤TF</a:t>
            </a:r>
            <a:r>
              <a:rPr lang="zh-CN" altLang="en-US" sz="2800" b="1">
                <a:solidFill>
                  <a:schemeClr val="tx2"/>
                </a:solidFill>
                <a:latin typeface="Times New Roman" panose="02020603050405020304" pitchFamily="18" charset="0"/>
              </a:rPr>
              <a:t>；</a:t>
            </a:r>
          </a:p>
          <a:p>
            <a:pPr algn="just" eaLnBrk="1" hangingPunct="1"/>
            <a:r>
              <a:rPr lang="zh-CN" altLang="en-US" sz="2800" b="1">
                <a:solidFill>
                  <a:schemeClr val="tx2"/>
                </a:solidFill>
                <a:latin typeface="Times New Roman" panose="02020603050405020304" pitchFamily="18" charset="0"/>
              </a:rPr>
              <a:t>    ②以关键线路上的节点为结束点的，</a:t>
            </a:r>
            <a:r>
              <a:rPr lang="en-US" altLang="zh-CN" sz="2800" b="1">
                <a:solidFill>
                  <a:schemeClr val="tx2"/>
                </a:solidFill>
                <a:latin typeface="Times New Roman" panose="02020603050405020304" pitchFamily="18" charset="0"/>
              </a:rPr>
              <a:t>FF=TF</a:t>
            </a:r>
            <a:r>
              <a:rPr lang="zh-CN" altLang="en-US" sz="2800" b="1">
                <a:solidFill>
                  <a:schemeClr val="tx2"/>
                </a:solidFill>
                <a:latin typeface="Times New Roman" panose="02020603050405020304" pitchFamily="18" charset="0"/>
              </a:rPr>
              <a:t>；</a:t>
            </a:r>
          </a:p>
          <a:p>
            <a:pPr algn="just" eaLnBrk="1" hangingPunct="1"/>
            <a:r>
              <a:rPr lang="zh-CN" altLang="en-US" sz="2800" b="1">
                <a:solidFill>
                  <a:schemeClr val="tx2"/>
                </a:solidFill>
                <a:latin typeface="Times New Roman" panose="02020603050405020304" pitchFamily="18" charset="0"/>
              </a:rPr>
              <a:t>    ③对后续工作无影响。</a:t>
            </a:r>
          </a:p>
        </p:txBody>
      </p:sp>
      <p:sp>
        <p:nvSpPr>
          <p:cNvPr id="14339" name="Rectangle 3">
            <a:extLst>
              <a:ext uri="{FF2B5EF4-FFF2-40B4-BE49-F238E27FC236}">
                <a16:creationId xmlns:a16="http://schemas.microsoft.com/office/drawing/2014/main" id="{B0FE2DB2-3453-4C78-A491-4B6962CC95E9}"/>
              </a:ext>
            </a:extLst>
          </p:cNvPr>
          <p:cNvSpPr>
            <a:spLocks noChangeArrowheads="1"/>
          </p:cNvSpPr>
          <p:nvPr/>
        </p:nvSpPr>
        <p:spPr bwMode="auto">
          <a:xfrm>
            <a:off x="2652713" y="2457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94945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spcBef>
                <a:spcPct val="20000"/>
              </a:spcBef>
            </a:pPr>
            <a:endParaRPr lang="zh-CN" altLang="zh-CN" sz="2800">
              <a:latin typeface="Times New Roman" panose="02020603050405020304" pitchFamily="18" charset="0"/>
            </a:endParaRPr>
          </a:p>
        </p:txBody>
      </p:sp>
      <p:graphicFrame>
        <p:nvGraphicFramePr>
          <p:cNvPr id="14340" name="Object 4" descr="信纸">
            <a:extLst>
              <a:ext uri="{FF2B5EF4-FFF2-40B4-BE49-F238E27FC236}">
                <a16:creationId xmlns:a16="http://schemas.microsoft.com/office/drawing/2014/main" id="{F903E5F7-97AE-4120-96D6-5AF1FE3116C6}"/>
              </a:ext>
            </a:extLst>
          </p:cNvPr>
          <p:cNvGraphicFramePr>
            <a:graphicFrameLocks noChangeAspect="1"/>
          </p:cNvGraphicFramePr>
          <p:nvPr/>
        </p:nvGraphicFramePr>
        <p:xfrm>
          <a:off x="1970088" y="690563"/>
          <a:ext cx="5051425" cy="2940050"/>
        </p:xfrm>
        <a:graphic>
          <a:graphicData uri="http://schemas.openxmlformats.org/presentationml/2006/ole">
            <mc:AlternateContent xmlns:mc="http://schemas.openxmlformats.org/markup-compatibility/2006">
              <mc:Choice xmlns:v="urn:schemas-microsoft-com:vml" Requires="v">
                <p:oleObj spid="_x0000_s18441" name="AutoCAD Drawing" r:id="rId3" imgW="9067800" imgH="5172075" progId="AutoCAD.Drawing.16">
                  <p:embed/>
                </p:oleObj>
              </mc:Choice>
              <mc:Fallback>
                <p:oleObj name="AutoCAD Drawing" r:id="rId3" imgW="9067800" imgH="5172075" progId="AutoCAD.Drawing.16">
                  <p:embed/>
                  <p:pic>
                    <p:nvPicPr>
                      <p:cNvPr id="14340" name="Object 4" descr="信纸">
                        <a:extLst>
                          <a:ext uri="{FF2B5EF4-FFF2-40B4-BE49-F238E27FC236}">
                            <a16:creationId xmlns:a16="http://schemas.microsoft.com/office/drawing/2014/main" id="{F903E5F7-97AE-4120-96D6-5AF1FE3116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9442" t="48344" r="49889" b="10126"/>
                      <a:stretch>
                        <a:fillRect/>
                      </a:stretch>
                    </p:blipFill>
                    <p:spPr bwMode="auto">
                      <a:xfrm>
                        <a:off x="1970088" y="690563"/>
                        <a:ext cx="5051425" cy="2940050"/>
                      </a:xfrm>
                      <a:prstGeom prst="rect">
                        <a:avLst/>
                      </a:prstGeom>
                      <a:blipFill dpi="0" rotWithShape="0">
                        <a:blip r:embed="rId5"/>
                        <a:srcRect l="9442" t="48344" r="49889" b="10126"/>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9573" name="Rectangle 5">
            <a:extLst>
              <a:ext uri="{FF2B5EF4-FFF2-40B4-BE49-F238E27FC236}">
                <a16:creationId xmlns:a16="http://schemas.microsoft.com/office/drawing/2014/main" id="{E39D8CB0-823C-43ED-8681-3ECF17353785}"/>
              </a:ext>
            </a:extLst>
          </p:cNvPr>
          <p:cNvSpPr>
            <a:spLocks noChangeArrowheads="1"/>
          </p:cNvSpPr>
          <p:nvPr/>
        </p:nvSpPr>
        <p:spPr bwMode="auto">
          <a:xfrm>
            <a:off x="4114800" y="1219200"/>
            <a:ext cx="152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09574" name="Rectangle 6">
            <a:extLst>
              <a:ext uri="{FF2B5EF4-FFF2-40B4-BE49-F238E27FC236}">
                <a16:creationId xmlns:a16="http://schemas.microsoft.com/office/drawing/2014/main" id="{7FD0123C-A081-4BC5-8FE5-73D696A28174}"/>
              </a:ext>
            </a:extLst>
          </p:cNvPr>
          <p:cNvSpPr>
            <a:spLocks noChangeArrowheads="1"/>
          </p:cNvSpPr>
          <p:nvPr/>
        </p:nvSpPr>
        <p:spPr bwMode="auto">
          <a:xfrm>
            <a:off x="4343400" y="2667000"/>
            <a:ext cx="1524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09575" name="Rectangle 7" descr="信纸">
            <a:extLst>
              <a:ext uri="{FF2B5EF4-FFF2-40B4-BE49-F238E27FC236}">
                <a16:creationId xmlns:a16="http://schemas.microsoft.com/office/drawing/2014/main" id="{2EB8877C-926C-4F27-B735-805534F90756}"/>
              </a:ext>
            </a:extLst>
          </p:cNvPr>
          <p:cNvSpPr>
            <a:spLocks noChangeArrowheads="1"/>
          </p:cNvSpPr>
          <p:nvPr/>
        </p:nvSpPr>
        <p:spPr bwMode="auto">
          <a:xfrm>
            <a:off x="3429000" y="1447800"/>
            <a:ext cx="577850" cy="365125"/>
          </a:xfrm>
          <a:prstGeom prst="rect">
            <a:avLst/>
          </a:prstGeom>
          <a:blipFill dpi="0" rotWithShape="0">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a:solidFill>
                  <a:schemeClr val="bg2"/>
                </a:solidFill>
                <a:latin typeface="Times New Roman" panose="02020603050405020304" pitchFamily="18" charset="0"/>
              </a:rPr>
              <a:t>6-6=</a:t>
            </a:r>
          </a:p>
        </p:txBody>
      </p:sp>
      <p:sp>
        <p:nvSpPr>
          <p:cNvPr id="109576" name="Rectangle 8" descr="信纸">
            <a:extLst>
              <a:ext uri="{FF2B5EF4-FFF2-40B4-BE49-F238E27FC236}">
                <a16:creationId xmlns:a16="http://schemas.microsoft.com/office/drawing/2014/main" id="{C6716539-4682-4A11-BB67-1F9904C6E97B}"/>
              </a:ext>
            </a:extLst>
          </p:cNvPr>
          <p:cNvSpPr>
            <a:spLocks noChangeArrowheads="1"/>
          </p:cNvSpPr>
          <p:nvPr/>
        </p:nvSpPr>
        <p:spPr bwMode="auto">
          <a:xfrm>
            <a:off x="3581400" y="2895600"/>
            <a:ext cx="577850" cy="365125"/>
          </a:xfrm>
          <a:prstGeom prst="rect">
            <a:avLst/>
          </a:prstGeom>
          <a:blipFill dpi="0" rotWithShape="0">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a:solidFill>
                  <a:schemeClr val="bg2"/>
                </a:solidFill>
                <a:latin typeface="Times New Roman" panose="02020603050405020304" pitchFamily="18" charset="0"/>
              </a:rPr>
              <a:t>8-8=</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9575"/>
                                        </p:tgtEl>
                                        <p:attrNameLst>
                                          <p:attrName>style.visibility</p:attrName>
                                        </p:attrNameLst>
                                      </p:cBhvr>
                                      <p:to>
                                        <p:strVal val="visible"/>
                                      </p:to>
                                    </p:set>
                                    <p:anim calcmode="lin" valueType="num">
                                      <p:cBhvr additive="base">
                                        <p:cTn id="7" dur="500" fill="hold"/>
                                        <p:tgtEl>
                                          <p:spTgt spid="109575"/>
                                        </p:tgtEl>
                                        <p:attrNameLst>
                                          <p:attrName>ppt_x</p:attrName>
                                        </p:attrNameLst>
                                      </p:cBhvr>
                                      <p:tavLst>
                                        <p:tav tm="0">
                                          <p:val>
                                            <p:strVal val="0-#ppt_w/2"/>
                                          </p:val>
                                        </p:tav>
                                        <p:tav tm="100000">
                                          <p:val>
                                            <p:strVal val="#ppt_x"/>
                                          </p:val>
                                        </p:tav>
                                      </p:tavLst>
                                    </p:anim>
                                    <p:anim calcmode="lin" valueType="num">
                                      <p:cBhvr additive="base">
                                        <p:cTn id="8" dur="500" fill="hold"/>
                                        <p:tgtEl>
                                          <p:spTgt spid="109575"/>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09575"/>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9573"/>
                                        </p:tgtEl>
                                        <p:attrNameLst>
                                          <p:attrName>style.visibility</p:attrName>
                                        </p:attrNameLst>
                                      </p:cBhvr>
                                      <p:to>
                                        <p:strVal val="visible"/>
                                      </p:to>
                                    </p:set>
                                    <p:anim calcmode="lin" valueType="num">
                                      <p:cBhvr additive="base">
                                        <p:cTn id="13" dur="500" fill="hold"/>
                                        <p:tgtEl>
                                          <p:spTgt spid="109573"/>
                                        </p:tgtEl>
                                        <p:attrNameLst>
                                          <p:attrName>ppt_x</p:attrName>
                                        </p:attrNameLst>
                                      </p:cBhvr>
                                      <p:tavLst>
                                        <p:tav tm="0">
                                          <p:val>
                                            <p:strVal val="0-#ppt_w/2"/>
                                          </p:val>
                                        </p:tav>
                                        <p:tav tm="100000">
                                          <p:val>
                                            <p:strVal val="#ppt_x"/>
                                          </p:val>
                                        </p:tav>
                                      </p:tavLst>
                                    </p:anim>
                                    <p:anim calcmode="lin" valueType="num">
                                      <p:cBhvr additive="base">
                                        <p:cTn id="14" dur="500" fill="hold"/>
                                        <p:tgtEl>
                                          <p:spTgt spid="10957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9576"/>
                                        </p:tgtEl>
                                        <p:attrNameLst>
                                          <p:attrName>style.visibility</p:attrName>
                                        </p:attrNameLst>
                                      </p:cBhvr>
                                      <p:to>
                                        <p:strVal val="visible"/>
                                      </p:to>
                                    </p:set>
                                    <p:anim calcmode="lin" valueType="num">
                                      <p:cBhvr additive="base">
                                        <p:cTn id="19" dur="500" fill="hold"/>
                                        <p:tgtEl>
                                          <p:spTgt spid="109576"/>
                                        </p:tgtEl>
                                        <p:attrNameLst>
                                          <p:attrName>ppt_x</p:attrName>
                                        </p:attrNameLst>
                                      </p:cBhvr>
                                      <p:tavLst>
                                        <p:tav tm="0">
                                          <p:val>
                                            <p:strVal val="0-#ppt_w/2"/>
                                          </p:val>
                                        </p:tav>
                                        <p:tav tm="100000">
                                          <p:val>
                                            <p:strVal val="#ppt_x"/>
                                          </p:val>
                                        </p:tav>
                                      </p:tavLst>
                                    </p:anim>
                                    <p:anim calcmode="lin" valueType="num">
                                      <p:cBhvr additive="base">
                                        <p:cTn id="20" dur="500" fill="hold"/>
                                        <p:tgtEl>
                                          <p:spTgt spid="109576"/>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09576"/>
                                        </p:tgtEl>
                                        <p:attrNameLst>
                                          <p:attrName>style.visibility</p:attrName>
                                        </p:attrNameLst>
                                      </p:cBhvr>
                                      <p:to>
                                        <p:strVal val="hidden"/>
                                      </p:to>
                                    </p:set>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9574"/>
                                        </p:tgtEl>
                                        <p:attrNameLst>
                                          <p:attrName>style.visibility</p:attrName>
                                        </p:attrNameLst>
                                      </p:cBhvr>
                                      <p:to>
                                        <p:strVal val="visible"/>
                                      </p:to>
                                    </p:set>
                                    <p:anim calcmode="lin" valueType="num">
                                      <p:cBhvr additive="base">
                                        <p:cTn id="25" dur="500" fill="hold"/>
                                        <p:tgtEl>
                                          <p:spTgt spid="109574"/>
                                        </p:tgtEl>
                                        <p:attrNameLst>
                                          <p:attrName>ppt_x</p:attrName>
                                        </p:attrNameLst>
                                      </p:cBhvr>
                                      <p:tavLst>
                                        <p:tav tm="0">
                                          <p:val>
                                            <p:strVal val="0-#ppt_w/2"/>
                                          </p:val>
                                        </p:tav>
                                        <p:tav tm="100000">
                                          <p:val>
                                            <p:strVal val="#ppt_x"/>
                                          </p:val>
                                        </p:tav>
                                      </p:tavLst>
                                    </p:anim>
                                    <p:anim calcmode="lin" valueType="num">
                                      <p:cBhvr additive="base">
                                        <p:cTn id="26" dur="500" fill="hold"/>
                                        <p:tgtEl>
                                          <p:spTgt spid="1095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3" grpId="0" autoUpdateAnimBg="0"/>
      <p:bldP spid="109574" grpId="0" autoUpdateAnimBg="0"/>
      <p:bldP spid="109575" grpId="0" animBg="1" autoUpdateAnimBg="0"/>
      <p:bldP spid="109576"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BE4921AE-A816-4D01-9EEB-0F0502979D77}"/>
              </a:ext>
            </a:extLst>
          </p:cNvPr>
          <p:cNvSpPr>
            <a:spLocks noChangeArrowheads="1"/>
          </p:cNvSpPr>
          <p:nvPr/>
        </p:nvSpPr>
        <p:spPr bwMode="auto">
          <a:xfrm>
            <a:off x="457200" y="381000"/>
            <a:ext cx="80772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800" b="1">
                <a:solidFill>
                  <a:schemeClr val="tx2"/>
                </a:solidFill>
                <a:latin typeface="Times New Roman" panose="02020603050405020304" pitchFamily="18" charset="0"/>
              </a:rPr>
              <a:t>3</a:t>
            </a:r>
            <a:r>
              <a:rPr lang="zh-CN" altLang="en-US" sz="2800" b="1">
                <a:solidFill>
                  <a:schemeClr val="tx2"/>
                </a:solidFill>
                <a:latin typeface="Times New Roman" panose="02020603050405020304" pitchFamily="18" charset="0"/>
              </a:rPr>
              <a:t>．干涉时差：</a:t>
            </a:r>
            <a:r>
              <a:rPr lang="en-US" altLang="zh-CN" sz="2800" b="1">
                <a:solidFill>
                  <a:schemeClr val="tx2"/>
                </a:solidFill>
                <a:latin typeface="Times New Roman" panose="02020603050405020304" pitchFamily="18" charset="0"/>
              </a:rPr>
              <a:t>IF</a:t>
            </a:r>
          </a:p>
          <a:p>
            <a:pPr algn="just" eaLnBrk="1" hangingPunct="1"/>
            <a:r>
              <a:rPr lang="zh-CN" altLang="en-US" sz="2800" b="1" i="1">
                <a:latin typeface="宋体" panose="02010600030101010101" pitchFamily="2" charset="-122"/>
              </a:rPr>
              <a:t>又称相关时差，在不影响计划总工期，但影响其后续工作最早可能开始的情况下所具有的机动时间。</a:t>
            </a:r>
            <a:r>
              <a:rPr lang="zh-CN" altLang="en-US" sz="2800" b="1" i="1">
                <a:latin typeface="Times New Roman" panose="02020603050405020304" pitchFamily="18" charset="0"/>
              </a:rPr>
              <a:t> </a:t>
            </a:r>
          </a:p>
        </p:txBody>
      </p:sp>
      <p:sp>
        <p:nvSpPr>
          <p:cNvPr id="15363" name="Rectangle 3">
            <a:extLst>
              <a:ext uri="{FF2B5EF4-FFF2-40B4-BE49-F238E27FC236}">
                <a16:creationId xmlns:a16="http://schemas.microsoft.com/office/drawing/2014/main" id="{6933AF03-2D6A-472D-9D19-4B0313776AEF}"/>
              </a:ext>
            </a:extLst>
          </p:cNvPr>
          <p:cNvSpPr>
            <a:spLocks noChangeArrowheads="1"/>
          </p:cNvSpPr>
          <p:nvPr/>
        </p:nvSpPr>
        <p:spPr bwMode="auto">
          <a:xfrm>
            <a:off x="2652713" y="2457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94945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spcBef>
                <a:spcPct val="20000"/>
              </a:spcBef>
            </a:pPr>
            <a:endParaRPr lang="zh-CN" altLang="zh-CN" sz="2800">
              <a:latin typeface="Times New Roman" panose="02020603050405020304" pitchFamily="18" charset="0"/>
            </a:endParaRPr>
          </a:p>
        </p:txBody>
      </p:sp>
      <p:graphicFrame>
        <p:nvGraphicFramePr>
          <p:cNvPr id="15364" name="Object 4" descr="信纸">
            <a:extLst>
              <a:ext uri="{FF2B5EF4-FFF2-40B4-BE49-F238E27FC236}">
                <a16:creationId xmlns:a16="http://schemas.microsoft.com/office/drawing/2014/main" id="{346F5956-77AA-4ACA-AE0B-E28B2A4073EC}"/>
              </a:ext>
            </a:extLst>
          </p:cNvPr>
          <p:cNvGraphicFramePr>
            <a:graphicFrameLocks noChangeAspect="1"/>
          </p:cNvGraphicFramePr>
          <p:nvPr/>
        </p:nvGraphicFramePr>
        <p:xfrm>
          <a:off x="2590800" y="1676400"/>
          <a:ext cx="1676400" cy="493713"/>
        </p:xfrm>
        <a:graphic>
          <a:graphicData uri="http://schemas.openxmlformats.org/presentationml/2006/ole">
            <mc:AlternateContent xmlns:mc="http://schemas.openxmlformats.org/markup-compatibility/2006">
              <mc:Choice xmlns:v="urn:schemas-microsoft-com:vml" Requires="v">
                <p:oleObj spid="_x0000_s19486" r:id="rId3" imgW="863225" imgH="253890" progId="Equation.3">
                  <p:embed/>
                </p:oleObj>
              </mc:Choice>
              <mc:Fallback>
                <p:oleObj r:id="rId3" imgW="863225" imgH="253890" progId="Equation.3">
                  <p:embed/>
                  <p:pic>
                    <p:nvPicPr>
                      <p:cNvPr id="15364" name="Object 4" descr="信纸">
                        <a:extLst>
                          <a:ext uri="{FF2B5EF4-FFF2-40B4-BE49-F238E27FC236}">
                            <a16:creationId xmlns:a16="http://schemas.microsoft.com/office/drawing/2014/main" id="{346F5956-77AA-4ACA-AE0B-E28B2A4073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1676400"/>
                        <a:ext cx="1676400" cy="493713"/>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5" name="Object 5" descr="信纸">
            <a:extLst>
              <a:ext uri="{FF2B5EF4-FFF2-40B4-BE49-F238E27FC236}">
                <a16:creationId xmlns:a16="http://schemas.microsoft.com/office/drawing/2014/main" id="{42252A15-24F9-4941-B518-2DC8CAD87176}"/>
              </a:ext>
            </a:extLst>
          </p:cNvPr>
          <p:cNvGraphicFramePr>
            <a:graphicFrameLocks noChangeAspect="1"/>
          </p:cNvGraphicFramePr>
          <p:nvPr/>
        </p:nvGraphicFramePr>
        <p:xfrm>
          <a:off x="3124200" y="2743200"/>
          <a:ext cx="1752600" cy="466725"/>
        </p:xfrm>
        <a:graphic>
          <a:graphicData uri="http://schemas.openxmlformats.org/presentationml/2006/ole">
            <mc:AlternateContent xmlns:mc="http://schemas.openxmlformats.org/markup-compatibility/2006">
              <mc:Choice xmlns:v="urn:schemas-microsoft-com:vml" Requires="v">
                <p:oleObj spid="_x0000_s19487" r:id="rId6" imgW="914400" imgH="241300" progId="Equation.3">
                  <p:embed/>
                </p:oleObj>
              </mc:Choice>
              <mc:Fallback>
                <p:oleObj r:id="rId6" imgW="914400" imgH="241300" progId="Equation.3">
                  <p:embed/>
                  <p:pic>
                    <p:nvPicPr>
                      <p:cNvPr id="15365" name="Object 5" descr="信纸">
                        <a:extLst>
                          <a:ext uri="{FF2B5EF4-FFF2-40B4-BE49-F238E27FC236}">
                            <a16:creationId xmlns:a16="http://schemas.microsoft.com/office/drawing/2014/main" id="{42252A15-24F9-4941-B518-2DC8CAD8717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24200" y="2743200"/>
                        <a:ext cx="1752600" cy="466725"/>
                      </a:xfrm>
                      <a:prstGeom prst="rect">
                        <a:avLst/>
                      </a:prstGeom>
                      <a:blipFill dpi="0" rotWithShape="0">
                        <a:blip r:embed="rId5"/>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6" name="Object 6" descr="信纸">
            <a:extLst>
              <a:ext uri="{FF2B5EF4-FFF2-40B4-BE49-F238E27FC236}">
                <a16:creationId xmlns:a16="http://schemas.microsoft.com/office/drawing/2014/main" id="{2C2C08D8-82E9-4213-844D-AB58F417762E}"/>
              </a:ext>
            </a:extLst>
          </p:cNvPr>
          <p:cNvGraphicFramePr>
            <a:graphicFrameLocks noChangeAspect="1"/>
          </p:cNvGraphicFramePr>
          <p:nvPr/>
        </p:nvGraphicFramePr>
        <p:xfrm>
          <a:off x="1828800" y="3505200"/>
          <a:ext cx="4591050" cy="2743200"/>
        </p:xfrm>
        <a:graphic>
          <a:graphicData uri="http://schemas.openxmlformats.org/presentationml/2006/ole">
            <mc:AlternateContent xmlns:mc="http://schemas.openxmlformats.org/markup-compatibility/2006">
              <mc:Choice xmlns:v="urn:schemas-microsoft-com:vml" Requires="v">
                <p:oleObj spid="_x0000_s19488" name="AutoCAD Drawing" r:id="rId8" imgW="9067800" imgH="5172075" progId="AutoCAD.Drawing.16">
                  <p:embed/>
                </p:oleObj>
              </mc:Choice>
              <mc:Fallback>
                <p:oleObj name="AutoCAD Drawing" r:id="rId8" imgW="9067800" imgH="5172075" progId="AutoCAD.Drawing.16">
                  <p:embed/>
                  <p:pic>
                    <p:nvPicPr>
                      <p:cNvPr id="15366" name="Object 6" descr="信纸">
                        <a:extLst>
                          <a:ext uri="{FF2B5EF4-FFF2-40B4-BE49-F238E27FC236}">
                            <a16:creationId xmlns:a16="http://schemas.microsoft.com/office/drawing/2014/main" id="{2C2C08D8-82E9-4213-844D-AB58F417762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l="10843" t="6180" r="6706" b="6906"/>
                      <a:stretch>
                        <a:fillRect/>
                      </a:stretch>
                    </p:blipFill>
                    <p:spPr bwMode="auto">
                      <a:xfrm>
                        <a:off x="1828800" y="3505200"/>
                        <a:ext cx="4591050" cy="2743200"/>
                      </a:xfrm>
                      <a:prstGeom prst="rect">
                        <a:avLst/>
                      </a:prstGeom>
                      <a:blipFill dpi="0" rotWithShape="0">
                        <a:blip r:embed="rId5"/>
                        <a:srcRect l="10843" t="6180" r="6706" b="6906"/>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7" name="Object 7" descr="信纸">
            <a:extLst>
              <a:ext uri="{FF2B5EF4-FFF2-40B4-BE49-F238E27FC236}">
                <a16:creationId xmlns:a16="http://schemas.microsoft.com/office/drawing/2014/main" id="{2409D728-DBCD-4772-8A7C-EF2C66D9DD81}"/>
              </a:ext>
            </a:extLst>
          </p:cNvPr>
          <p:cNvGraphicFramePr>
            <a:graphicFrameLocks noChangeAspect="1"/>
          </p:cNvGraphicFramePr>
          <p:nvPr/>
        </p:nvGraphicFramePr>
        <p:xfrm>
          <a:off x="3124200" y="2209800"/>
          <a:ext cx="4387850" cy="493713"/>
        </p:xfrm>
        <a:graphic>
          <a:graphicData uri="http://schemas.openxmlformats.org/presentationml/2006/ole">
            <mc:AlternateContent xmlns:mc="http://schemas.openxmlformats.org/markup-compatibility/2006">
              <mc:Choice xmlns:v="urn:schemas-microsoft-com:vml" Requires="v">
                <p:oleObj spid="_x0000_s19489" name="Equation" r:id="rId10" imgW="2260600" imgH="254000" progId="Equation.3">
                  <p:embed/>
                </p:oleObj>
              </mc:Choice>
              <mc:Fallback>
                <p:oleObj name="Equation" r:id="rId10" imgW="2260600" imgH="254000" progId="Equation.3">
                  <p:embed/>
                  <p:pic>
                    <p:nvPicPr>
                      <p:cNvPr id="15367" name="Object 7" descr="信纸">
                        <a:extLst>
                          <a:ext uri="{FF2B5EF4-FFF2-40B4-BE49-F238E27FC236}">
                            <a16:creationId xmlns:a16="http://schemas.microsoft.com/office/drawing/2014/main" id="{2409D728-DBCD-4772-8A7C-EF2C66D9DD8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24200" y="2209800"/>
                        <a:ext cx="4387850" cy="493713"/>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0600" name="Rectangle 8">
            <a:extLst>
              <a:ext uri="{FF2B5EF4-FFF2-40B4-BE49-F238E27FC236}">
                <a16:creationId xmlns:a16="http://schemas.microsoft.com/office/drawing/2014/main" id="{2C757711-011A-43DC-9B71-50DAE42C3AA5}"/>
              </a:ext>
            </a:extLst>
          </p:cNvPr>
          <p:cNvSpPr>
            <a:spLocks noChangeArrowheads="1"/>
          </p:cNvSpPr>
          <p:nvPr/>
        </p:nvSpPr>
        <p:spPr bwMode="auto">
          <a:xfrm>
            <a:off x="4124325" y="3576638"/>
            <a:ext cx="228600"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sz="2800" b="1">
                <a:solidFill>
                  <a:schemeClr val="bg2"/>
                </a:solidFill>
                <a:latin typeface="宋体" panose="02010600030101010101" pitchFamily="2" charset="-122"/>
              </a:rPr>
              <a:t>2</a:t>
            </a:r>
            <a:endParaRPr lang="en-US" altLang="zh-CN" sz="2800">
              <a:solidFill>
                <a:schemeClr val="bg2"/>
              </a:solidFill>
              <a:latin typeface="Times New Roman" panose="02020603050405020304" pitchFamily="18" charset="0"/>
            </a:endParaRPr>
          </a:p>
        </p:txBody>
      </p:sp>
      <p:sp>
        <p:nvSpPr>
          <p:cNvPr id="110601" name="Rectangle 9">
            <a:extLst>
              <a:ext uri="{FF2B5EF4-FFF2-40B4-BE49-F238E27FC236}">
                <a16:creationId xmlns:a16="http://schemas.microsoft.com/office/drawing/2014/main" id="{C670E09E-BF01-4528-84FC-70E4524E64E6}"/>
              </a:ext>
            </a:extLst>
          </p:cNvPr>
          <p:cNvSpPr>
            <a:spLocks noChangeArrowheads="1"/>
          </p:cNvSpPr>
          <p:nvPr/>
        </p:nvSpPr>
        <p:spPr bwMode="auto">
          <a:xfrm>
            <a:off x="4352925" y="4948238"/>
            <a:ext cx="228600"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sz="2800" b="1">
                <a:solidFill>
                  <a:schemeClr val="bg2"/>
                </a:solidFill>
                <a:latin typeface="宋体" panose="02010600030101010101" pitchFamily="2" charset="-122"/>
              </a:rPr>
              <a:t>0</a:t>
            </a:r>
            <a:endParaRPr lang="en-US" altLang="zh-CN" sz="2800">
              <a:solidFill>
                <a:schemeClr val="bg2"/>
              </a:solidFill>
              <a:latin typeface="Times New Roman" panose="02020603050405020304" pitchFamily="18" charset="0"/>
            </a:endParaRPr>
          </a:p>
        </p:txBody>
      </p:sp>
      <p:sp>
        <p:nvSpPr>
          <p:cNvPr id="110602" name="Rectangle 10" descr="信纸">
            <a:extLst>
              <a:ext uri="{FF2B5EF4-FFF2-40B4-BE49-F238E27FC236}">
                <a16:creationId xmlns:a16="http://schemas.microsoft.com/office/drawing/2014/main" id="{16D75ECD-F720-4B41-9910-DDFD457CE88A}"/>
              </a:ext>
            </a:extLst>
          </p:cNvPr>
          <p:cNvSpPr>
            <a:spLocks noChangeArrowheads="1"/>
          </p:cNvSpPr>
          <p:nvPr/>
        </p:nvSpPr>
        <p:spPr bwMode="auto">
          <a:xfrm>
            <a:off x="3505200" y="3276600"/>
            <a:ext cx="577850" cy="365125"/>
          </a:xfrm>
          <a:prstGeom prst="rect">
            <a:avLst/>
          </a:prstGeom>
          <a:blipFill dpi="0" rotWithShape="0">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a:solidFill>
                  <a:schemeClr val="bg2"/>
                </a:solidFill>
                <a:latin typeface="Times New Roman" panose="02020603050405020304" pitchFamily="18" charset="0"/>
              </a:rPr>
              <a:t>2-0=</a:t>
            </a:r>
          </a:p>
        </p:txBody>
      </p:sp>
      <p:sp>
        <p:nvSpPr>
          <p:cNvPr id="110603" name="Rectangle 11" descr="信纸">
            <a:extLst>
              <a:ext uri="{FF2B5EF4-FFF2-40B4-BE49-F238E27FC236}">
                <a16:creationId xmlns:a16="http://schemas.microsoft.com/office/drawing/2014/main" id="{A0DE85C8-442D-4E7F-9669-7C34DED72C51}"/>
              </a:ext>
            </a:extLst>
          </p:cNvPr>
          <p:cNvSpPr>
            <a:spLocks noChangeArrowheads="1"/>
          </p:cNvSpPr>
          <p:nvPr/>
        </p:nvSpPr>
        <p:spPr bwMode="auto">
          <a:xfrm>
            <a:off x="3657600" y="4724400"/>
            <a:ext cx="577850" cy="365125"/>
          </a:xfrm>
          <a:prstGeom prst="rect">
            <a:avLst/>
          </a:prstGeom>
          <a:blipFill dpi="0" rotWithShape="0">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a:solidFill>
                  <a:schemeClr val="bg2"/>
                </a:solidFill>
                <a:latin typeface="Times New Roman" panose="02020603050405020304" pitchFamily="18" charset="0"/>
              </a:rPr>
              <a:t>0-0=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0602"/>
                                        </p:tgtEl>
                                        <p:attrNameLst>
                                          <p:attrName>style.visibility</p:attrName>
                                        </p:attrNameLst>
                                      </p:cBhvr>
                                      <p:to>
                                        <p:strVal val="visible"/>
                                      </p:to>
                                    </p:set>
                                    <p:anim calcmode="lin" valueType="num">
                                      <p:cBhvr additive="base">
                                        <p:cTn id="7" dur="500" fill="hold"/>
                                        <p:tgtEl>
                                          <p:spTgt spid="110602"/>
                                        </p:tgtEl>
                                        <p:attrNameLst>
                                          <p:attrName>ppt_x</p:attrName>
                                        </p:attrNameLst>
                                      </p:cBhvr>
                                      <p:tavLst>
                                        <p:tav tm="0">
                                          <p:val>
                                            <p:strVal val="0-#ppt_w/2"/>
                                          </p:val>
                                        </p:tav>
                                        <p:tav tm="100000">
                                          <p:val>
                                            <p:strVal val="#ppt_x"/>
                                          </p:val>
                                        </p:tav>
                                      </p:tavLst>
                                    </p:anim>
                                    <p:anim calcmode="lin" valueType="num">
                                      <p:cBhvr additive="base">
                                        <p:cTn id="8" dur="500" fill="hold"/>
                                        <p:tgtEl>
                                          <p:spTgt spid="110602"/>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10602"/>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0600"/>
                                        </p:tgtEl>
                                        <p:attrNameLst>
                                          <p:attrName>style.visibility</p:attrName>
                                        </p:attrNameLst>
                                      </p:cBhvr>
                                      <p:to>
                                        <p:strVal val="visible"/>
                                      </p:to>
                                    </p:set>
                                    <p:anim calcmode="lin" valueType="num">
                                      <p:cBhvr additive="base">
                                        <p:cTn id="13" dur="500" fill="hold"/>
                                        <p:tgtEl>
                                          <p:spTgt spid="110600"/>
                                        </p:tgtEl>
                                        <p:attrNameLst>
                                          <p:attrName>ppt_x</p:attrName>
                                        </p:attrNameLst>
                                      </p:cBhvr>
                                      <p:tavLst>
                                        <p:tav tm="0">
                                          <p:val>
                                            <p:strVal val="0-#ppt_w/2"/>
                                          </p:val>
                                        </p:tav>
                                        <p:tav tm="100000">
                                          <p:val>
                                            <p:strVal val="#ppt_x"/>
                                          </p:val>
                                        </p:tav>
                                      </p:tavLst>
                                    </p:anim>
                                    <p:anim calcmode="lin" valueType="num">
                                      <p:cBhvr additive="base">
                                        <p:cTn id="14" dur="500" fill="hold"/>
                                        <p:tgtEl>
                                          <p:spTgt spid="11060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0603"/>
                                        </p:tgtEl>
                                        <p:attrNameLst>
                                          <p:attrName>style.visibility</p:attrName>
                                        </p:attrNameLst>
                                      </p:cBhvr>
                                      <p:to>
                                        <p:strVal val="visible"/>
                                      </p:to>
                                    </p:set>
                                    <p:anim calcmode="lin" valueType="num">
                                      <p:cBhvr additive="base">
                                        <p:cTn id="19" dur="500" fill="hold"/>
                                        <p:tgtEl>
                                          <p:spTgt spid="110603"/>
                                        </p:tgtEl>
                                        <p:attrNameLst>
                                          <p:attrName>ppt_x</p:attrName>
                                        </p:attrNameLst>
                                      </p:cBhvr>
                                      <p:tavLst>
                                        <p:tav tm="0">
                                          <p:val>
                                            <p:strVal val="0-#ppt_w/2"/>
                                          </p:val>
                                        </p:tav>
                                        <p:tav tm="100000">
                                          <p:val>
                                            <p:strVal val="#ppt_x"/>
                                          </p:val>
                                        </p:tav>
                                      </p:tavLst>
                                    </p:anim>
                                    <p:anim calcmode="lin" valueType="num">
                                      <p:cBhvr additive="base">
                                        <p:cTn id="20" dur="500" fill="hold"/>
                                        <p:tgtEl>
                                          <p:spTgt spid="110603"/>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10603"/>
                                        </p:tgtEl>
                                        <p:attrNameLst>
                                          <p:attrName>style.visibility</p:attrName>
                                        </p:attrNameLst>
                                      </p:cBhvr>
                                      <p:to>
                                        <p:strVal val="hidden"/>
                                      </p:to>
                                    </p:set>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0601"/>
                                        </p:tgtEl>
                                        <p:attrNameLst>
                                          <p:attrName>style.visibility</p:attrName>
                                        </p:attrNameLst>
                                      </p:cBhvr>
                                      <p:to>
                                        <p:strVal val="visible"/>
                                      </p:to>
                                    </p:set>
                                    <p:anim calcmode="lin" valueType="num">
                                      <p:cBhvr additive="base">
                                        <p:cTn id="25" dur="500" fill="hold"/>
                                        <p:tgtEl>
                                          <p:spTgt spid="110601"/>
                                        </p:tgtEl>
                                        <p:attrNameLst>
                                          <p:attrName>ppt_x</p:attrName>
                                        </p:attrNameLst>
                                      </p:cBhvr>
                                      <p:tavLst>
                                        <p:tav tm="0">
                                          <p:val>
                                            <p:strVal val="0-#ppt_w/2"/>
                                          </p:val>
                                        </p:tav>
                                        <p:tav tm="100000">
                                          <p:val>
                                            <p:strVal val="#ppt_x"/>
                                          </p:val>
                                        </p:tav>
                                      </p:tavLst>
                                    </p:anim>
                                    <p:anim calcmode="lin" valueType="num">
                                      <p:cBhvr additive="base">
                                        <p:cTn id="26" dur="500" fill="hold"/>
                                        <p:tgtEl>
                                          <p:spTgt spid="11060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00" grpId="0" autoUpdateAnimBg="0"/>
      <p:bldP spid="110601" grpId="0" autoUpdateAnimBg="0"/>
      <p:bldP spid="110602" grpId="0" animBg="1" autoUpdateAnimBg="0"/>
      <p:bldP spid="110603"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B4E11545-CC4F-4B55-9742-40D245E9F266}"/>
              </a:ext>
            </a:extLst>
          </p:cNvPr>
          <p:cNvSpPr>
            <a:spLocks noChangeArrowheads="1"/>
          </p:cNvSpPr>
          <p:nvPr/>
        </p:nvSpPr>
        <p:spPr bwMode="auto">
          <a:xfrm>
            <a:off x="457200" y="381000"/>
            <a:ext cx="80772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800" b="1">
                <a:solidFill>
                  <a:schemeClr val="tx2"/>
                </a:solidFill>
                <a:latin typeface="Times New Roman" panose="02020603050405020304" pitchFamily="18" charset="0"/>
              </a:rPr>
              <a:t>4</a:t>
            </a:r>
            <a:r>
              <a:rPr lang="zh-CN" altLang="en-US" sz="2800" b="1">
                <a:solidFill>
                  <a:schemeClr val="tx2"/>
                </a:solidFill>
                <a:latin typeface="Times New Roman" panose="02020603050405020304" pitchFamily="18" charset="0"/>
              </a:rPr>
              <a:t>．从属时差：</a:t>
            </a:r>
            <a:r>
              <a:rPr lang="en-US" altLang="zh-CN" sz="2800" b="1">
                <a:solidFill>
                  <a:schemeClr val="tx2"/>
                </a:solidFill>
                <a:latin typeface="Times New Roman" panose="02020603050405020304" pitchFamily="18" charset="0"/>
              </a:rPr>
              <a:t>DF</a:t>
            </a:r>
          </a:p>
          <a:p>
            <a:pPr algn="just" eaLnBrk="1" hangingPunct="1"/>
            <a:r>
              <a:rPr lang="zh-CN" altLang="en-US" sz="2800" b="1" i="1">
                <a:latin typeface="宋体" panose="02010600030101010101" pitchFamily="2" charset="-122"/>
              </a:rPr>
              <a:t>该工作从起点事件的最迟时间到终点事件的最早时间之间所具有的机动时间。反映在紧前工作干涉时差影响下的局部时差。</a:t>
            </a:r>
            <a:r>
              <a:rPr lang="zh-CN" altLang="en-US" sz="2800" b="1">
                <a:latin typeface="Times New Roman" panose="02020603050405020304" pitchFamily="18" charset="0"/>
              </a:rPr>
              <a:t> </a:t>
            </a:r>
          </a:p>
        </p:txBody>
      </p:sp>
      <p:sp>
        <p:nvSpPr>
          <p:cNvPr id="16387" name="Rectangle 3">
            <a:extLst>
              <a:ext uri="{FF2B5EF4-FFF2-40B4-BE49-F238E27FC236}">
                <a16:creationId xmlns:a16="http://schemas.microsoft.com/office/drawing/2014/main" id="{C706D981-1885-482B-9609-13CCF0C928E5}"/>
              </a:ext>
            </a:extLst>
          </p:cNvPr>
          <p:cNvSpPr>
            <a:spLocks noChangeArrowheads="1"/>
          </p:cNvSpPr>
          <p:nvPr/>
        </p:nvSpPr>
        <p:spPr bwMode="auto">
          <a:xfrm>
            <a:off x="2652713" y="2457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94945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spcBef>
                <a:spcPct val="20000"/>
              </a:spcBef>
            </a:pPr>
            <a:endParaRPr lang="zh-CN" altLang="zh-CN" sz="2800">
              <a:latin typeface="Times New Roman" panose="02020603050405020304" pitchFamily="18" charset="0"/>
            </a:endParaRPr>
          </a:p>
        </p:txBody>
      </p:sp>
      <p:sp>
        <p:nvSpPr>
          <p:cNvPr id="16388" name="Rectangle 4">
            <a:extLst>
              <a:ext uri="{FF2B5EF4-FFF2-40B4-BE49-F238E27FC236}">
                <a16:creationId xmlns:a16="http://schemas.microsoft.com/office/drawing/2014/main" id="{E985E31C-A9C6-4756-A558-4C8E1003AB00}"/>
              </a:ext>
            </a:extLst>
          </p:cNvPr>
          <p:cNvSpPr>
            <a:spLocks noChangeArrowheads="1"/>
          </p:cNvSpPr>
          <p:nvPr/>
        </p:nvSpPr>
        <p:spPr bwMode="auto">
          <a:xfrm>
            <a:off x="2481263" y="24145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spcBef>
                <a:spcPct val="20000"/>
              </a:spcBef>
            </a:pPr>
            <a:endParaRPr lang="zh-CN" altLang="zh-CN" sz="2800">
              <a:latin typeface="Times New Roman" panose="02020603050405020304" pitchFamily="18" charset="0"/>
            </a:endParaRPr>
          </a:p>
        </p:txBody>
      </p:sp>
      <p:graphicFrame>
        <p:nvGraphicFramePr>
          <p:cNvPr id="16389" name="Object 5" descr="信纸">
            <a:extLst>
              <a:ext uri="{FF2B5EF4-FFF2-40B4-BE49-F238E27FC236}">
                <a16:creationId xmlns:a16="http://schemas.microsoft.com/office/drawing/2014/main" id="{8AAFDCC1-AAB1-440A-8906-D507703FAFA5}"/>
              </a:ext>
            </a:extLst>
          </p:cNvPr>
          <p:cNvGraphicFramePr>
            <a:graphicFrameLocks noChangeAspect="1"/>
          </p:cNvGraphicFramePr>
          <p:nvPr/>
        </p:nvGraphicFramePr>
        <p:xfrm>
          <a:off x="304800" y="2590800"/>
          <a:ext cx="2590800" cy="457200"/>
        </p:xfrm>
        <a:graphic>
          <a:graphicData uri="http://schemas.openxmlformats.org/presentationml/2006/ole">
            <mc:AlternateContent xmlns:mc="http://schemas.openxmlformats.org/markup-compatibility/2006">
              <mc:Choice xmlns:v="urn:schemas-microsoft-com:vml" Requires="v">
                <p:oleObj spid="_x0000_s20517" r:id="rId3" imgW="1435100" imgH="254000" progId="Equation.3">
                  <p:embed/>
                </p:oleObj>
              </mc:Choice>
              <mc:Fallback>
                <p:oleObj r:id="rId3" imgW="1435100" imgH="254000" progId="Equation.3">
                  <p:embed/>
                  <p:pic>
                    <p:nvPicPr>
                      <p:cNvPr id="16389" name="Object 5" descr="信纸">
                        <a:extLst>
                          <a:ext uri="{FF2B5EF4-FFF2-40B4-BE49-F238E27FC236}">
                            <a16:creationId xmlns:a16="http://schemas.microsoft.com/office/drawing/2014/main" id="{8AAFDCC1-AAB1-440A-8906-D507703FAF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590800"/>
                        <a:ext cx="2590800" cy="457200"/>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0" name="Object 6" descr="信纸">
            <a:extLst>
              <a:ext uri="{FF2B5EF4-FFF2-40B4-BE49-F238E27FC236}">
                <a16:creationId xmlns:a16="http://schemas.microsoft.com/office/drawing/2014/main" id="{42AD46FF-6313-43C0-9A16-676669843531}"/>
              </a:ext>
            </a:extLst>
          </p:cNvPr>
          <p:cNvGraphicFramePr>
            <a:graphicFrameLocks noChangeAspect="1"/>
          </p:cNvGraphicFramePr>
          <p:nvPr/>
        </p:nvGraphicFramePr>
        <p:xfrm>
          <a:off x="990600" y="3048000"/>
          <a:ext cx="2676525" cy="457200"/>
        </p:xfrm>
        <a:graphic>
          <a:graphicData uri="http://schemas.openxmlformats.org/presentationml/2006/ole">
            <mc:AlternateContent xmlns:mc="http://schemas.openxmlformats.org/markup-compatibility/2006">
              <mc:Choice xmlns:v="urn:schemas-microsoft-com:vml" Requires="v">
                <p:oleObj spid="_x0000_s20518" r:id="rId6" imgW="1485255" imgH="253890" progId="Equation.3">
                  <p:embed/>
                </p:oleObj>
              </mc:Choice>
              <mc:Fallback>
                <p:oleObj r:id="rId6" imgW="1485255" imgH="253890" progId="Equation.3">
                  <p:embed/>
                  <p:pic>
                    <p:nvPicPr>
                      <p:cNvPr id="16390" name="Object 6" descr="信纸">
                        <a:extLst>
                          <a:ext uri="{FF2B5EF4-FFF2-40B4-BE49-F238E27FC236}">
                            <a16:creationId xmlns:a16="http://schemas.microsoft.com/office/drawing/2014/main" id="{42AD46FF-6313-43C0-9A16-67666984353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0600" y="3048000"/>
                        <a:ext cx="2676525" cy="457200"/>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1" name="Object 7" descr="信纸">
            <a:extLst>
              <a:ext uri="{FF2B5EF4-FFF2-40B4-BE49-F238E27FC236}">
                <a16:creationId xmlns:a16="http://schemas.microsoft.com/office/drawing/2014/main" id="{B331200F-251E-4BDC-ADBC-80EFA3622161}"/>
              </a:ext>
            </a:extLst>
          </p:cNvPr>
          <p:cNvGraphicFramePr>
            <a:graphicFrameLocks noChangeAspect="1"/>
          </p:cNvGraphicFramePr>
          <p:nvPr/>
        </p:nvGraphicFramePr>
        <p:xfrm>
          <a:off x="990600" y="3505200"/>
          <a:ext cx="3067050" cy="457200"/>
        </p:xfrm>
        <a:graphic>
          <a:graphicData uri="http://schemas.openxmlformats.org/presentationml/2006/ole">
            <mc:AlternateContent xmlns:mc="http://schemas.openxmlformats.org/markup-compatibility/2006">
              <mc:Choice xmlns:v="urn:schemas-microsoft-com:vml" Requires="v">
                <p:oleObj spid="_x0000_s20519" r:id="rId8" imgW="1701800" imgH="254000" progId="Equation.3">
                  <p:embed/>
                </p:oleObj>
              </mc:Choice>
              <mc:Fallback>
                <p:oleObj r:id="rId8" imgW="1701800" imgH="254000" progId="Equation.3">
                  <p:embed/>
                  <p:pic>
                    <p:nvPicPr>
                      <p:cNvPr id="16391" name="Object 7" descr="信纸">
                        <a:extLst>
                          <a:ext uri="{FF2B5EF4-FFF2-40B4-BE49-F238E27FC236}">
                            <a16:creationId xmlns:a16="http://schemas.microsoft.com/office/drawing/2014/main" id="{B331200F-251E-4BDC-ADBC-80EFA362216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0600" y="3505200"/>
                        <a:ext cx="3067050" cy="457200"/>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2" name="Object 8" descr="信纸">
            <a:extLst>
              <a:ext uri="{FF2B5EF4-FFF2-40B4-BE49-F238E27FC236}">
                <a16:creationId xmlns:a16="http://schemas.microsoft.com/office/drawing/2014/main" id="{01335584-87A3-4396-B04B-E111E69E6042}"/>
              </a:ext>
            </a:extLst>
          </p:cNvPr>
          <p:cNvGraphicFramePr>
            <a:graphicFrameLocks noChangeAspect="1"/>
          </p:cNvGraphicFramePr>
          <p:nvPr/>
        </p:nvGraphicFramePr>
        <p:xfrm>
          <a:off x="990600" y="3962400"/>
          <a:ext cx="1600200" cy="438150"/>
        </p:xfrm>
        <a:graphic>
          <a:graphicData uri="http://schemas.openxmlformats.org/presentationml/2006/ole">
            <mc:AlternateContent xmlns:mc="http://schemas.openxmlformats.org/markup-compatibility/2006">
              <mc:Choice xmlns:v="urn:schemas-microsoft-com:vml" Requires="v">
                <p:oleObj spid="_x0000_s20520" r:id="rId10" imgW="888614" imgH="241195" progId="Equation.3">
                  <p:embed/>
                </p:oleObj>
              </mc:Choice>
              <mc:Fallback>
                <p:oleObj r:id="rId10" imgW="888614" imgH="241195" progId="Equation.3">
                  <p:embed/>
                  <p:pic>
                    <p:nvPicPr>
                      <p:cNvPr id="16392" name="Object 8" descr="信纸">
                        <a:extLst>
                          <a:ext uri="{FF2B5EF4-FFF2-40B4-BE49-F238E27FC236}">
                            <a16:creationId xmlns:a16="http://schemas.microsoft.com/office/drawing/2014/main" id="{01335584-87A3-4396-B04B-E111E69E604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0600" y="3962400"/>
                        <a:ext cx="1600200" cy="438150"/>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3" name="Object 9" descr="信纸">
            <a:extLst>
              <a:ext uri="{FF2B5EF4-FFF2-40B4-BE49-F238E27FC236}">
                <a16:creationId xmlns:a16="http://schemas.microsoft.com/office/drawing/2014/main" id="{6CEBE925-006F-4656-AAF9-8AC0BF887B05}"/>
              </a:ext>
            </a:extLst>
          </p:cNvPr>
          <p:cNvGraphicFramePr>
            <a:graphicFrameLocks noChangeAspect="1"/>
          </p:cNvGraphicFramePr>
          <p:nvPr/>
        </p:nvGraphicFramePr>
        <p:xfrm>
          <a:off x="4029075" y="2671763"/>
          <a:ext cx="4743450" cy="2671762"/>
        </p:xfrm>
        <a:graphic>
          <a:graphicData uri="http://schemas.openxmlformats.org/presentationml/2006/ole">
            <mc:AlternateContent xmlns:mc="http://schemas.openxmlformats.org/markup-compatibility/2006">
              <mc:Choice xmlns:v="urn:schemas-microsoft-com:vml" Requires="v">
                <p:oleObj spid="_x0000_s20521" name="AutoCAD Drawing" r:id="rId12" imgW="9067800" imgH="5172075" progId="AutoCAD.Drawing.16">
                  <p:embed/>
                </p:oleObj>
              </mc:Choice>
              <mc:Fallback>
                <p:oleObj name="AutoCAD Drawing" r:id="rId12" imgW="9067800" imgH="5172075" progId="AutoCAD.Drawing.16">
                  <p:embed/>
                  <p:pic>
                    <p:nvPicPr>
                      <p:cNvPr id="16393" name="Object 9" descr="信纸">
                        <a:extLst>
                          <a:ext uri="{FF2B5EF4-FFF2-40B4-BE49-F238E27FC236}">
                            <a16:creationId xmlns:a16="http://schemas.microsoft.com/office/drawing/2014/main" id="{6CEBE925-006F-4656-AAF9-8AC0BF887B0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l="8553" t="49348" r="51265" b="11191"/>
                      <a:stretch>
                        <a:fillRect/>
                      </a:stretch>
                    </p:blipFill>
                    <p:spPr bwMode="auto">
                      <a:xfrm>
                        <a:off x="4029075" y="2671763"/>
                        <a:ext cx="4743450" cy="2671762"/>
                      </a:xfrm>
                      <a:prstGeom prst="rect">
                        <a:avLst/>
                      </a:prstGeom>
                      <a:blipFill dpi="0" rotWithShape="0">
                        <a:blip r:embed="rId5"/>
                        <a:srcRect l="8553" t="49348" r="51265" b="11191"/>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1626" name="Rectangle 10">
            <a:extLst>
              <a:ext uri="{FF2B5EF4-FFF2-40B4-BE49-F238E27FC236}">
                <a16:creationId xmlns:a16="http://schemas.microsoft.com/office/drawing/2014/main" id="{204F8758-5279-4B15-B14D-330F2F376709}"/>
              </a:ext>
            </a:extLst>
          </p:cNvPr>
          <p:cNvSpPr>
            <a:spLocks noChangeArrowheads="1"/>
          </p:cNvSpPr>
          <p:nvPr/>
        </p:nvSpPr>
        <p:spPr bwMode="auto">
          <a:xfrm>
            <a:off x="6477000" y="3124200"/>
            <a:ext cx="2286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1627" name="Rectangle 11">
            <a:extLst>
              <a:ext uri="{FF2B5EF4-FFF2-40B4-BE49-F238E27FC236}">
                <a16:creationId xmlns:a16="http://schemas.microsoft.com/office/drawing/2014/main" id="{D3535238-395F-44EC-9EE7-7E0A67E85E0D}"/>
              </a:ext>
            </a:extLst>
          </p:cNvPr>
          <p:cNvSpPr>
            <a:spLocks noChangeArrowheads="1"/>
          </p:cNvSpPr>
          <p:nvPr/>
        </p:nvSpPr>
        <p:spPr bwMode="auto">
          <a:xfrm>
            <a:off x="6781800" y="4495800"/>
            <a:ext cx="2286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1628" name="Rectangle 12" descr="信纸">
            <a:extLst>
              <a:ext uri="{FF2B5EF4-FFF2-40B4-BE49-F238E27FC236}">
                <a16:creationId xmlns:a16="http://schemas.microsoft.com/office/drawing/2014/main" id="{A854A0AD-7D19-4D71-AC22-77E17F55F137}"/>
              </a:ext>
            </a:extLst>
          </p:cNvPr>
          <p:cNvSpPr>
            <a:spLocks noChangeArrowheads="1"/>
          </p:cNvSpPr>
          <p:nvPr/>
        </p:nvSpPr>
        <p:spPr bwMode="auto">
          <a:xfrm>
            <a:off x="6172200" y="3429000"/>
            <a:ext cx="914400" cy="365125"/>
          </a:xfrm>
          <a:prstGeom prst="rect">
            <a:avLst/>
          </a:prstGeom>
          <a:blipFill dpi="0" rotWithShape="0">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a:solidFill>
                  <a:schemeClr val="bg2"/>
                </a:solidFill>
                <a:latin typeface="Times New Roman" panose="02020603050405020304" pitchFamily="18" charset="0"/>
              </a:rPr>
              <a:t>6-4-2=</a:t>
            </a:r>
          </a:p>
        </p:txBody>
      </p:sp>
      <p:sp>
        <p:nvSpPr>
          <p:cNvPr id="111629" name="Rectangle 13" descr="信纸">
            <a:extLst>
              <a:ext uri="{FF2B5EF4-FFF2-40B4-BE49-F238E27FC236}">
                <a16:creationId xmlns:a16="http://schemas.microsoft.com/office/drawing/2014/main" id="{7D2289BD-A25B-450B-AB56-CFD2E9AF2C29}"/>
              </a:ext>
            </a:extLst>
          </p:cNvPr>
          <p:cNvSpPr>
            <a:spLocks noChangeArrowheads="1"/>
          </p:cNvSpPr>
          <p:nvPr/>
        </p:nvSpPr>
        <p:spPr bwMode="auto">
          <a:xfrm>
            <a:off x="6400800" y="4800600"/>
            <a:ext cx="831850" cy="365125"/>
          </a:xfrm>
          <a:prstGeom prst="rect">
            <a:avLst/>
          </a:prstGeom>
          <a:blipFill dpi="0" rotWithShape="0">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a:solidFill>
                  <a:schemeClr val="bg2"/>
                </a:solidFill>
                <a:latin typeface="Times New Roman" panose="02020603050405020304" pitchFamily="18" charset="0"/>
              </a:rPr>
              <a:t>8-4-4=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1628"/>
                                        </p:tgtEl>
                                        <p:attrNameLst>
                                          <p:attrName>style.visibility</p:attrName>
                                        </p:attrNameLst>
                                      </p:cBhvr>
                                      <p:to>
                                        <p:strVal val="visible"/>
                                      </p:to>
                                    </p:set>
                                    <p:anim calcmode="lin" valueType="num">
                                      <p:cBhvr additive="base">
                                        <p:cTn id="7" dur="500" fill="hold"/>
                                        <p:tgtEl>
                                          <p:spTgt spid="111628"/>
                                        </p:tgtEl>
                                        <p:attrNameLst>
                                          <p:attrName>ppt_x</p:attrName>
                                        </p:attrNameLst>
                                      </p:cBhvr>
                                      <p:tavLst>
                                        <p:tav tm="0">
                                          <p:val>
                                            <p:strVal val="0-#ppt_w/2"/>
                                          </p:val>
                                        </p:tav>
                                        <p:tav tm="100000">
                                          <p:val>
                                            <p:strVal val="#ppt_x"/>
                                          </p:val>
                                        </p:tav>
                                      </p:tavLst>
                                    </p:anim>
                                    <p:anim calcmode="lin" valueType="num">
                                      <p:cBhvr additive="base">
                                        <p:cTn id="8" dur="500" fill="hold"/>
                                        <p:tgtEl>
                                          <p:spTgt spid="111628"/>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11628"/>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1626"/>
                                        </p:tgtEl>
                                        <p:attrNameLst>
                                          <p:attrName>style.visibility</p:attrName>
                                        </p:attrNameLst>
                                      </p:cBhvr>
                                      <p:to>
                                        <p:strVal val="visible"/>
                                      </p:to>
                                    </p:set>
                                    <p:anim calcmode="lin" valueType="num">
                                      <p:cBhvr additive="base">
                                        <p:cTn id="13" dur="500" fill="hold"/>
                                        <p:tgtEl>
                                          <p:spTgt spid="111626"/>
                                        </p:tgtEl>
                                        <p:attrNameLst>
                                          <p:attrName>ppt_x</p:attrName>
                                        </p:attrNameLst>
                                      </p:cBhvr>
                                      <p:tavLst>
                                        <p:tav tm="0">
                                          <p:val>
                                            <p:strVal val="0-#ppt_w/2"/>
                                          </p:val>
                                        </p:tav>
                                        <p:tav tm="100000">
                                          <p:val>
                                            <p:strVal val="#ppt_x"/>
                                          </p:val>
                                        </p:tav>
                                      </p:tavLst>
                                    </p:anim>
                                    <p:anim calcmode="lin" valueType="num">
                                      <p:cBhvr additive="base">
                                        <p:cTn id="14" dur="500" fill="hold"/>
                                        <p:tgtEl>
                                          <p:spTgt spid="11162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1629"/>
                                        </p:tgtEl>
                                        <p:attrNameLst>
                                          <p:attrName>style.visibility</p:attrName>
                                        </p:attrNameLst>
                                      </p:cBhvr>
                                      <p:to>
                                        <p:strVal val="visible"/>
                                      </p:to>
                                    </p:set>
                                    <p:anim calcmode="lin" valueType="num">
                                      <p:cBhvr additive="base">
                                        <p:cTn id="19" dur="500" fill="hold"/>
                                        <p:tgtEl>
                                          <p:spTgt spid="111629"/>
                                        </p:tgtEl>
                                        <p:attrNameLst>
                                          <p:attrName>ppt_x</p:attrName>
                                        </p:attrNameLst>
                                      </p:cBhvr>
                                      <p:tavLst>
                                        <p:tav tm="0">
                                          <p:val>
                                            <p:strVal val="0-#ppt_w/2"/>
                                          </p:val>
                                        </p:tav>
                                        <p:tav tm="100000">
                                          <p:val>
                                            <p:strVal val="#ppt_x"/>
                                          </p:val>
                                        </p:tav>
                                      </p:tavLst>
                                    </p:anim>
                                    <p:anim calcmode="lin" valueType="num">
                                      <p:cBhvr additive="base">
                                        <p:cTn id="20" dur="500" fill="hold"/>
                                        <p:tgtEl>
                                          <p:spTgt spid="111629"/>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11629"/>
                                        </p:tgtEl>
                                        <p:attrNameLst>
                                          <p:attrName>style.visibility</p:attrName>
                                        </p:attrNameLst>
                                      </p:cBhvr>
                                      <p:to>
                                        <p:strVal val="hidden"/>
                                      </p:to>
                                    </p:set>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1627"/>
                                        </p:tgtEl>
                                        <p:attrNameLst>
                                          <p:attrName>style.visibility</p:attrName>
                                        </p:attrNameLst>
                                      </p:cBhvr>
                                      <p:to>
                                        <p:strVal val="visible"/>
                                      </p:to>
                                    </p:set>
                                    <p:anim calcmode="lin" valueType="num">
                                      <p:cBhvr additive="base">
                                        <p:cTn id="25" dur="500" fill="hold"/>
                                        <p:tgtEl>
                                          <p:spTgt spid="111627"/>
                                        </p:tgtEl>
                                        <p:attrNameLst>
                                          <p:attrName>ppt_x</p:attrName>
                                        </p:attrNameLst>
                                      </p:cBhvr>
                                      <p:tavLst>
                                        <p:tav tm="0">
                                          <p:val>
                                            <p:strVal val="0-#ppt_w/2"/>
                                          </p:val>
                                        </p:tav>
                                        <p:tav tm="100000">
                                          <p:val>
                                            <p:strVal val="#ppt_x"/>
                                          </p:val>
                                        </p:tav>
                                      </p:tavLst>
                                    </p:anim>
                                    <p:anim calcmode="lin" valueType="num">
                                      <p:cBhvr additive="base">
                                        <p:cTn id="26" dur="500" fill="hold"/>
                                        <p:tgtEl>
                                          <p:spTgt spid="1116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6" grpId="0" autoUpdateAnimBg="0"/>
      <p:bldP spid="111627" grpId="0" autoUpdateAnimBg="0"/>
      <p:bldP spid="111628" grpId="0" animBg="1" autoUpdateAnimBg="0"/>
      <p:bldP spid="111629"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E3EC29F1-7FEA-48E4-821F-B05D8940A645}"/>
              </a:ext>
            </a:extLst>
          </p:cNvPr>
          <p:cNvSpPr>
            <a:spLocks noChangeArrowheads="1"/>
          </p:cNvSpPr>
          <p:nvPr/>
        </p:nvSpPr>
        <p:spPr bwMode="auto">
          <a:xfrm>
            <a:off x="457200" y="381000"/>
            <a:ext cx="8077200" cy="564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800" b="1">
                <a:solidFill>
                  <a:schemeClr val="tx2"/>
                </a:solidFill>
                <a:latin typeface="Times New Roman" panose="02020603050405020304" pitchFamily="18" charset="0"/>
              </a:rPr>
              <a:t>5</a:t>
            </a:r>
            <a:r>
              <a:rPr lang="zh-CN" altLang="en-US" sz="2800" b="1">
                <a:solidFill>
                  <a:schemeClr val="tx2"/>
                </a:solidFill>
                <a:latin typeface="Times New Roman" panose="02020603050405020304" pitchFamily="18" charset="0"/>
              </a:rPr>
              <a:t>．各类时差的关系</a:t>
            </a:r>
          </a:p>
          <a:p>
            <a:pPr algn="just" eaLnBrk="1" hangingPunct="1"/>
            <a:r>
              <a:rPr lang="zh-CN" altLang="en-US" sz="2800" b="1">
                <a:solidFill>
                  <a:schemeClr val="tx2"/>
                </a:solidFill>
                <a:latin typeface="宋体" panose="02010600030101010101" pitchFamily="2" charset="-122"/>
              </a:rPr>
              <a:t>（</a:t>
            </a:r>
            <a:r>
              <a:rPr lang="en-US" altLang="zh-CN" sz="2800" b="1">
                <a:solidFill>
                  <a:schemeClr val="tx2"/>
                </a:solidFill>
                <a:latin typeface="Times New Roman" panose="02020603050405020304" pitchFamily="18" charset="0"/>
              </a:rPr>
              <a:t>1</a:t>
            </a:r>
            <a:r>
              <a:rPr lang="zh-CN" altLang="en-US" sz="2800" b="1">
                <a:solidFill>
                  <a:schemeClr val="tx2"/>
                </a:solidFill>
                <a:latin typeface="宋体" panose="02010600030101010101" pitchFamily="2" charset="-122"/>
              </a:rPr>
              <a:t>）关系图</a:t>
            </a:r>
            <a:r>
              <a:rPr lang="en-US" altLang="zh-CN" sz="2800" b="1">
                <a:solidFill>
                  <a:schemeClr val="tx2"/>
                </a:solidFill>
                <a:latin typeface="Times New Roman" panose="02020603050405020304" pitchFamily="18" charset="0"/>
              </a:rPr>
              <a:t>P71 </a:t>
            </a:r>
          </a:p>
          <a:p>
            <a:pPr algn="just" eaLnBrk="1" hangingPunct="1"/>
            <a:endParaRPr lang="en-US" altLang="zh-CN" sz="2800" b="1">
              <a:solidFill>
                <a:schemeClr val="tx2"/>
              </a:solidFill>
              <a:latin typeface="Times New Roman" panose="02020603050405020304" pitchFamily="18" charset="0"/>
            </a:endParaRPr>
          </a:p>
          <a:p>
            <a:pPr algn="just" eaLnBrk="1" hangingPunct="1"/>
            <a:endParaRPr lang="en-US" altLang="zh-CN" sz="2800" b="1">
              <a:solidFill>
                <a:srgbClr val="FF0000"/>
              </a:solidFill>
              <a:latin typeface="Times New Roman" panose="02020603050405020304" pitchFamily="18" charset="0"/>
            </a:endParaRPr>
          </a:p>
          <a:p>
            <a:pPr algn="just" eaLnBrk="1" hangingPunct="1"/>
            <a:endParaRPr lang="en-US" altLang="zh-CN" sz="2800" b="1">
              <a:solidFill>
                <a:srgbClr val="FF0000"/>
              </a:solidFill>
              <a:latin typeface="Times New Roman" panose="02020603050405020304" pitchFamily="18" charset="0"/>
            </a:endParaRPr>
          </a:p>
          <a:p>
            <a:pPr algn="just" eaLnBrk="1" hangingPunct="1"/>
            <a:endParaRPr lang="en-US" altLang="zh-CN" sz="2800" b="1">
              <a:solidFill>
                <a:srgbClr val="FF0000"/>
              </a:solidFill>
              <a:latin typeface="Times New Roman" panose="02020603050405020304" pitchFamily="18" charset="0"/>
            </a:endParaRPr>
          </a:p>
          <a:p>
            <a:pPr algn="just" eaLnBrk="1" hangingPunct="1"/>
            <a:endParaRPr lang="en-US" altLang="zh-CN" sz="2800" b="1">
              <a:solidFill>
                <a:srgbClr val="FF0000"/>
              </a:solidFill>
              <a:latin typeface="Times New Roman" panose="02020603050405020304" pitchFamily="18" charset="0"/>
            </a:endParaRPr>
          </a:p>
          <a:p>
            <a:pPr algn="just" eaLnBrk="1" hangingPunct="1"/>
            <a:r>
              <a:rPr lang="zh-CN" altLang="en-US" sz="2800" b="1">
                <a:solidFill>
                  <a:schemeClr val="tx2"/>
                </a:solidFill>
                <a:latin typeface="Times New Roman" panose="02020603050405020304" pitchFamily="18" charset="0"/>
              </a:rPr>
              <a:t>（</a:t>
            </a:r>
            <a:r>
              <a:rPr lang="en-US" altLang="zh-CN" sz="2800" b="1">
                <a:solidFill>
                  <a:schemeClr val="tx2"/>
                </a:solidFill>
                <a:latin typeface="Times New Roman" panose="02020603050405020304" pitchFamily="18" charset="0"/>
              </a:rPr>
              <a:t>2</a:t>
            </a:r>
            <a:r>
              <a:rPr lang="zh-CN" altLang="en-US" sz="2800" b="1">
                <a:solidFill>
                  <a:schemeClr val="tx2"/>
                </a:solidFill>
                <a:latin typeface="Times New Roman" panose="02020603050405020304" pitchFamily="18" charset="0"/>
              </a:rPr>
              <a:t>）各时差特点</a:t>
            </a:r>
          </a:p>
          <a:p>
            <a:pPr algn="just" eaLnBrk="1" hangingPunct="1"/>
            <a:r>
              <a:rPr lang="zh-CN" altLang="en-US" sz="2800" b="1">
                <a:solidFill>
                  <a:schemeClr val="tx2"/>
                </a:solidFill>
                <a:latin typeface="Times New Roman" panose="02020603050405020304" pitchFamily="18" charset="0"/>
              </a:rPr>
              <a:t>①总时差对紧前紧后工作都有影响，为一条线路</a:t>
            </a:r>
          </a:p>
          <a:p>
            <a:pPr algn="just" eaLnBrk="1" hangingPunct="1"/>
            <a:r>
              <a:rPr lang="zh-CN" altLang="en-US" sz="2800" b="1">
                <a:solidFill>
                  <a:schemeClr val="tx2"/>
                </a:solidFill>
                <a:latin typeface="Times New Roman" panose="02020603050405020304" pitchFamily="18" charset="0"/>
              </a:rPr>
              <a:t>    所共有</a:t>
            </a:r>
          </a:p>
          <a:p>
            <a:pPr algn="just" eaLnBrk="1" hangingPunct="1"/>
            <a:r>
              <a:rPr lang="zh-CN" altLang="en-US" sz="2800" b="1">
                <a:solidFill>
                  <a:schemeClr val="tx2"/>
                </a:solidFill>
                <a:latin typeface="Times New Roman" panose="02020603050405020304" pitchFamily="18" charset="0"/>
              </a:rPr>
              <a:t>②局部时差仅对紧前工作有影响</a:t>
            </a:r>
          </a:p>
          <a:p>
            <a:pPr algn="just"/>
            <a:r>
              <a:rPr lang="zh-CN" altLang="en-US" sz="2800" b="1">
                <a:solidFill>
                  <a:schemeClr val="tx2"/>
                </a:solidFill>
                <a:latin typeface="Times New Roman" panose="02020603050405020304" pitchFamily="18" charset="0"/>
              </a:rPr>
              <a:t>③干涉时差仅对紧后工作有影响</a:t>
            </a:r>
          </a:p>
          <a:p>
            <a:r>
              <a:rPr lang="zh-CN" altLang="en-US" sz="2800" b="1">
                <a:solidFill>
                  <a:schemeClr val="tx2"/>
                </a:solidFill>
                <a:latin typeface="宋体" panose="02010600030101010101" pitchFamily="2" charset="-122"/>
              </a:rPr>
              <a:t>④从属时差仅对本工作有影响</a:t>
            </a:r>
            <a:r>
              <a:rPr lang="zh-CN" altLang="en-US" sz="2800" b="1">
                <a:solidFill>
                  <a:schemeClr val="tx2"/>
                </a:solidFill>
                <a:latin typeface="Times New Roman" panose="02020603050405020304" pitchFamily="18" charset="0"/>
              </a:rPr>
              <a:t> </a:t>
            </a:r>
          </a:p>
        </p:txBody>
      </p:sp>
      <p:sp>
        <p:nvSpPr>
          <p:cNvPr id="17411" name="Rectangle 3">
            <a:extLst>
              <a:ext uri="{FF2B5EF4-FFF2-40B4-BE49-F238E27FC236}">
                <a16:creationId xmlns:a16="http://schemas.microsoft.com/office/drawing/2014/main" id="{7E58E7A4-1B30-45D9-B3EB-9A6DD6EADFE3}"/>
              </a:ext>
            </a:extLst>
          </p:cNvPr>
          <p:cNvSpPr>
            <a:spLocks noChangeArrowheads="1"/>
          </p:cNvSpPr>
          <p:nvPr/>
        </p:nvSpPr>
        <p:spPr bwMode="auto">
          <a:xfrm>
            <a:off x="2652713" y="2457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94945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spcBef>
                <a:spcPct val="20000"/>
              </a:spcBef>
            </a:pPr>
            <a:endParaRPr lang="zh-CN" altLang="zh-CN" sz="2800">
              <a:latin typeface="Times New Roman" panose="02020603050405020304" pitchFamily="18" charset="0"/>
            </a:endParaRPr>
          </a:p>
        </p:txBody>
      </p:sp>
      <p:sp>
        <p:nvSpPr>
          <p:cNvPr id="17412" name="Rectangle 4">
            <a:extLst>
              <a:ext uri="{FF2B5EF4-FFF2-40B4-BE49-F238E27FC236}">
                <a16:creationId xmlns:a16="http://schemas.microsoft.com/office/drawing/2014/main" id="{E729592B-538C-4969-82E1-71259AF7DC09}"/>
              </a:ext>
            </a:extLst>
          </p:cNvPr>
          <p:cNvSpPr>
            <a:spLocks noChangeArrowheads="1"/>
          </p:cNvSpPr>
          <p:nvPr/>
        </p:nvSpPr>
        <p:spPr bwMode="auto">
          <a:xfrm>
            <a:off x="2481263" y="24145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spcBef>
                <a:spcPct val="20000"/>
              </a:spcBef>
            </a:pPr>
            <a:endParaRPr lang="zh-CN" altLang="zh-CN" sz="2800">
              <a:latin typeface="Times New Roman" panose="02020603050405020304" pitchFamily="18" charset="0"/>
            </a:endParaRPr>
          </a:p>
        </p:txBody>
      </p:sp>
      <p:graphicFrame>
        <p:nvGraphicFramePr>
          <p:cNvPr id="17413" name="Object 5" descr="信纸">
            <a:extLst>
              <a:ext uri="{FF2B5EF4-FFF2-40B4-BE49-F238E27FC236}">
                <a16:creationId xmlns:a16="http://schemas.microsoft.com/office/drawing/2014/main" id="{4308308C-1F33-4E44-B81C-2CE8918F6ACD}"/>
              </a:ext>
            </a:extLst>
          </p:cNvPr>
          <p:cNvGraphicFramePr>
            <a:graphicFrameLocks noChangeAspect="1"/>
          </p:cNvGraphicFramePr>
          <p:nvPr/>
        </p:nvGraphicFramePr>
        <p:xfrm>
          <a:off x="1970088" y="1298575"/>
          <a:ext cx="5510212" cy="2154238"/>
        </p:xfrm>
        <a:graphic>
          <a:graphicData uri="http://schemas.openxmlformats.org/presentationml/2006/ole">
            <mc:AlternateContent xmlns:mc="http://schemas.openxmlformats.org/markup-compatibility/2006">
              <mc:Choice xmlns:v="urn:schemas-microsoft-com:vml" Requires="v">
                <p:oleObj spid="_x0000_s21513" name="AutoCAD Drawing" r:id="rId3" imgW="9067800" imgH="5172075" progId="AutoCAD.Drawing.16">
                  <p:embed/>
                </p:oleObj>
              </mc:Choice>
              <mc:Fallback>
                <p:oleObj name="AutoCAD Drawing" r:id="rId3" imgW="9067800" imgH="5172075" progId="AutoCAD.Drawing.16">
                  <p:embed/>
                  <p:pic>
                    <p:nvPicPr>
                      <p:cNvPr id="17413" name="Object 5" descr="信纸">
                        <a:extLst>
                          <a:ext uri="{FF2B5EF4-FFF2-40B4-BE49-F238E27FC236}">
                            <a16:creationId xmlns:a16="http://schemas.microsoft.com/office/drawing/2014/main" id="{4308308C-1F33-4E44-B81C-2CE8918F6A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4338" t="26862" r="8916" b="13625"/>
                      <a:stretch>
                        <a:fillRect/>
                      </a:stretch>
                    </p:blipFill>
                    <p:spPr bwMode="auto">
                      <a:xfrm>
                        <a:off x="1970088" y="1298575"/>
                        <a:ext cx="5510212" cy="2154238"/>
                      </a:xfrm>
                      <a:prstGeom prst="rect">
                        <a:avLst/>
                      </a:prstGeom>
                      <a:blipFill dpi="0" rotWithShape="0">
                        <a:blip r:embed="rId5"/>
                        <a:srcRect l="4338" t="26862" r="8916" b="13625"/>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2" descr="信纸">
            <a:extLst>
              <a:ext uri="{FF2B5EF4-FFF2-40B4-BE49-F238E27FC236}">
                <a16:creationId xmlns:a16="http://schemas.microsoft.com/office/drawing/2014/main" id="{3C318093-6627-4133-B567-AE87A7B03FC6}"/>
              </a:ext>
            </a:extLst>
          </p:cNvPr>
          <p:cNvGraphicFramePr>
            <a:graphicFrameLocks noChangeAspect="1"/>
          </p:cNvGraphicFramePr>
          <p:nvPr/>
        </p:nvGraphicFramePr>
        <p:xfrm>
          <a:off x="95250" y="914400"/>
          <a:ext cx="9048750" cy="5172075"/>
        </p:xfrm>
        <a:graphic>
          <a:graphicData uri="http://schemas.openxmlformats.org/presentationml/2006/ole">
            <mc:AlternateContent xmlns:mc="http://schemas.openxmlformats.org/markup-compatibility/2006">
              <mc:Choice xmlns:v="urn:schemas-microsoft-com:vml" Requires="v">
                <p:oleObj spid="_x0000_s22537" name="AutoCAD Drawing" r:id="rId3" imgW="9048750" imgH="5172075" progId="AutoCAD.Drawing.16">
                  <p:embed/>
                </p:oleObj>
              </mc:Choice>
              <mc:Fallback>
                <p:oleObj name="AutoCAD Drawing" r:id="rId3" imgW="9048750" imgH="5172075" progId="AutoCAD.Drawing.16">
                  <p:embed/>
                  <p:pic>
                    <p:nvPicPr>
                      <p:cNvPr id="18434" name="Object 2" descr="信纸">
                        <a:extLst>
                          <a:ext uri="{FF2B5EF4-FFF2-40B4-BE49-F238E27FC236}">
                            <a16:creationId xmlns:a16="http://schemas.microsoft.com/office/drawing/2014/main" id="{3C318093-6627-4133-B567-AE87A7B03F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50" y="914400"/>
                        <a:ext cx="9048750" cy="5172075"/>
                      </a:xfrm>
                      <a:prstGeom prst="rect">
                        <a:avLst/>
                      </a:prstGeom>
                      <a:blipFill dpi="0" rotWithShape="0">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35" name="Rectangle 3">
            <a:extLst>
              <a:ext uri="{FF2B5EF4-FFF2-40B4-BE49-F238E27FC236}">
                <a16:creationId xmlns:a16="http://schemas.microsoft.com/office/drawing/2014/main" id="{3BEAD084-30DD-4B66-9147-9C6A54F39B2A}"/>
              </a:ext>
            </a:extLst>
          </p:cNvPr>
          <p:cNvSpPr>
            <a:spLocks noChangeArrowheads="1"/>
          </p:cNvSpPr>
          <p:nvPr/>
        </p:nvSpPr>
        <p:spPr bwMode="auto">
          <a:xfrm>
            <a:off x="381000" y="30480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8436" name="Rectangle 4">
            <a:extLst>
              <a:ext uri="{FF2B5EF4-FFF2-40B4-BE49-F238E27FC236}">
                <a16:creationId xmlns:a16="http://schemas.microsoft.com/office/drawing/2014/main" id="{C9E085A6-4170-4CC3-BAEA-E57D3D01E8E5}"/>
              </a:ext>
            </a:extLst>
          </p:cNvPr>
          <p:cNvSpPr>
            <a:spLocks noChangeArrowheads="1"/>
          </p:cNvSpPr>
          <p:nvPr/>
        </p:nvSpPr>
        <p:spPr bwMode="auto">
          <a:xfrm>
            <a:off x="1447800" y="37338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10</a:t>
            </a:r>
            <a:endParaRPr lang="en-US" altLang="zh-CN">
              <a:solidFill>
                <a:schemeClr val="bg2"/>
              </a:solidFill>
              <a:latin typeface="Times New Roman" panose="02020603050405020304" pitchFamily="18" charset="0"/>
            </a:endParaRPr>
          </a:p>
        </p:txBody>
      </p:sp>
      <p:sp>
        <p:nvSpPr>
          <p:cNvPr id="18437" name="Rectangle 5">
            <a:extLst>
              <a:ext uri="{FF2B5EF4-FFF2-40B4-BE49-F238E27FC236}">
                <a16:creationId xmlns:a16="http://schemas.microsoft.com/office/drawing/2014/main" id="{B9F69817-7199-4F13-92D5-586185D45AEE}"/>
              </a:ext>
            </a:extLst>
          </p:cNvPr>
          <p:cNvSpPr>
            <a:spLocks noChangeArrowheads="1"/>
          </p:cNvSpPr>
          <p:nvPr/>
        </p:nvSpPr>
        <p:spPr bwMode="auto">
          <a:xfrm>
            <a:off x="3276600" y="1600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20</a:t>
            </a:r>
            <a:endParaRPr lang="en-US" altLang="zh-CN">
              <a:solidFill>
                <a:schemeClr val="bg2"/>
              </a:solidFill>
              <a:latin typeface="Times New Roman" panose="02020603050405020304" pitchFamily="18" charset="0"/>
            </a:endParaRPr>
          </a:p>
        </p:txBody>
      </p:sp>
      <p:sp>
        <p:nvSpPr>
          <p:cNvPr id="18438" name="Rectangle 6">
            <a:extLst>
              <a:ext uri="{FF2B5EF4-FFF2-40B4-BE49-F238E27FC236}">
                <a16:creationId xmlns:a16="http://schemas.microsoft.com/office/drawing/2014/main" id="{F7A1AAB2-5C32-4BAB-8467-BE8F9F5A6A28}"/>
              </a:ext>
            </a:extLst>
          </p:cNvPr>
          <p:cNvSpPr>
            <a:spLocks noChangeArrowheads="1"/>
          </p:cNvSpPr>
          <p:nvPr/>
        </p:nvSpPr>
        <p:spPr bwMode="auto">
          <a:xfrm>
            <a:off x="3352800" y="3048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30</a:t>
            </a:r>
            <a:endParaRPr lang="en-US" altLang="zh-CN">
              <a:solidFill>
                <a:schemeClr val="bg2"/>
              </a:solidFill>
              <a:latin typeface="Times New Roman" panose="02020603050405020304" pitchFamily="18" charset="0"/>
            </a:endParaRPr>
          </a:p>
        </p:txBody>
      </p:sp>
      <p:sp>
        <p:nvSpPr>
          <p:cNvPr id="18439" name="Rectangle 7">
            <a:extLst>
              <a:ext uri="{FF2B5EF4-FFF2-40B4-BE49-F238E27FC236}">
                <a16:creationId xmlns:a16="http://schemas.microsoft.com/office/drawing/2014/main" id="{F7F853B7-53BA-45C3-89EC-12F71DC38CCD}"/>
              </a:ext>
            </a:extLst>
          </p:cNvPr>
          <p:cNvSpPr>
            <a:spLocks noChangeArrowheads="1"/>
          </p:cNvSpPr>
          <p:nvPr/>
        </p:nvSpPr>
        <p:spPr bwMode="auto">
          <a:xfrm>
            <a:off x="3276600" y="5334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40</a:t>
            </a:r>
            <a:endParaRPr lang="en-US" altLang="zh-CN">
              <a:solidFill>
                <a:schemeClr val="bg2"/>
              </a:solidFill>
              <a:latin typeface="Times New Roman" panose="02020603050405020304" pitchFamily="18" charset="0"/>
            </a:endParaRPr>
          </a:p>
        </p:txBody>
      </p:sp>
      <p:sp>
        <p:nvSpPr>
          <p:cNvPr id="18440" name="Rectangle 8">
            <a:extLst>
              <a:ext uri="{FF2B5EF4-FFF2-40B4-BE49-F238E27FC236}">
                <a16:creationId xmlns:a16="http://schemas.microsoft.com/office/drawing/2014/main" id="{0436C94F-91D7-488E-A19C-47897317A38A}"/>
              </a:ext>
            </a:extLst>
          </p:cNvPr>
          <p:cNvSpPr>
            <a:spLocks noChangeArrowheads="1"/>
          </p:cNvSpPr>
          <p:nvPr/>
        </p:nvSpPr>
        <p:spPr bwMode="auto">
          <a:xfrm>
            <a:off x="5257800" y="32004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50</a:t>
            </a:r>
            <a:endParaRPr lang="en-US" altLang="zh-CN">
              <a:solidFill>
                <a:schemeClr val="bg2"/>
              </a:solidFill>
              <a:latin typeface="Times New Roman" panose="02020603050405020304" pitchFamily="18" charset="0"/>
            </a:endParaRPr>
          </a:p>
        </p:txBody>
      </p:sp>
      <p:sp>
        <p:nvSpPr>
          <p:cNvPr id="18441" name="Rectangle 9">
            <a:extLst>
              <a:ext uri="{FF2B5EF4-FFF2-40B4-BE49-F238E27FC236}">
                <a16:creationId xmlns:a16="http://schemas.microsoft.com/office/drawing/2014/main" id="{E2546A62-2348-4AEC-B5D2-51FE26D82DE1}"/>
              </a:ext>
            </a:extLst>
          </p:cNvPr>
          <p:cNvSpPr>
            <a:spLocks noChangeArrowheads="1"/>
          </p:cNvSpPr>
          <p:nvPr/>
        </p:nvSpPr>
        <p:spPr bwMode="auto">
          <a:xfrm>
            <a:off x="4876800" y="1600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50</a:t>
            </a:r>
            <a:endParaRPr lang="en-US" altLang="zh-CN">
              <a:solidFill>
                <a:schemeClr val="bg2"/>
              </a:solidFill>
              <a:latin typeface="Times New Roman" panose="02020603050405020304" pitchFamily="18" charset="0"/>
            </a:endParaRPr>
          </a:p>
        </p:txBody>
      </p:sp>
      <p:sp>
        <p:nvSpPr>
          <p:cNvPr id="18442" name="Rectangle 10">
            <a:extLst>
              <a:ext uri="{FF2B5EF4-FFF2-40B4-BE49-F238E27FC236}">
                <a16:creationId xmlns:a16="http://schemas.microsoft.com/office/drawing/2014/main" id="{232371AD-6AC0-499A-86FF-1BFF9114C2EA}"/>
              </a:ext>
            </a:extLst>
          </p:cNvPr>
          <p:cNvSpPr>
            <a:spLocks noChangeArrowheads="1"/>
          </p:cNvSpPr>
          <p:nvPr/>
        </p:nvSpPr>
        <p:spPr bwMode="auto">
          <a:xfrm>
            <a:off x="4800600" y="5334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70</a:t>
            </a:r>
            <a:endParaRPr lang="en-US" altLang="zh-CN">
              <a:solidFill>
                <a:schemeClr val="bg2"/>
              </a:solidFill>
              <a:latin typeface="Times New Roman" panose="02020603050405020304" pitchFamily="18" charset="0"/>
            </a:endParaRPr>
          </a:p>
        </p:txBody>
      </p:sp>
      <p:sp>
        <p:nvSpPr>
          <p:cNvPr id="18443" name="Rectangle 11">
            <a:extLst>
              <a:ext uri="{FF2B5EF4-FFF2-40B4-BE49-F238E27FC236}">
                <a16:creationId xmlns:a16="http://schemas.microsoft.com/office/drawing/2014/main" id="{7DFEFD67-BE76-4B22-A199-5923C84D5B63}"/>
              </a:ext>
            </a:extLst>
          </p:cNvPr>
          <p:cNvSpPr>
            <a:spLocks noChangeArrowheads="1"/>
          </p:cNvSpPr>
          <p:nvPr/>
        </p:nvSpPr>
        <p:spPr bwMode="auto">
          <a:xfrm>
            <a:off x="5638800" y="37338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120</a:t>
            </a:r>
            <a:endParaRPr lang="en-US" altLang="zh-CN">
              <a:solidFill>
                <a:schemeClr val="bg2"/>
              </a:solidFill>
              <a:latin typeface="Times New Roman" panose="02020603050405020304" pitchFamily="18" charset="0"/>
            </a:endParaRPr>
          </a:p>
        </p:txBody>
      </p:sp>
      <p:sp>
        <p:nvSpPr>
          <p:cNvPr id="18444" name="Rectangle 12">
            <a:extLst>
              <a:ext uri="{FF2B5EF4-FFF2-40B4-BE49-F238E27FC236}">
                <a16:creationId xmlns:a16="http://schemas.microsoft.com/office/drawing/2014/main" id="{5D3A81A1-8065-4C9C-AAD8-1BD09BF07E25}"/>
              </a:ext>
            </a:extLst>
          </p:cNvPr>
          <p:cNvSpPr>
            <a:spLocks noChangeArrowheads="1"/>
          </p:cNvSpPr>
          <p:nvPr/>
        </p:nvSpPr>
        <p:spPr bwMode="auto">
          <a:xfrm>
            <a:off x="7924800" y="3048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130</a:t>
            </a:r>
            <a:endParaRPr lang="en-US" altLang="zh-CN">
              <a:solidFill>
                <a:schemeClr val="bg2"/>
              </a:solidFill>
              <a:latin typeface="Times New Roman" panose="02020603050405020304" pitchFamily="18" charset="0"/>
            </a:endParaRPr>
          </a:p>
        </p:txBody>
      </p:sp>
      <p:sp>
        <p:nvSpPr>
          <p:cNvPr id="18445" name="Rectangle 13">
            <a:extLst>
              <a:ext uri="{FF2B5EF4-FFF2-40B4-BE49-F238E27FC236}">
                <a16:creationId xmlns:a16="http://schemas.microsoft.com/office/drawing/2014/main" id="{D795A106-7CC6-4EC1-9D44-E5E97FB1034C}"/>
              </a:ext>
            </a:extLst>
          </p:cNvPr>
          <p:cNvSpPr>
            <a:spLocks noChangeArrowheads="1"/>
          </p:cNvSpPr>
          <p:nvPr/>
        </p:nvSpPr>
        <p:spPr bwMode="auto">
          <a:xfrm>
            <a:off x="8458200" y="3048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130</a:t>
            </a:r>
            <a:endParaRPr lang="en-US" altLang="zh-CN">
              <a:solidFill>
                <a:schemeClr val="bg2"/>
              </a:solidFill>
              <a:latin typeface="Times New Roman" panose="02020603050405020304" pitchFamily="18" charset="0"/>
            </a:endParaRPr>
          </a:p>
        </p:txBody>
      </p:sp>
      <p:sp>
        <p:nvSpPr>
          <p:cNvPr id="18446" name="Rectangle 14">
            <a:extLst>
              <a:ext uri="{FF2B5EF4-FFF2-40B4-BE49-F238E27FC236}">
                <a16:creationId xmlns:a16="http://schemas.microsoft.com/office/drawing/2014/main" id="{AF16E471-5991-4A66-AD93-3DCF1F5CF4B5}"/>
              </a:ext>
            </a:extLst>
          </p:cNvPr>
          <p:cNvSpPr>
            <a:spLocks noChangeArrowheads="1"/>
          </p:cNvSpPr>
          <p:nvPr/>
        </p:nvSpPr>
        <p:spPr bwMode="auto">
          <a:xfrm>
            <a:off x="6248400" y="37338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120</a:t>
            </a:r>
            <a:endParaRPr lang="en-US" altLang="zh-CN">
              <a:solidFill>
                <a:schemeClr val="bg2"/>
              </a:solidFill>
              <a:latin typeface="Times New Roman" panose="02020603050405020304" pitchFamily="18" charset="0"/>
            </a:endParaRPr>
          </a:p>
        </p:txBody>
      </p:sp>
      <p:sp>
        <p:nvSpPr>
          <p:cNvPr id="18447" name="Rectangle 15">
            <a:extLst>
              <a:ext uri="{FF2B5EF4-FFF2-40B4-BE49-F238E27FC236}">
                <a16:creationId xmlns:a16="http://schemas.microsoft.com/office/drawing/2014/main" id="{249C7653-D15A-4CC0-9E9D-39EB7C848966}"/>
              </a:ext>
            </a:extLst>
          </p:cNvPr>
          <p:cNvSpPr>
            <a:spLocks noChangeArrowheads="1"/>
          </p:cNvSpPr>
          <p:nvPr/>
        </p:nvSpPr>
        <p:spPr bwMode="auto">
          <a:xfrm>
            <a:off x="5257800" y="5334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70</a:t>
            </a:r>
            <a:endParaRPr lang="en-US" altLang="zh-CN">
              <a:solidFill>
                <a:schemeClr val="bg2"/>
              </a:solidFill>
              <a:latin typeface="Times New Roman" panose="02020603050405020304" pitchFamily="18" charset="0"/>
            </a:endParaRPr>
          </a:p>
        </p:txBody>
      </p:sp>
      <p:sp>
        <p:nvSpPr>
          <p:cNvPr id="18448" name="Rectangle 16">
            <a:extLst>
              <a:ext uri="{FF2B5EF4-FFF2-40B4-BE49-F238E27FC236}">
                <a16:creationId xmlns:a16="http://schemas.microsoft.com/office/drawing/2014/main" id="{1A527596-5B24-4D32-9E44-94AD3DC9E005}"/>
              </a:ext>
            </a:extLst>
          </p:cNvPr>
          <p:cNvSpPr>
            <a:spLocks noChangeArrowheads="1"/>
          </p:cNvSpPr>
          <p:nvPr/>
        </p:nvSpPr>
        <p:spPr bwMode="auto">
          <a:xfrm>
            <a:off x="5257800" y="16002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90</a:t>
            </a:r>
            <a:endParaRPr lang="en-US" altLang="zh-CN">
              <a:solidFill>
                <a:schemeClr val="bg2"/>
              </a:solidFill>
              <a:latin typeface="Times New Roman" panose="02020603050405020304" pitchFamily="18" charset="0"/>
            </a:endParaRPr>
          </a:p>
        </p:txBody>
      </p:sp>
      <p:sp>
        <p:nvSpPr>
          <p:cNvPr id="18449" name="Rectangle 17">
            <a:extLst>
              <a:ext uri="{FF2B5EF4-FFF2-40B4-BE49-F238E27FC236}">
                <a16:creationId xmlns:a16="http://schemas.microsoft.com/office/drawing/2014/main" id="{2242152D-7016-4C80-9AB3-3A22F6AA964A}"/>
              </a:ext>
            </a:extLst>
          </p:cNvPr>
          <p:cNvSpPr>
            <a:spLocks noChangeArrowheads="1"/>
          </p:cNvSpPr>
          <p:nvPr/>
        </p:nvSpPr>
        <p:spPr bwMode="auto">
          <a:xfrm>
            <a:off x="5638800" y="3200400"/>
            <a:ext cx="3810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70</a:t>
            </a:r>
            <a:endParaRPr lang="en-US" altLang="zh-CN">
              <a:solidFill>
                <a:schemeClr val="bg2"/>
              </a:solidFill>
              <a:latin typeface="Times New Roman" panose="02020603050405020304" pitchFamily="18" charset="0"/>
            </a:endParaRPr>
          </a:p>
        </p:txBody>
      </p:sp>
      <p:sp>
        <p:nvSpPr>
          <p:cNvPr id="18450" name="Rectangle 18">
            <a:extLst>
              <a:ext uri="{FF2B5EF4-FFF2-40B4-BE49-F238E27FC236}">
                <a16:creationId xmlns:a16="http://schemas.microsoft.com/office/drawing/2014/main" id="{662731C3-E2B8-49D2-9F30-AA04CB12F161}"/>
              </a:ext>
            </a:extLst>
          </p:cNvPr>
          <p:cNvSpPr>
            <a:spLocks noChangeArrowheads="1"/>
          </p:cNvSpPr>
          <p:nvPr/>
        </p:nvSpPr>
        <p:spPr bwMode="auto">
          <a:xfrm>
            <a:off x="3733800" y="5334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40</a:t>
            </a:r>
            <a:endParaRPr lang="en-US" altLang="zh-CN">
              <a:solidFill>
                <a:schemeClr val="bg2"/>
              </a:solidFill>
              <a:latin typeface="Times New Roman" panose="02020603050405020304" pitchFamily="18" charset="0"/>
            </a:endParaRPr>
          </a:p>
        </p:txBody>
      </p:sp>
      <p:sp>
        <p:nvSpPr>
          <p:cNvPr id="18451" name="Rectangle 19">
            <a:extLst>
              <a:ext uri="{FF2B5EF4-FFF2-40B4-BE49-F238E27FC236}">
                <a16:creationId xmlns:a16="http://schemas.microsoft.com/office/drawing/2014/main" id="{DD686BA5-E2EC-4516-B83B-8B464E077749}"/>
              </a:ext>
            </a:extLst>
          </p:cNvPr>
          <p:cNvSpPr>
            <a:spLocks noChangeArrowheads="1"/>
          </p:cNvSpPr>
          <p:nvPr/>
        </p:nvSpPr>
        <p:spPr bwMode="auto">
          <a:xfrm>
            <a:off x="3733800" y="3048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50</a:t>
            </a:r>
            <a:endParaRPr lang="en-US" altLang="zh-CN">
              <a:solidFill>
                <a:schemeClr val="bg2"/>
              </a:solidFill>
              <a:latin typeface="Times New Roman" panose="02020603050405020304" pitchFamily="18" charset="0"/>
            </a:endParaRPr>
          </a:p>
        </p:txBody>
      </p:sp>
      <p:sp>
        <p:nvSpPr>
          <p:cNvPr id="18452" name="Rectangle 20">
            <a:extLst>
              <a:ext uri="{FF2B5EF4-FFF2-40B4-BE49-F238E27FC236}">
                <a16:creationId xmlns:a16="http://schemas.microsoft.com/office/drawing/2014/main" id="{7A7BBC71-EED6-41BA-8ABD-753938EB9F0D}"/>
              </a:ext>
            </a:extLst>
          </p:cNvPr>
          <p:cNvSpPr>
            <a:spLocks noChangeArrowheads="1"/>
          </p:cNvSpPr>
          <p:nvPr/>
        </p:nvSpPr>
        <p:spPr bwMode="auto">
          <a:xfrm>
            <a:off x="3733800" y="16002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70</a:t>
            </a:r>
            <a:endParaRPr lang="en-US" altLang="zh-CN">
              <a:solidFill>
                <a:schemeClr val="bg2"/>
              </a:solidFill>
              <a:latin typeface="Times New Roman" panose="02020603050405020304" pitchFamily="18" charset="0"/>
            </a:endParaRPr>
          </a:p>
        </p:txBody>
      </p:sp>
      <p:sp>
        <p:nvSpPr>
          <p:cNvPr id="18453" name="Rectangle 21">
            <a:extLst>
              <a:ext uri="{FF2B5EF4-FFF2-40B4-BE49-F238E27FC236}">
                <a16:creationId xmlns:a16="http://schemas.microsoft.com/office/drawing/2014/main" id="{051B99CD-65D4-40F1-8D6F-58EA142E8128}"/>
              </a:ext>
            </a:extLst>
          </p:cNvPr>
          <p:cNvSpPr>
            <a:spLocks noChangeArrowheads="1"/>
          </p:cNvSpPr>
          <p:nvPr/>
        </p:nvSpPr>
        <p:spPr bwMode="auto">
          <a:xfrm>
            <a:off x="1828800" y="37338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10</a:t>
            </a:r>
            <a:endParaRPr lang="en-US" altLang="zh-CN">
              <a:solidFill>
                <a:schemeClr val="bg2"/>
              </a:solidFill>
              <a:latin typeface="Times New Roman" panose="02020603050405020304" pitchFamily="18" charset="0"/>
            </a:endParaRPr>
          </a:p>
        </p:txBody>
      </p:sp>
      <p:sp>
        <p:nvSpPr>
          <p:cNvPr id="18454" name="Rectangle 22">
            <a:extLst>
              <a:ext uri="{FF2B5EF4-FFF2-40B4-BE49-F238E27FC236}">
                <a16:creationId xmlns:a16="http://schemas.microsoft.com/office/drawing/2014/main" id="{537C76C0-8907-4384-A418-5D54471F4EA8}"/>
              </a:ext>
            </a:extLst>
          </p:cNvPr>
          <p:cNvSpPr>
            <a:spLocks noChangeArrowheads="1"/>
          </p:cNvSpPr>
          <p:nvPr/>
        </p:nvSpPr>
        <p:spPr bwMode="auto">
          <a:xfrm>
            <a:off x="685800" y="3048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8455" name="Rectangle 23">
            <a:extLst>
              <a:ext uri="{FF2B5EF4-FFF2-40B4-BE49-F238E27FC236}">
                <a16:creationId xmlns:a16="http://schemas.microsoft.com/office/drawing/2014/main" id="{8E5EC983-9C09-4DF2-9FCE-304750D8EF59}"/>
              </a:ext>
            </a:extLst>
          </p:cNvPr>
          <p:cNvSpPr>
            <a:spLocks noChangeArrowheads="1"/>
          </p:cNvSpPr>
          <p:nvPr/>
        </p:nvSpPr>
        <p:spPr bwMode="auto">
          <a:xfrm>
            <a:off x="1066800" y="26670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8456" name="Rectangle 24">
            <a:extLst>
              <a:ext uri="{FF2B5EF4-FFF2-40B4-BE49-F238E27FC236}">
                <a16:creationId xmlns:a16="http://schemas.microsoft.com/office/drawing/2014/main" id="{ECBDF5A9-36BE-410D-A20A-7FC8F990FA79}"/>
              </a:ext>
            </a:extLst>
          </p:cNvPr>
          <p:cNvSpPr>
            <a:spLocks noChangeArrowheads="1"/>
          </p:cNvSpPr>
          <p:nvPr/>
        </p:nvSpPr>
        <p:spPr bwMode="auto">
          <a:xfrm>
            <a:off x="1371600" y="2667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10</a:t>
            </a:r>
            <a:endParaRPr lang="en-US" altLang="zh-CN">
              <a:solidFill>
                <a:schemeClr val="bg2"/>
              </a:solidFill>
              <a:latin typeface="Times New Roman" panose="02020603050405020304" pitchFamily="18" charset="0"/>
            </a:endParaRPr>
          </a:p>
        </p:txBody>
      </p:sp>
      <p:sp>
        <p:nvSpPr>
          <p:cNvPr id="18457" name="Rectangle 25">
            <a:extLst>
              <a:ext uri="{FF2B5EF4-FFF2-40B4-BE49-F238E27FC236}">
                <a16:creationId xmlns:a16="http://schemas.microsoft.com/office/drawing/2014/main" id="{4397A9CF-4351-497C-B2BE-8B63AC16A008}"/>
              </a:ext>
            </a:extLst>
          </p:cNvPr>
          <p:cNvSpPr>
            <a:spLocks noChangeArrowheads="1"/>
          </p:cNvSpPr>
          <p:nvPr/>
        </p:nvSpPr>
        <p:spPr bwMode="auto">
          <a:xfrm>
            <a:off x="1371600" y="3048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10</a:t>
            </a:r>
            <a:endParaRPr lang="en-US" altLang="zh-CN">
              <a:solidFill>
                <a:schemeClr val="bg2"/>
              </a:solidFill>
              <a:latin typeface="Times New Roman" panose="02020603050405020304" pitchFamily="18" charset="0"/>
            </a:endParaRPr>
          </a:p>
        </p:txBody>
      </p:sp>
      <p:sp>
        <p:nvSpPr>
          <p:cNvPr id="18458" name="Rectangle 26">
            <a:extLst>
              <a:ext uri="{FF2B5EF4-FFF2-40B4-BE49-F238E27FC236}">
                <a16:creationId xmlns:a16="http://schemas.microsoft.com/office/drawing/2014/main" id="{9677C740-C4C9-4606-8FB4-C83134954081}"/>
              </a:ext>
            </a:extLst>
          </p:cNvPr>
          <p:cNvSpPr>
            <a:spLocks noChangeArrowheads="1"/>
          </p:cNvSpPr>
          <p:nvPr/>
        </p:nvSpPr>
        <p:spPr bwMode="auto">
          <a:xfrm>
            <a:off x="1143000" y="30480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8459" name="Rectangle 27">
            <a:extLst>
              <a:ext uri="{FF2B5EF4-FFF2-40B4-BE49-F238E27FC236}">
                <a16:creationId xmlns:a16="http://schemas.microsoft.com/office/drawing/2014/main" id="{20EE4964-B2DC-4CD3-916F-86DC3EE7F143}"/>
              </a:ext>
            </a:extLst>
          </p:cNvPr>
          <p:cNvSpPr>
            <a:spLocks noChangeArrowheads="1"/>
          </p:cNvSpPr>
          <p:nvPr/>
        </p:nvSpPr>
        <p:spPr bwMode="auto">
          <a:xfrm>
            <a:off x="2286000" y="1143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10</a:t>
            </a:r>
            <a:endParaRPr lang="en-US" altLang="zh-CN">
              <a:solidFill>
                <a:schemeClr val="bg2"/>
              </a:solidFill>
              <a:latin typeface="Times New Roman" panose="02020603050405020304" pitchFamily="18" charset="0"/>
            </a:endParaRPr>
          </a:p>
        </p:txBody>
      </p:sp>
      <p:sp>
        <p:nvSpPr>
          <p:cNvPr id="18460" name="Rectangle 28">
            <a:extLst>
              <a:ext uri="{FF2B5EF4-FFF2-40B4-BE49-F238E27FC236}">
                <a16:creationId xmlns:a16="http://schemas.microsoft.com/office/drawing/2014/main" id="{C2A074BE-6C20-4F24-932F-E26CDD26BE1D}"/>
              </a:ext>
            </a:extLst>
          </p:cNvPr>
          <p:cNvSpPr>
            <a:spLocks noChangeArrowheads="1"/>
          </p:cNvSpPr>
          <p:nvPr/>
        </p:nvSpPr>
        <p:spPr bwMode="auto">
          <a:xfrm>
            <a:off x="2667000" y="1143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20</a:t>
            </a:r>
            <a:endParaRPr lang="en-US" altLang="zh-CN">
              <a:solidFill>
                <a:schemeClr val="bg2"/>
              </a:solidFill>
              <a:latin typeface="Times New Roman" panose="02020603050405020304" pitchFamily="18" charset="0"/>
            </a:endParaRPr>
          </a:p>
        </p:txBody>
      </p:sp>
      <p:sp>
        <p:nvSpPr>
          <p:cNvPr id="18461" name="Rectangle 29">
            <a:extLst>
              <a:ext uri="{FF2B5EF4-FFF2-40B4-BE49-F238E27FC236}">
                <a16:creationId xmlns:a16="http://schemas.microsoft.com/office/drawing/2014/main" id="{E13910DA-0F87-4EDC-A302-73406F40747D}"/>
              </a:ext>
            </a:extLst>
          </p:cNvPr>
          <p:cNvSpPr>
            <a:spLocks noChangeArrowheads="1"/>
          </p:cNvSpPr>
          <p:nvPr/>
        </p:nvSpPr>
        <p:spPr bwMode="auto">
          <a:xfrm>
            <a:off x="2667000" y="1524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70</a:t>
            </a:r>
            <a:endParaRPr lang="en-US" altLang="zh-CN">
              <a:solidFill>
                <a:schemeClr val="bg2"/>
              </a:solidFill>
              <a:latin typeface="Times New Roman" panose="02020603050405020304" pitchFamily="18" charset="0"/>
            </a:endParaRPr>
          </a:p>
        </p:txBody>
      </p:sp>
      <p:sp>
        <p:nvSpPr>
          <p:cNvPr id="18462" name="Rectangle 30">
            <a:extLst>
              <a:ext uri="{FF2B5EF4-FFF2-40B4-BE49-F238E27FC236}">
                <a16:creationId xmlns:a16="http://schemas.microsoft.com/office/drawing/2014/main" id="{8C55D712-826E-41D9-9BBB-8662235CEC35}"/>
              </a:ext>
            </a:extLst>
          </p:cNvPr>
          <p:cNvSpPr>
            <a:spLocks noChangeArrowheads="1"/>
          </p:cNvSpPr>
          <p:nvPr/>
        </p:nvSpPr>
        <p:spPr bwMode="auto">
          <a:xfrm>
            <a:off x="2286000" y="1524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60</a:t>
            </a:r>
            <a:endParaRPr lang="en-US" altLang="zh-CN">
              <a:solidFill>
                <a:schemeClr val="bg2"/>
              </a:solidFill>
              <a:latin typeface="Times New Roman" panose="02020603050405020304" pitchFamily="18" charset="0"/>
            </a:endParaRPr>
          </a:p>
        </p:txBody>
      </p:sp>
      <p:sp>
        <p:nvSpPr>
          <p:cNvPr id="18463" name="Rectangle 31">
            <a:extLst>
              <a:ext uri="{FF2B5EF4-FFF2-40B4-BE49-F238E27FC236}">
                <a16:creationId xmlns:a16="http://schemas.microsoft.com/office/drawing/2014/main" id="{85E542C8-AD5F-4D9C-A12C-AA0CA349D166}"/>
              </a:ext>
            </a:extLst>
          </p:cNvPr>
          <p:cNvSpPr>
            <a:spLocks noChangeArrowheads="1"/>
          </p:cNvSpPr>
          <p:nvPr/>
        </p:nvSpPr>
        <p:spPr bwMode="auto">
          <a:xfrm>
            <a:off x="2362200" y="2667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10</a:t>
            </a:r>
            <a:endParaRPr kumimoji="0" lang="en-US" altLang="zh-CN">
              <a:solidFill>
                <a:schemeClr val="bg2"/>
              </a:solidFill>
              <a:latin typeface="Times New Roman" panose="02020603050405020304" pitchFamily="18" charset="0"/>
            </a:endParaRPr>
          </a:p>
        </p:txBody>
      </p:sp>
      <p:sp>
        <p:nvSpPr>
          <p:cNvPr id="18464" name="Rectangle 32">
            <a:extLst>
              <a:ext uri="{FF2B5EF4-FFF2-40B4-BE49-F238E27FC236}">
                <a16:creationId xmlns:a16="http://schemas.microsoft.com/office/drawing/2014/main" id="{D0C68EA4-E48B-43AA-868A-FF5DB4B78025}"/>
              </a:ext>
            </a:extLst>
          </p:cNvPr>
          <p:cNvSpPr>
            <a:spLocks noChangeArrowheads="1"/>
          </p:cNvSpPr>
          <p:nvPr/>
        </p:nvSpPr>
        <p:spPr bwMode="auto">
          <a:xfrm>
            <a:off x="2819400" y="2667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30</a:t>
            </a:r>
            <a:endParaRPr kumimoji="0" lang="en-US" altLang="zh-CN">
              <a:solidFill>
                <a:schemeClr val="bg2"/>
              </a:solidFill>
              <a:latin typeface="Times New Roman" panose="02020603050405020304" pitchFamily="18" charset="0"/>
            </a:endParaRPr>
          </a:p>
        </p:txBody>
      </p:sp>
      <p:sp>
        <p:nvSpPr>
          <p:cNvPr id="18465" name="Rectangle 33">
            <a:extLst>
              <a:ext uri="{FF2B5EF4-FFF2-40B4-BE49-F238E27FC236}">
                <a16:creationId xmlns:a16="http://schemas.microsoft.com/office/drawing/2014/main" id="{060D3E6D-ADED-4624-BFCA-B79AE5E74427}"/>
              </a:ext>
            </a:extLst>
          </p:cNvPr>
          <p:cNvSpPr>
            <a:spLocks noChangeArrowheads="1"/>
          </p:cNvSpPr>
          <p:nvPr/>
        </p:nvSpPr>
        <p:spPr bwMode="auto">
          <a:xfrm>
            <a:off x="2819400" y="3048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50</a:t>
            </a:r>
            <a:endParaRPr kumimoji="0" lang="en-US" altLang="zh-CN">
              <a:solidFill>
                <a:schemeClr val="bg2"/>
              </a:solidFill>
              <a:latin typeface="Times New Roman" panose="02020603050405020304" pitchFamily="18" charset="0"/>
            </a:endParaRPr>
          </a:p>
        </p:txBody>
      </p:sp>
      <p:sp>
        <p:nvSpPr>
          <p:cNvPr id="18466" name="Rectangle 34">
            <a:extLst>
              <a:ext uri="{FF2B5EF4-FFF2-40B4-BE49-F238E27FC236}">
                <a16:creationId xmlns:a16="http://schemas.microsoft.com/office/drawing/2014/main" id="{81DB2477-0AD4-4D1E-9EE5-6FC4E71D9F6F}"/>
              </a:ext>
            </a:extLst>
          </p:cNvPr>
          <p:cNvSpPr>
            <a:spLocks noChangeArrowheads="1"/>
          </p:cNvSpPr>
          <p:nvPr/>
        </p:nvSpPr>
        <p:spPr bwMode="auto">
          <a:xfrm>
            <a:off x="2362200" y="3048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30</a:t>
            </a:r>
            <a:endParaRPr kumimoji="0" lang="en-US" altLang="zh-CN">
              <a:solidFill>
                <a:schemeClr val="bg2"/>
              </a:solidFill>
              <a:latin typeface="Times New Roman" panose="02020603050405020304" pitchFamily="18" charset="0"/>
            </a:endParaRPr>
          </a:p>
        </p:txBody>
      </p:sp>
      <p:sp>
        <p:nvSpPr>
          <p:cNvPr id="18467" name="Rectangle 35">
            <a:extLst>
              <a:ext uri="{FF2B5EF4-FFF2-40B4-BE49-F238E27FC236}">
                <a16:creationId xmlns:a16="http://schemas.microsoft.com/office/drawing/2014/main" id="{4050EA67-3ECB-436E-85FF-C8A9F3D539CC}"/>
              </a:ext>
            </a:extLst>
          </p:cNvPr>
          <p:cNvSpPr>
            <a:spLocks noChangeArrowheads="1"/>
          </p:cNvSpPr>
          <p:nvPr/>
        </p:nvSpPr>
        <p:spPr bwMode="auto">
          <a:xfrm>
            <a:off x="2362200" y="4267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10</a:t>
            </a:r>
            <a:endParaRPr kumimoji="0" lang="en-US" altLang="zh-CN">
              <a:solidFill>
                <a:schemeClr val="bg2"/>
              </a:solidFill>
              <a:latin typeface="Times New Roman" panose="02020603050405020304" pitchFamily="18" charset="0"/>
            </a:endParaRPr>
          </a:p>
        </p:txBody>
      </p:sp>
      <p:sp>
        <p:nvSpPr>
          <p:cNvPr id="18468" name="Rectangle 36">
            <a:extLst>
              <a:ext uri="{FF2B5EF4-FFF2-40B4-BE49-F238E27FC236}">
                <a16:creationId xmlns:a16="http://schemas.microsoft.com/office/drawing/2014/main" id="{D127E888-A1B4-4BE6-81FB-CE033D46D161}"/>
              </a:ext>
            </a:extLst>
          </p:cNvPr>
          <p:cNvSpPr>
            <a:spLocks noChangeArrowheads="1"/>
          </p:cNvSpPr>
          <p:nvPr/>
        </p:nvSpPr>
        <p:spPr bwMode="auto">
          <a:xfrm>
            <a:off x="2819400" y="4267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40</a:t>
            </a:r>
            <a:endParaRPr kumimoji="0" lang="en-US" altLang="zh-CN">
              <a:solidFill>
                <a:schemeClr val="bg2"/>
              </a:solidFill>
              <a:latin typeface="Times New Roman" panose="02020603050405020304" pitchFamily="18" charset="0"/>
            </a:endParaRPr>
          </a:p>
        </p:txBody>
      </p:sp>
      <p:sp>
        <p:nvSpPr>
          <p:cNvPr id="18469" name="Rectangle 37">
            <a:extLst>
              <a:ext uri="{FF2B5EF4-FFF2-40B4-BE49-F238E27FC236}">
                <a16:creationId xmlns:a16="http://schemas.microsoft.com/office/drawing/2014/main" id="{9EE69DF2-9957-41A2-8C55-FF3E9434FE61}"/>
              </a:ext>
            </a:extLst>
          </p:cNvPr>
          <p:cNvSpPr>
            <a:spLocks noChangeArrowheads="1"/>
          </p:cNvSpPr>
          <p:nvPr/>
        </p:nvSpPr>
        <p:spPr bwMode="auto">
          <a:xfrm>
            <a:off x="2819400" y="4648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40</a:t>
            </a:r>
            <a:endParaRPr kumimoji="0" lang="en-US" altLang="zh-CN">
              <a:solidFill>
                <a:schemeClr val="bg2"/>
              </a:solidFill>
              <a:latin typeface="Times New Roman" panose="02020603050405020304" pitchFamily="18" charset="0"/>
            </a:endParaRPr>
          </a:p>
        </p:txBody>
      </p:sp>
      <p:sp>
        <p:nvSpPr>
          <p:cNvPr id="18470" name="Rectangle 38">
            <a:extLst>
              <a:ext uri="{FF2B5EF4-FFF2-40B4-BE49-F238E27FC236}">
                <a16:creationId xmlns:a16="http://schemas.microsoft.com/office/drawing/2014/main" id="{E6E267F6-F32A-4447-8DC2-F244D6B7D9EC}"/>
              </a:ext>
            </a:extLst>
          </p:cNvPr>
          <p:cNvSpPr>
            <a:spLocks noChangeArrowheads="1"/>
          </p:cNvSpPr>
          <p:nvPr/>
        </p:nvSpPr>
        <p:spPr bwMode="auto">
          <a:xfrm>
            <a:off x="2362200" y="4648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10</a:t>
            </a:r>
            <a:endParaRPr kumimoji="0" lang="en-US" altLang="zh-CN">
              <a:solidFill>
                <a:schemeClr val="bg2"/>
              </a:solidFill>
              <a:latin typeface="Times New Roman" panose="02020603050405020304" pitchFamily="18" charset="0"/>
            </a:endParaRPr>
          </a:p>
        </p:txBody>
      </p:sp>
      <p:sp>
        <p:nvSpPr>
          <p:cNvPr id="18471" name="Rectangle 39">
            <a:extLst>
              <a:ext uri="{FF2B5EF4-FFF2-40B4-BE49-F238E27FC236}">
                <a16:creationId xmlns:a16="http://schemas.microsoft.com/office/drawing/2014/main" id="{9365FF8D-360C-4CDA-9E62-4B02247BD7A1}"/>
              </a:ext>
            </a:extLst>
          </p:cNvPr>
          <p:cNvSpPr>
            <a:spLocks noChangeArrowheads="1"/>
          </p:cNvSpPr>
          <p:nvPr/>
        </p:nvSpPr>
        <p:spPr bwMode="auto">
          <a:xfrm>
            <a:off x="4114800" y="2667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30</a:t>
            </a:r>
            <a:endParaRPr kumimoji="0" lang="en-US" altLang="zh-CN">
              <a:solidFill>
                <a:schemeClr val="bg2"/>
              </a:solidFill>
              <a:latin typeface="Times New Roman" panose="02020603050405020304" pitchFamily="18" charset="0"/>
            </a:endParaRPr>
          </a:p>
        </p:txBody>
      </p:sp>
      <p:sp>
        <p:nvSpPr>
          <p:cNvPr id="18472" name="Rectangle 40">
            <a:extLst>
              <a:ext uri="{FF2B5EF4-FFF2-40B4-BE49-F238E27FC236}">
                <a16:creationId xmlns:a16="http://schemas.microsoft.com/office/drawing/2014/main" id="{C4973EEF-7023-4EC1-9D2E-681594F293BA}"/>
              </a:ext>
            </a:extLst>
          </p:cNvPr>
          <p:cNvSpPr>
            <a:spLocks noChangeArrowheads="1"/>
          </p:cNvSpPr>
          <p:nvPr/>
        </p:nvSpPr>
        <p:spPr bwMode="auto">
          <a:xfrm>
            <a:off x="4572000" y="2667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50</a:t>
            </a:r>
            <a:endParaRPr kumimoji="0" lang="en-US" altLang="zh-CN">
              <a:solidFill>
                <a:schemeClr val="bg2"/>
              </a:solidFill>
              <a:latin typeface="Times New Roman" panose="02020603050405020304" pitchFamily="18" charset="0"/>
            </a:endParaRPr>
          </a:p>
        </p:txBody>
      </p:sp>
      <p:sp>
        <p:nvSpPr>
          <p:cNvPr id="18473" name="Rectangle 41">
            <a:extLst>
              <a:ext uri="{FF2B5EF4-FFF2-40B4-BE49-F238E27FC236}">
                <a16:creationId xmlns:a16="http://schemas.microsoft.com/office/drawing/2014/main" id="{58A16999-E551-41CB-81E8-7084A0563953}"/>
              </a:ext>
            </a:extLst>
          </p:cNvPr>
          <p:cNvSpPr>
            <a:spLocks noChangeArrowheads="1"/>
          </p:cNvSpPr>
          <p:nvPr/>
        </p:nvSpPr>
        <p:spPr bwMode="auto">
          <a:xfrm>
            <a:off x="4572000" y="3048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70</a:t>
            </a:r>
            <a:endParaRPr kumimoji="0" lang="en-US" altLang="zh-CN">
              <a:solidFill>
                <a:schemeClr val="bg2"/>
              </a:solidFill>
              <a:latin typeface="Times New Roman" panose="02020603050405020304" pitchFamily="18" charset="0"/>
            </a:endParaRPr>
          </a:p>
        </p:txBody>
      </p:sp>
      <p:sp>
        <p:nvSpPr>
          <p:cNvPr id="18474" name="Rectangle 42">
            <a:extLst>
              <a:ext uri="{FF2B5EF4-FFF2-40B4-BE49-F238E27FC236}">
                <a16:creationId xmlns:a16="http://schemas.microsoft.com/office/drawing/2014/main" id="{4201CD46-83FD-47C7-B402-D5CF5EA07759}"/>
              </a:ext>
            </a:extLst>
          </p:cNvPr>
          <p:cNvSpPr>
            <a:spLocks noChangeArrowheads="1"/>
          </p:cNvSpPr>
          <p:nvPr/>
        </p:nvSpPr>
        <p:spPr bwMode="auto">
          <a:xfrm>
            <a:off x="4114800" y="3048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50</a:t>
            </a:r>
            <a:endParaRPr kumimoji="0" lang="en-US" altLang="zh-CN">
              <a:solidFill>
                <a:schemeClr val="bg2"/>
              </a:solidFill>
              <a:latin typeface="Times New Roman" panose="02020603050405020304" pitchFamily="18" charset="0"/>
            </a:endParaRPr>
          </a:p>
        </p:txBody>
      </p:sp>
      <p:sp>
        <p:nvSpPr>
          <p:cNvPr id="18475" name="Rectangle 43">
            <a:extLst>
              <a:ext uri="{FF2B5EF4-FFF2-40B4-BE49-F238E27FC236}">
                <a16:creationId xmlns:a16="http://schemas.microsoft.com/office/drawing/2014/main" id="{212E8A34-E0B0-4B14-83DC-DC3D224B2DA7}"/>
              </a:ext>
            </a:extLst>
          </p:cNvPr>
          <p:cNvSpPr>
            <a:spLocks noChangeArrowheads="1"/>
          </p:cNvSpPr>
          <p:nvPr/>
        </p:nvSpPr>
        <p:spPr bwMode="auto">
          <a:xfrm>
            <a:off x="3962400" y="9144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20</a:t>
            </a:r>
            <a:endParaRPr kumimoji="0" lang="en-US" altLang="zh-CN">
              <a:solidFill>
                <a:schemeClr val="bg2"/>
              </a:solidFill>
              <a:latin typeface="Times New Roman" panose="02020603050405020304" pitchFamily="18" charset="0"/>
            </a:endParaRPr>
          </a:p>
        </p:txBody>
      </p:sp>
      <p:sp>
        <p:nvSpPr>
          <p:cNvPr id="18476" name="Rectangle 44">
            <a:extLst>
              <a:ext uri="{FF2B5EF4-FFF2-40B4-BE49-F238E27FC236}">
                <a16:creationId xmlns:a16="http://schemas.microsoft.com/office/drawing/2014/main" id="{D33A6BA5-5C64-4E7A-8BEB-1529C3E616E0}"/>
              </a:ext>
            </a:extLst>
          </p:cNvPr>
          <p:cNvSpPr>
            <a:spLocks noChangeArrowheads="1"/>
          </p:cNvSpPr>
          <p:nvPr/>
        </p:nvSpPr>
        <p:spPr bwMode="auto">
          <a:xfrm>
            <a:off x="4419600" y="9144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40</a:t>
            </a:r>
            <a:endParaRPr kumimoji="0" lang="en-US" altLang="zh-CN">
              <a:solidFill>
                <a:schemeClr val="bg2"/>
              </a:solidFill>
              <a:latin typeface="Times New Roman" panose="02020603050405020304" pitchFamily="18" charset="0"/>
            </a:endParaRPr>
          </a:p>
        </p:txBody>
      </p:sp>
      <p:sp>
        <p:nvSpPr>
          <p:cNvPr id="18477" name="Rectangle 45">
            <a:extLst>
              <a:ext uri="{FF2B5EF4-FFF2-40B4-BE49-F238E27FC236}">
                <a16:creationId xmlns:a16="http://schemas.microsoft.com/office/drawing/2014/main" id="{1CF46766-D73F-4618-950A-19542BD0F500}"/>
              </a:ext>
            </a:extLst>
          </p:cNvPr>
          <p:cNvSpPr>
            <a:spLocks noChangeArrowheads="1"/>
          </p:cNvSpPr>
          <p:nvPr/>
        </p:nvSpPr>
        <p:spPr bwMode="auto">
          <a:xfrm>
            <a:off x="4419600" y="12954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90</a:t>
            </a:r>
            <a:endParaRPr kumimoji="0" lang="en-US" altLang="zh-CN">
              <a:solidFill>
                <a:schemeClr val="bg2"/>
              </a:solidFill>
              <a:latin typeface="Times New Roman" panose="02020603050405020304" pitchFamily="18" charset="0"/>
            </a:endParaRPr>
          </a:p>
        </p:txBody>
      </p:sp>
      <p:sp>
        <p:nvSpPr>
          <p:cNvPr id="18478" name="Rectangle 46">
            <a:extLst>
              <a:ext uri="{FF2B5EF4-FFF2-40B4-BE49-F238E27FC236}">
                <a16:creationId xmlns:a16="http://schemas.microsoft.com/office/drawing/2014/main" id="{B7937831-D194-4F70-B18F-6DA3F3E7C1B1}"/>
              </a:ext>
            </a:extLst>
          </p:cNvPr>
          <p:cNvSpPr>
            <a:spLocks noChangeArrowheads="1"/>
          </p:cNvSpPr>
          <p:nvPr/>
        </p:nvSpPr>
        <p:spPr bwMode="auto">
          <a:xfrm>
            <a:off x="3962400" y="12954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70</a:t>
            </a:r>
            <a:endParaRPr kumimoji="0" lang="en-US" altLang="zh-CN">
              <a:solidFill>
                <a:schemeClr val="bg2"/>
              </a:solidFill>
              <a:latin typeface="Times New Roman" panose="02020603050405020304" pitchFamily="18" charset="0"/>
            </a:endParaRPr>
          </a:p>
        </p:txBody>
      </p:sp>
      <p:sp>
        <p:nvSpPr>
          <p:cNvPr id="18479" name="Rectangle 47">
            <a:extLst>
              <a:ext uri="{FF2B5EF4-FFF2-40B4-BE49-F238E27FC236}">
                <a16:creationId xmlns:a16="http://schemas.microsoft.com/office/drawing/2014/main" id="{912C4FDD-EF71-4142-914D-27CED1A65293}"/>
              </a:ext>
            </a:extLst>
          </p:cNvPr>
          <p:cNvSpPr>
            <a:spLocks noChangeArrowheads="1"/>
          </p:cNvSpPr>
          <p:nvPr/>
        </p:nvSpPr>
        <p:spPr bwMode="auto">
          <a:xfrm>
            <a:off x="3810000" y="4267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40</a:t>
            </a:r>
            <a:endParaRPr kumimoji="0" lang="en-US" altLang="zh-CN">
              <a:solidFill>
                <a:schemeClr val="bg2"/>
              </a:solidFill>
              <a:latin typeface="Times New Roman" panose="02020603050405020304" pitchFamily="18" charset="0"/>
            </a:endParaRPr>
          </a:p>
        </p:txBody>
      </p:sp>
      <p:sp>
        <p:nvSpPr>
          <p:cNvPr id="18480" name="Rectangle 48">
            <a:extLst>
              <a:ext uri="{FF2B5EF4-FFF2-40B4-BE49-F238E27FC236}">
                <a16:creationId xmlns:a16="http://schemas.microsoft.com/office/drawing/2014/main" id="{1545A0A5-7B97-4FB0-B972-DAAAF3958005}"/>
              </a:ext>
            </a:extLst>
          </p:cNvPr>
          <p:cNvSpPr>
            <a:spLocks noChangeArrowheads="1"/>
          </p:cNvSpPr>
          <p:nvPr/>
        </p:nvSpPr>
        <p:spPr bwMode="auto">
          <a:xfrm>
            <a:off x="4343400" y="4267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70</a:t>
            </a:r>
            <a:endParaRPr kumimoji="0" lang="en-US" altLang="zh-CN">
              <a:solidFill>
                <a:schemeClr val="bg2"/>
              </a:solidFill>
              <a:latin typeface="Times New Roman" panose="02020603050405020304" pitchFamily="18" charset="0"/>
            </a:endParaRPr>
          </a:p>
        </p:txBody>
      </p:sp>
      <p:sp>
        <p:nvSpPr>
          <p:cNvPr id="18481" name="Rectangle 49">
            <a:extLst>
              <a:ext uri="{FF2B5EF4-FFF2-40B4-BE49-F238E27FC236}">
                <a16:creationId xmlns:a16="http://schemas.microsoft.com/office/drawing/2014/main" id="{B623A79C-31E7-4A3E-A0C3-370E3F2BEA43}"/>
              </a:ext>
            </a:extLst>
          </p:cNvPr>
          <p:cNvSpPr>
            <a:spLocks noChangeArrowheads="1"/>
          </p:cNvSpPr>
          <p:nvPr/>
        </p:nvSpPr>
        <p:spPr bwMode="auto">
          <a:xfrm>
            <a:off x="4343400" y="4648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70</a:t>
            </a:r>
            <a:endParaRPr kumimoji="0" lang="en-US" altLang="zh-CN">
              <a:solidFill>
                <a:schemeClr val="bg2"/>
              </a:solidFill>
              <a:latin typeface="Times New Roman" panose="02020603050405020304" pitchFamily="18" charset="0"/>
            </a:endParaRPr>
          </a:p>
        </p:txBody>
      </p:sp>
      <p:sp>
        <p:nvSpPr>
          <p:cNvPr id="18482" name="Rectangle 50">
            <a:extLst>
              <a:ext uri="{FF2B5EF4-FFF2-40B4-BE49-F238E27FC236}">
                <a16:creationId xmlns:a16="http://schemas.microsoft.com/office/drawing/2014/main" id="{7556FFA1-0506-4C7F-96A7-957BAD46D97F}"/>
              </a:ext>
            </a:extLst>
          </p:cNvPr>
          <p:cNvSpPr>
            <a:spLocks noChangeArrowheads="1"/>
          </p:cNvSpPr>
          <p:nvPr/>
        </p:nvSpPr>
        <p:spPr bwMode="auto">
          <a:xfrm>
            <a:off x="3810000" y="4648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40</a:t>
            </a:r>
            <a:endParaRPr kumimoji="0" lang="en-US" altLang="zh-CN">
              <a:solidFill>
                <a:schemeClr val="bg2"/>
              </a:solidFill>
              <a:latin typeface="Times New Roman" panose="02020603050405020304" pitchFamily="18" charset="0"/>
            </a:endParaRPr>
          </a:p>
        </p:txBody>
      </p:sp>
      <p:sp>
        <p:nvSpPr>
          <p:cNvPr id="18483" name="Rectangle 51">
            <a:extLst>
              <a:ext uri="{FF2B5EF4-FFF2-40B4-BE49-F238E27FC236}">
                <a16:creationId xmlns:a16="http://schemas.microsoft.com/office/drawing/2014/main" id="{050E3989-E4C0-4596-8F5E-CB50C2AAD542}"/>
              </a:ext>
            </a:extLst>
          </p:cNvPr>
          <p:cNvSpPr>
            <a:spLocks noChangeArrowheads="1"/>
          </p:cNvSpPr>
          <p:nvPr/>
        </p:nvSpPr>
        <p:spPr bwMode="auto">
          <a:xfrm>
            <a:off x="5791200" y="1143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50</a:t>
            </a:r>
            <a:endParaRPr kumimoji="0" lang="en-US" altLang="zh-CN">
              <a:solidFill>
                <a:schemeClr val="bg2"/>
              </a:solidFill>
              <a:latin typeface="Times New Roman" panose="02020603050405020304" pitchFamily="18" charset="0"/>
            </a:endParaRPr>
          </a:p>
        </p:txBody>
      </p:sp>
      <p:sp>
        <p:nvSpPr>
          <p:cNvPr id="18484" name="Rectangle 52">
            <a:extLst>
              <a:ext uri="{FF2B5EF4-FFF2-40B4-BE49-F238E27FC236}">
                <a16:creationId xmlns:a16="http://schemas.microsoft.com/office/drawing/2014/main" id="{803169C8-6C79-44EC-80BD-63B50A0AA225}"/>
              </a:ext>
            </a:extLst>
          </p:cNvPr>
          <p:cNvSpPr>
            <a:spLocks noChangeArrowheads="1"/>
          </p:cNvSpPr>
          <p:nvPr/>
        </p:nvSpPr>
        <p:spPr bwMode="auto">
          <a:xfrm>
            <a:off x="6172200" y="1143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80</a:t>
            </a:r>
            <a:endParaRPr kumimoji="0" lang="en-US" altLang="zh-CN">
              <a:solidFill>
                <a:schemeClr val="bg2"/>
              </a:solidFill>
              <a:latin typeface="Times New Roman" panose="02020603050405020304" pitchFamily="18" charset="0"/>
            </a:endParaRPr>
          </a:p>
        </p:txBody>
      </p:sp>
      <p:sp>
        <p:nvSpPr>
          <p:cNvPr id="18485" name="Rectangle 53">
            <a:extLst>
              <a:ext uri="{FF2B5EF4-FFF2-40B4-BE49-F238E27FC236}">
                <a16:creationId xmlns:a16="http://schemas.microsoft.com/office/drawing/2014/main" id="{08AA8B06-D6FC-4D8A-BCEE-ED1B1E32A69F}"/>
              </a:ext>
            </a:extLst>
          </p:cNvPr>
          <p:cNvSpPr>
            <a:spLocks noChangeArrowheads="1"/>
          </p:cNvSpPr>
          <p:nvPr/>
        </p:nvSpPr>
        <p:spPr bwMode="auto">
          <a:xfrm>
            <a:off x="6096000" y="1524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120</a:t>
            </a:r>
            <a:endParaRPr kumimoji="0" lang="en-US" altLang="zh-CN">
              <a:solidFill>
                <a:schemeClr val="bg2"/>
              </a:solidFill>
              <a:latin typeface="Times New Roman" panose="02020603050405020304" pitchFamily="18" charset="0"/>
            </a:endParaRPr>
          </a:p>
        </p:txBody>
      </p:sp>
      <p:sp>
        <p:nvSpPr>
          <p:cNvPr id="18486" name="Rectangle 54">
            <a:extLst>
              <a:ext uri="{FF2B5EF4-FFF2-40B4-BE49-F238E27FC236}">
                <a16:creationId xmlns:a16="http://schemas.microsoft.com/office/drawing/2014/main" id="{5F0FCA33-4FC6-4946-94E3-52E92AA6EA17}"/>
              </a:ext>
            </a:extLst>
          </p:cNvPr>
          <p:cNvSpPr>
            <a:spLocks noChangeArrowheads="1"/>
          </p:cNvSpPr>
          <p:nvPr/>
        </p:nvSpPr>
        <p:spPr bwMode="auto">
          <a:xfrm>
            <a:off x="5791200" y="1524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90</a:t>
            </a:r>
            <a:endParaRPr kumimoji="0" lang="en-US" altLang="zh-CN">
              <a:solidFill>
                <a:schemeClr val="bg2"/>
              </a:solidFill>
              <a:latin typeface="Times New Roman" panose="02020603050405020304" pitchFamily="18" charset="0"/>
            </a:endParaRPr>
          </a:p>
        </p:txBody>
      </p:sp>
      <p:sp>
        <p:nvSpPr>
          <p:cNvPr id="18487" name="Rectangle 55">
            <a:extLst>
              <a:ext uri="{FF2B5EF4-FFF2-40B4-BE49-F238E27FC236}">
                <a16:creationId xmlns:a16="http://schemas.microsoft.com/office/drawing/2014/main" id="{45C9E592-6C4A-4AB0-83C1-AE75CED53C5B}"/>
              </a:ext>
            </a:extLst>
          </p:cNvPr>
          <p:cNvSpPr>
            <a:spLocks noChangeArrowheads="1"/>
          </p:cNvSpPr>
          <p:nvPr/>
        </p:nvSpPr>
        <p:spPr bwMode="auto">
          <a:xfrm>
            <a:off x="5410200" y="4267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70</a:t>
            </a:r>
            <a:endParaRPr kumimoji="0" lang="en-US" altLang="zh-CN">
              <a:solidFill>
                <a:schemeClr val="bg2"/>
              </a:solidFill>
              <a:latin typeface="Times New Roman" panose="02020603050405020304" pitchFamily="18" charset="0"/>
            </a:endParaRPr>
          </a:p>
        </p:txBody>
      </p:sp>
      <p:sp>
        <p:nvSpPr>
          <p:cNvPr id="18488" name="Rectangle 56">
            <a:extLst>
              <a:ext uri="{FF2B5EF4-FFF2-40B4-BE49-F238E27FC236}">
                <a16:creationId xmlns:a16="http://schemas.microsoft.com/office/drawing/2014/main" id="{70831B3F-E96A-4393-A5A1-9B82752C0BD9}"/>
              </a:ext>
            </a:extLst>
          </p:cNvPr>
          <p:cNvSpPr>
            <a:spLocks noChangeArrowheads="1"/>
          </p:cNvSpPr>
          <p:nvPr/>
        </p:nvSpPr>
        <p:spPr bwMode="auto">
          <a:xfrm>
            <a:off x="5791200" y="42672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120</a:t>
            </a:r>
            <a:endParaRPr kumimoji="0" lang="en-US" altLang="zh-CN">
              <a:solidFill>
                <a:schemeClr val="bg2"/>
              </a:solidFill>
              <a:latin typeface="Times New Roman" panose="02020603050405020304" pitchFamily="18" charset="0"/>
            </a:endParaRPr>
          </a:p>
        </p:txBody>
      </p:sp>
      <p:sp>
        <p:nvSpPr>
          <p:cNvPr id="18489" name="Rectangle 57">
            <a:extLst>
              <a:ext uri="{FF2B5EF4-FFF2-40B4-BE49-F238E27FC236}">
                <a16:creationId xmlns:a16="http://schemas.microsoft.com/office/drawing/2014/main" id="{922BAF93-40AF-4025-8274-93769622A485}"/>
              </a:ext>
            </a:extLst>
          </p:cNvPr>
          <p:cNvSpPr>
            <a:spLocks noChangeArrowheads="1"/>
          </p:cNvSpPr>
          <p:nvPr/>
        </p:nvSpPr>
        <p:spPr bwMode="auto">
          <a:xfrm>
            <a:off x="5791200" y="46482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120</a:t>
            </a:r>
            <a:endParaRPr kumimoji="0" lang="en-US" altLang="zh-CN">
              <a:solidFill>
                <a:schemeClr val="bg2"/>
              </a:solidFill>
              <a:latin typeface="Times New Roman" panose="02020603050405020304" pitchFamily="18" charset="0"/>
            </a:endParaRPr>
          </a:p>
        </p:txBody>
      </p:sp>
      <p:sp>
        <p:nvSpPr>
          <p:cNvPr id="18490" name="Rectangle 58">
            <a:extLst>
              <a:ext uri="{FF2B5EF4-FFF2-40B4-BE49-F238E27FC236}">
                <a16:creationId xmlns:a16="http://schemas.microsoft.com/office/drawing/2014/main" id="{ABCBD9FC-B8B7-4CF0-A51D-DCB85884963F}"/>
              </a:ext>
            </a:extLst>
          </p:cNvPr>
          <p:cNvSpPr>
            <a:spLocks noChangeArrowheads="1"/>
          </p:cNvSpPr>
          <p:nvPr/>
        </p:nvSpPr>
        <p:spPr bwMode="auto">
          <a:xfrm>
            <a:off x="5410200" y="4648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70</a:t>
            </a:r>
            <a:endParaRPr kumimoji="0" lang="en-US" altLang="zh-CN">
              <a:solidFill>
                <a:schemeClr val="bg2"/>
              </a:solidFill>
              <a:latin typeface="Times New Roman" panose="02020603050405020304" pitchFamily="18" charset="0"/>
            </a:endParaRPr>
          </a:p>
        </p:txBody>
      </p:sp>
      <p:sp>
        <p:nvSpPr>
          <p:cNvPr id="18491" name="Rectangle 59">
            <a:extLst>
              <a:ext uri="{FF2B5EF4-FFF2-40B4-BE49-F238E27FC236}">
                <a16:creationId xmlns:a16="http://schemas.microsoft.com/office/drawing/2014/main" id="{BAD2F0AB-86D0-4926-9562-1884DF8D3100}"/>
              </a:ext>
            </a:extLst>
          </p:cNvPr>
          <p:cNvSpPr>
            <a:spLocks noChangeArrowheads="1"/>
          </p:cNvSpPr>
          <p:nvPr/>
        </p:nvSpPr>
        <p:spPr bwMode="auto">
          <a:xfrm>
            <a:off x="6781800" y="2667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120</a:t>
            </a:r>
            <a:endParaRPr kumimoji="0" lang="en-US" altLang="zh-CN">
              <a:solidFill>
                <a:schemeClr val="bg2"/>
              </a:solidFill>
              <a:latin typeface="Times New Roman" panose="02020603050405020304" pitchFamily="18" charset="0"/>
            </a:endParaRPr>
          </a:p>
        </p:txBody>
      </p:sp>
      <p:sp>
        <p:nvSpPr>
          <p:cNvPr id="18492" name="Rectangle 60">
            <a:extLst>
              <a:ext uri="{FF2B5EF4-FFF2-40B4-BE49-F238E27FC236}">
                <a16:creationId xmlns:a16="http://schemas.microsoft.com/office/drawing/2014/main" id="{61F7EC34-E238-42E4-B804-D701511D4B14}"/>
              </a:ext>
            </a:extLst>
          </p:cNvPr>
          <p:cNvSpPr>
            <a:spLocks noChangeArrowheads="1"/>
          </p:cNvSpPr>
          <p:nvPr/>
        </p:nvSpPr>
        <p:spPr bwMode="auto">
          <a:xfrm>
            <a:off x="7239000" y="2667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130</a:t>
            </a:r>
            <a:endParaRPr kumimoji="0" lang="en-US" altLang="zh-CN">
              <a:solidFill>
                <a:schemeClr val="bg2"/>
              </a:solidFill>
              <a:latin typeface="Times New Roman" panose="02020603050405020304" pitchFamily="18" charset="0"/>
            </a:endParaRPr>
          </a:p>
        </p:txBody>
      </p:sp>
      <p:sp>
        <p:nvSpPr>
          <p:cNvPr id="18493" name="Rectangle 61">
            <a:extLst>
              <a:ext uri="{FF2B5EF4-FFF2-40B4-BE49-F238E27FC236}">
                <a16:creationId xmlns:a16="http://schemas.microsoft.com/office/drawing/2014/main" id="{1536A1A2-272A-4C32-B844-E4A57D2DB285}"/>
              </a:ext>
            </a:extLst>
          </p:cNvPr>
          <p:cNvSpPr>
            <a:spLocks noChangeArrowheads="1"/>
          </p:cNvSpPr>
          <p:nvPr/>
        </p:nvSpPr>
        <p:spPr bwMode="auto">
          <a:xfrm>
            <a:off x="7239000" y="3048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130</a:t>
            </a:r>
            <a:endParaRPr kumimoji="0" lang="en-US" altLang="zh-CN">
              <a:solidFill>
                <a:schemeClr val="bg2"/>
              </a:solidFill>
              <a:latin typeface="Times New Roman" panose="02020603050405020304" pitchFamily="18" charset="0"/>
            </a:endParaRPr>
          </a:p>
        </p:txBody>
      </p:sp>
      <p:sp>
        <p:nvSpPr>
          <p:cNvPr id="18494" name="Rectangle 62">
            <a:extLst>
              <a:ext uri="{FF2B5EF4-FFF2-40B4-BE49-F238E27FC236}">
                <a16:creationId xmlns:a16="http://schemas.microsoft.com/office/drawing/2014/main" id="{0045776E-1415-4726-B8BE-B07B07943987}"/>
              </a:ext>
            </a:extLst>
          </p:cNvPr>
          <p:cNvSpPr>
            <a:spLocks noChangeArrowheads="1"/>
          </p:cNvSpPr>
          <p:nvPr/>
        </p:nvSpPr>
        <p:spPr bwMode="auto">
          <a:xfrm>
            <a:off x="6781800" y="3048000"/>
            <a:ext cx="46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120</a:t>
            </a:r>
            <a:endParaRPr kumimoji="0" lang="en-US" altLang="zh-CN">
              <a:solidFill>
                <a:schemeClr val="bg2"/>
              </a:solidFill>
              <a:latin typeface="Times New Roman" panose="02020603050405020304" pitchFamily="18" charset="0"/>
            </a:endParaRPr>
          </a:p>
        </p:txBody>
      </p:sp>
      <p:sp>
        <p:nvSpPr>
          <p:cNvPr id="113727" name="Rectangle 63">
            <a:extLst>
              <a:ext uri="{FF2B5EF4-FFF2-40B4-BE49-F238E27FC236}">
                <a16:creationId xmlns:a16="http://schemas.microsoft.com/office/drawing/2014/main" id="{E03B34A1-6947-4783-B0BE-DCE52A49A5FB}"/>
              </a:ext>
            </a:extLst>
          </p:cNvPr>
          <p:cNvSpPr>
            <a:spLocks noChangeArrowheads="1"/>
          </p:cNvSpPr>
          <p:nvPr/>
        </p:nvSpPr>
        <p:spPr bwMode="auto">
          <a:xfrm>
            <a:off x="1828800" y="26670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3728" name="Rectangle 64">
            <a:extLst>
              <a:ext uri="{FF2B5EF4-FFF2-40B4-BE49-F238E27FC236}">
                <a16:creationId xmlns:a16="http://schemas.microsoft.com/office/drawing/2014/main" id="{2548FBA1-4B85-4752-8158-E4AC9CEF821C}"/>
              </a:ext>
            </a:extLst>
          </p:cNvPr>
          <p:cNvSpPr>
            <a:spLocks noChangeArrowheads="1"/>
          </p:cNvSpPr>
          <p:nvPr/>
        </p:nvSpPr>
        <p:spPr bwMode="auto">
          <a:xfrm>
            <a:off x="1828800" y="30480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3729" name="Rectangle 65">
            <a:extLst>
              <a:ext uri="{FF2B5EF4-FFF2-40B4-BE49-F238E27FC236}">
                <a16:creationId xmlns:a16="http://schemas.microsoft.com/office/drawing/2014/main" id="{60F3D1FA-968E-4B4C-9AC0-C283F72BB406}"/>
              </a:ext>
            </a:extLst>
          </p:cNvPr>
          <p:cNvSpPr>
            <a:spLocks noChangeArrowheads="1"/>
          </p:cNvSpPr>
          <p:nvPr/>
        </p:nvSpPr>
        <p:spPr bwMode="auto">
          <a:xfrm>
            <a:off x="3124200" y="1143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50</a:t>
            </a:r>
            <a:endParaRPr lang="en-US" altLang="zh-CN">
              <a:solidFill>
                <a:schemeClr val="bg2"/>
              </a:solidFill>
              <a:latin typeface="Times New Roman" panose="02020603050405020304" pitchFamily="18" charset="0"/>
            </a:endParaRPr>
          </a:p>
        </p:txBody>
      </p:sp>
      <p:sp>
        <p:nvSpPr>
          <p:cNvPr id="113730" name="Rectangle 66">
            <a:extLst>
              <a:ext uri="{FF2B5EF4-FFF2-40B4-BE49-F238E27FC236}">
                <a16:creationId xmlns:a16="http://schemas.microsoft.com/office/drawing/2014/main" id="{CA56F483-18ED-4581-B5AF-DDFE0B131EBB}"/>
              </a:ext>
            </a:extLst>
          </p:cNvPr>
          <p:cNvSpPr>
            <a:spLocks noChangeArrowheads="1"/>
          </p:cNvSpPr>
          <p:nvPr/>
        </p:nvSpPr>
        <p:spPr bwMode="auto">
          <a:xfrm>
            <a:off x="3124200" y="15240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3731" name="Rectangle 67">
            <a:extLst>
              <a:ext uri="{FF2B5EF4-FFF2-40B4-BE49-F238E27FC236}">
                <a16:creationId xmlns:a16="http://schemas.microsoft.com/office/drawing/2014/main" id="{EE921D2F-A9CE-4E23-87B9-01DEB68F7A8E}"/>
              </a:ext>
            </a:extLst>
          </p:cNvPr>
          <p:cNvSpPr>
            <a:spLocks noChangeArrowheads="1"/>
          </p:cNvSpPr>
          <p:nvPr/>
        </p:nvSpPr>
        <p:spPr bwMode="auto">
          <a:xfrm>
            <a:off x="3200400" y="2667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20</a:t>
            </a:r>
            <a:endParaRPr lang="en-US" altLang="zh-CN">
              <a:solidFill>
                <a:schemeClr val="bg2"/>
              </a:solidFill>
              <a:latin typeface="Times New Roman" panose="02020603050405020304" pitchFamily="18" charset="0"/>
            </a:endParaRPr>
          </a:p>
        </p:txBody>
      </p:sp>
      <p:sp>
        <p:nvSpPr>
          <p:cNvPr id="113732" name="Rectangle 68">
            <a:extLst>
              <a:ext uri="{FF2B5EF4-FFF2-40B4-BE49-F238E27FC236}">
                <a16:creationId xmlns:a16="http://schemas.microsoft.com/office/drawing/2014/main" id="{2DD89E8C-6183-4C2D-B4EA-C8E70B758483}"/>
              </a:ext>
            </a:extLst>
          </p:cNvPr>
          <p:cNvSpPr>
            <a:spLocks noChangeArrowheads="1"/>
          </p:cNvSpPr>
          <p:nvPr/>
        </p:nvSpPr>
        <p:spPr bwMode="auto">
          <a:xfrm>
            <a:off x="3200400" y="29718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3733" name="Rectangle 69">
            <a:extLst>
              <a:ext uri="{FF2B5EF4-FFF2-40B4-BE49-F238E27FC236}">
                <a16:creationId xmlns:a16="http://schemas.microsoft.com/office/drawing/2014/main" id="{46D8E96C-8F01-4924-A922-6B45A50A0EE6}"/>
              </a:ext>
            </a:extLst>
          </p:cNvPr>
          <p:cNvSpPr>
            <a:spLocks noChangeArrowheads="1"/>
          </p:cNvSpPr>
          <p:nvPr/>
        </p:nvSpPr>
        <p:spPr bwMode="auto">
          <a:xfrm>
            <a:off x="3200400" y="42672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3734" name="Rectangle 70">
            <a:extLst>
              <a:ext uri="{FF2B5EF4-FFF2-40B4-BE49-F238E27FC236}">
                <a16:creationId xmlns:a16="http://schemas.microsoft.com/office/drawing/2014/main" id="{2CDBB000-86B2-41E3-BBB1-D93F60F15F39}"/>
              </a:ext>
            </a:extLst>
          </p:cNvPr>
          <p:cNvSpPr>
            <a:spLocks noChangeArrowheads="1"/>
          </p:cNvSpPr>
          <p:nvPr/>
        </p:nvSpPr>
        <p:spPr bwMode="auto">
          <a:xfrm>
            <a:off x="3200400" y="46482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3735" name="Rectangle 71">
            <a:extLst>
              <a:ext uri="{FF2B5EF4-FFF2-40B4-BE49-F238E27FC236}">
                <a16:creationId xmlns:a16="http://schemas.microsoft.com/office/drawing/2014/main" id="{266161D8-E5E6-4F31-A3A0-510C3616D8AF}"/>
              </a:ext>
            </a:extLst>
          </p:cNvPr>
          <p:cNvSpPr>
            <a:spLocks noChangeArrowheads="1"/>
          </p:cNvSpPr>
          <p:nvPr/>
        </p:nvSpPr>
        <p:spPr bwMode="auto">
          <a:xfrm>
            <a:off x="4953000" y="2667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20</a:t>
            </a:r>
            <a:endParaRPr lang="en-US" altLang="zh-CN">
              <a:solidFill>
                <a:schemeClr val="bg2"/>
              </a:solidFill>
              <a:latin typeface="Times New Roman" panose="02020603050405020304" pitchFamily="18" charset="0"/>
            </a:endParaRPr>
          </a:p>
        </p:txBody>
      </p:sp>
      <p:sp>
        <p:nvSpPr>
          <p:cNvPr id="113736" name="Rectangle 72">
            <a:extLst>
              <a:ext uri="{FF2B5EF4-FFF2-40B4-BE49-F238E27FC236}">
                <a16:creationId xmlns:a16="http://schemas.microsoft.com/office/drawing/2014/main" id="{B8AB8E0C-2650-41FC-8E32-8E361D3E7DD2}"/>
              </a:ext>
            </a:extLst>
          </p:cNvPr>
          <p:cNvSpPr>
            <a:spLocks noChangeArrowheads="1"/>
          </p:cNvSpPr>
          <p:nvPr/>
        </p:nvSpPr>
        <p:spPr bwMode="auto">
          <a:xfrm>
            <a:off x="4953000" y="30480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3737" name="Rectangle 73">
            <a:extLst>
              <a:ext uri="{FF2B5EF4-FFF2-40B4-BE49-F238E27FC236}">
                <a16:creationId xmlns:a16="http://schemas.microsoft.com/office/drawing/2014/main" id="{C1B7E7B1-F7CB-4C24-B760-E94F7A1B43B1}"/>
              </a:ext>
            </a:extLst>
          </p:cNvPr>
          <p:cNvSpPr>
            <a:spLocks noChangeArrowheads="1"/>
          </p:cNvSpPr>
          <p:nvPr/>
        </p:nvSpPr>
        <p:spPr bwMode="auto">
          <a:xfrm>
            <a:off x="4800600" y="9144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50</a:t>
            </a:r>
            <a:endParaRPr lang="en-US" altLang="zh-CN">
              <a:solidFill>
                <a:schemeClr val="bg2"/>
              </a:solidFill>
              <a:latin typeface="Times New Roman" panose="02020603050405020304" pitchFamily="18" charset="0"/>
            </a:endParaRPr>
          </a:p>
        </p:txBody>
      </p:sp>
      <p:sp>
        <p:nvSpPr>
          <p:cNvPr id="113738" name="Rectangle 74">
            <a:extLst>
              <a:ext uri="{FF2B5EF4-FFF2-40B4-BE49-F238E27FC236}">
                <a16:creationId xmlns:a16="http://schemas.microsoft.com/office/drawing/2014/main" id="{E89865FD-6B39-4185-8BF5-71449EB8E0F3}"/>
              </a:ext>
            </a:extLst>
          </p:cNvPr>
          <p:cNvSpPr>
            <a:spLocks noChangeArrowheads="1"/>
          </p:cNvSpPr>
          <p:nvPr/>
        </p:nvSpPr>
        <p:spPr bwMode="auto">
          <a:xfrm>
            <a:off x="4800600" y="12954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10</a:t>
            </a:r>
            <a:endParaRPr lang="en-US" altLang="zh-CN">
              <a:solidFill>
                <a:schemeClr val="bg2"/>
              </a:solidFill>
              <a:latin typeface="Times New Roman" panose="02020603050405020304" pitchFamily="18" charset="0"/>
            </a:endParaRPr>
          </a:p>
        </p:txBody>
      </p:sp>
      <p:sp>
        <p:nvSpPr>
          <p:cNvPr id="113739" name="Rectangle 75">
            <a:extLst>
              <a:ext uri="{FF2B5EF4-FFF2-40B4-BE49-F238E27FC236}">
                <a16:creationId xmlns:a16="http://schemas.microsoft.com/office/drawing/2014/main" id="{046B5F04-1A1C-44E1-9BB7-19314F7DE3BA}"/>
              </a:ext>
            </a:extLst>
          </p:cNvPr>
          <p:cNvSpPr>
            <a:spLocks noChangeArrowheads="1"/>
          </p:cNvSpPr>
          <p:nvPr/>
        </p:nvSpPr>
        <p:spPr bwMode="auto">
          <a:xfrm>
            <a:off x="4724400" y="42672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3740" name="Rectangle 76">
            <a:extLst>
              <a:ext uri="{FF2B5EF4-FFF2-40B4-BE49-F238E27FC236}">
                <a16:creationId xmlns:a16="http://schemas.microsoft.com/office/drawing/2014/main" id="{9F5165FC-CAAA-473C-8836-E65E88D0FDE8}"/>
              </a:ext>
            </a:extLst>
          </p:cNvPr>
          <p:cNvSpPr>
            <a:spLocks noChangeArrowheads="1"/>
          </p:cNvSpPr>
          <p:nvPr/>
        </p:nvSpPr>
        <p:spPr bwMode="auto">
          <a:xfrm>
            <a:off x="4724400" y="46482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3741" name="Rectangle 77">
            <a:extLst>
              <a:ext uri="{FF2B5EF4-FFF2-40B4-BE49-F238E27FC236}">
                <a16:creationId xmlns:a16="http://schemas.microsoft.com/office/drawing/2014/main" id="{E38D27AC-FFFD-4E7A-8AE7-11BBEEF8BFBA}"/>
              </a:ext>
            </a:extLst>
          </p:cNvPr>
          <p:cNvSpPr>
            <a:spLocks noChangeArrowheads="1"/>
          </p:cNvSpPr>
          <p:nvPr/>
        </p:nvSpPr>
        <p:spPr bwMode="auto">
          <a:xfrm>
            <a:off x="6629400" y="1143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40</a:t>
            </a:r>
            <a:endParaRPr kumimoji="0" lang="en-US" altLang="zh-CN">
              <a:solidFill>
                <a:schemeClr val="bg2"/>
              </a:solidFill>
              <a:latin typeface="Times New Roman" panose="02020603050405020304" pitchFamily="18" charset="0"/>
            </a:endParaRPr>
          </a:p>
        </p:txBody>
      </p:sp>
      <p:sp>
        <p:nvSpPr>
          <p:cNvPr id="113742" name="Rectangle 78">
            <a:extLst>
              <a:ext uri="{FF2B5EF4-FFF2-40B4-BE49-F238E27FC236}">
                <a16:creationId xmlns:a16="http://schemas.microsoft.com/office/drawing/2014/main" id="{179E6241-772E-4405-83DD-0C8754E023DF}"/>
              </a:ext>
            </a:extLst>
          </p:cNvPr>
          <p:cNvSpPr>
            <a:spLocks noChangeArrowheads="1"/>
          </p:cNvSpPr>
          <p:nvPr/>
        </p:nvSpPr>
        <p:spPr bwMode="auto">
          <a:xfrm>
            <a:off x="6629400" y="15240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40</a:t>
            </a:r>
            <a:endParaRPr kumimoji="0" lang="en-US" altLang="zh-CN">
              <a:solidFill>
                <a:schemeClr val="bg2"/>
              </a:solidFill>
              <a:latin typeface="Times New Roman" panose="02020603050405020304" pitchFamily="18" charset="0"/>
            </a:endParaRPr>
          </a:p>
        </p:txBody>
      </p:sp>
      <p:sp>
        <p:nvSpPr>
          <p:cNvPr id="113743" name="Rectangle 79">
            <a:extLst>
              <a:ext uri="{FF2B5EF4-FFF2-40B4-BE49-F238E27FC236}">
                <a16:creationId xmlns:a16="http://schemas.microsoft.com/office/drawing/2014/main" id="{B415AAAF-377E-49F8-9C5A-BD9F67409BCE}"/>
              </a:ext>
            </a:extLst>
          </p:cNvPr>
          <p:cNvSpPr>
            <a:spLocks noChangeArrowheads="1"/>
          </p:cNvSpPr>
          <p:nvPr/>
        </p:nvSpPr>
        <p:spPr bwMode="auto">
          <a:xfrm>
            <a:off x="6324600" y="42672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0</a:t>
            </a:r>
            <a:endParaRPr kumimoji="0" lang="en-US" altLang="zh-CN">
              <a:solidFill>
                <a:schemeClr val="bg2"/>
              </a:solidFill>
              <a:latin typeface="Times New Roman" panose="02020603050405020304" pitchFamily="18" charset="0"/>
            </a:endParaRPr>
          </a:p>
        </p:txBody>
      </p:sp>
      <p:sp>
        <p:nvSpPr>
          <p:cNvPr id="113744" name="Rectangle 80">
            <a:extLst>
              <a:ext uri="{FF2B5EF4-FFF2-40B4-BE49-F238E27FC236}">
                <a16:creationId xmlns:a16="http://schemas.microsoft.com/office/drawing/2014/main" id="{6C82141F-8818-4B29-82FE-A6860988A614}"/>
              </a:ext>
            </a:extLst>
          </p:cNvPr>
          <p:cNvSpPr>
            <a:spLocks noChangeArrowheads="1"/>
          </p:cNvSpPr>
          <p:nvPr/>
        </p:nvSpPr>
        <p:spPr bwMode="auto">
          <a:xfrm>
            <a:off x="6324600" y="46482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0</a:t>
            </a:r>
            <a:endParaRPr kumimoji="0" lang="en-US" altLang="zh-CN">
              <a:solidFill>
                <a:schemeClr val="bg2"/>
              </a:solidFill>
              <a:latin typeface="Times New Roman" panose="02020603050405020304" pitchFamily="18" charset="0"/>
            </a:endParaRPr>
          </a:p>
        </p:txBody>
      </p:sp>
      <p:sp>
        <p:nvSpPr>
          <p:cNvPr id="113745" name="Rectangle 81">
            <a:extLst>
              <a:ext uri="{FF2B5EF4-FFF2-40B4-BE49-F238E27FC236}">
                <a16:creationId xmlns:a16="http://schemas.microsoft.com/office/drawing/2014/main" id="{58A0B1A2-F085-42D7-A9B1-DCA7D3F15D82}"/>
              </a:ext>
            </a:extLst>
          </p:cNvPr>
          <p:cNvSpPr>
            <a:spLocks noChangeArrowheads="1"/>
          </p:cNvSpPr>
          <p:nvPr/>
        </p:nvSpPr>
        <p:spPr bwMode="auto">
          <a:xfrm>
            <a:off x="7772400" y="26670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0</a:t>
            </a:r>
            <a:endParaRPr kumimoji="0" lang="en-US" altLang="zh-CN">
              <a:solidFill>
                <a:schemeClr val="bg2"/>
              </a:solidFill>
              <a:latin typeface="Times New Roman" panose="02020603050405020304" pitchFamily="18" charset="0"/>
            </a:endParaRPr>
          </a:p>
        </p:txBody>
      </p:sp>
      <p:sp>
        <p:nvSpPr>
          <p:cNvPr id="113746" name="Rectangle 82">
            <a:extLst>
              <a:ext uri="{FF2B5EF4-FFF2-40B4-BE49-F238E27FC236}">
                <a16:creationId xmlns:a16="http://schemas.microsoft.com/office/drawing/2014/main" id="{765E4074-21F7-4437-B787-150CF6A97812}"/>
              </a:ext>
            </a:extLst>
          </p:cNvPr>
          <p:cNvSpPr>
            <a:spLocks noChangeArrowheads="1"/>
          </p:cNvSpPr>
          <p:nvPr/>
        </p:nvSpPr>
        <p:spPr bwMode="auto">
          <a:xfrm>
            <a:off x="7772400" y="30480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kumimoji="0" lang="en-US" altLang="zh-CN" b="1">
                <a:solidFill>
                  <a:schemeClr val="bg2"/>
                </a:solidFill>
                <a:latin typeface="宋体" panose="02010600030101010101" pitchFamily="2" charset="-122"/>
              </a:rPr>
              <a:t>0</a:t>
            </a:r>
            <a:endParaRPr kumimoji="0" lang="en-US" altLang="zh-CN">
              <a:solidFill>
                <a:schemeClr val="bg2"/>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3727"/>
                                        </p:tgtEl>
                                        <p:attrNameLst>
                                          <p:attrName>style.visibility</p:attrName>
                                        </p:attrNameLst>
                                      </p:cBhvr>
                                      <p:to>
                                        <p:strVal val="visible"/>
                                      </p:to>
                                    </p:set>
                                    <p:anim calcmode="lin" valueType="num">
                                      <p:cBhvr additive="base">
                                        <p:cTn id="7" dur="500" fill="hold"/>
                                        <p:tgtEl>
                                          <p:spTgt spid="113727"/>
                                        </p:tgtEl>
                                        <p:attrNameLst>
                                          <p:attrName>ppt_x</p:attrName>
                                        </p:attrNameLst>
                                      </p:cBhvr>
                                      <p:tavLst>
                                        <p:tav tm="0">
                                          <p:val>
                                            <p:strVal val="0-#ppt_w/2"/>
                                          </p:val>
                                        </p:tav>
                                        <p:tav tm="100000">
                                          <p:val>
                                            <p:strVal val="#ppt_x"/>
                                          </p:val>
                                        </p:tav>
                                      </p:tavLst>
                                    </p:anim>
                                    <p:anim calcmode="lin" valueType="num">
                                      <p:cBhvr additive="base">
                                        <p:cTn id="8" dur="500" fill="hold"/>
                                        <p:tgtEl>
                                          <p:spTgt spid="11372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3728"/>
                                        </p:tgtEl>
                                        <p:attrNameLst>
                                          <p:attrName>style.visibility</p:attrName>
                                        </p:attrNameLst>
                                      </p:cBhvr>
                                      <p:to>
                                        <p:strVal val="visible"/>
                                      </p:to>
                                    </p:set>
                                    <p:anim calcmode="lin" valueType="num">
                                      <p:cBhvr additive="base">
                                        <p:cTn id="13" dur="500" fill="hold"/>
                                        <p:tgtEl>
                                          <p:spTgt spid="113728"/>
                                        </p:tgtEl>
                                        <p:attrNameLst>
                                          <p:attrName>ppt_x</p:attrName>
                                        </p:attrNameLst>
                                      </p:cBhvr>
                                      <p:tavLst>
                                        <p:tav tm="0">
                                          <p:val>
                                            <p:strVal val="0-#ppt_w/2"/>
                                          </p:val>
                                        </p:tav>
                                        <p:tav tm="100000">
                                          <p:val>
                                            <p:strVal val="#ppt_x"/>
                                          </p:val>
                                        </p:tav>
                                      </p:tavLst>
                                    </p:anim>
                                    <p:anim calcmode="lin" valueType="num">
                                      <p:cBhvr additive="base">
                                        <p:cTn id="14" dur="500" fill="hold"/>
                                        <p:tgtEl>
                                          <p:spTgt spid="11372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3729"/>
                                        </p:tgtEl>
                                        <p:attrNameLst>
                                          <p:attrName>style.visibility</p:attrName>
                                        </p:attrNameLst>
                                      </p:cBhvr>
                                      <p:to>
                                        <p:strVal val="visible"/>
                                      </p:to>
                                    </p:set>
                                    <p:anim calcmode="lin" valueType="num">
                                      <p:cBhvr additive="base">
                                        <p:cTn id="19" dur="500" fill="hold"/>
                                        <p:tgtEl>
                                          <p:spTgt spid="113729"/>
                                        </p:tgtEl>
                                        <p:attrNameLst>
                                          <p:attrName>ppt_x</p:attrName>
                                        </p:attrNameLst>
                                      </p:cBhvr>
                                      <p:tavLst>
                                        <p:tav tm="0">
                                          <p:val>
                                            <p:strVal val="0-#ppt_w/2"/>
                                          </p:val>
                                        </p:tav>
                                        <p:tav tm="100000">
                                          <p:val>
                                            <p:strVal val="#ppt_x"/>
                                          </p:val>
                                        </p:tav>
                                      </p:tavLst>
                                    </p:anim>
                                    <p:anim calcmode="lin" valueType="num">
                                      <p:cBhvr additive="base">
                                        <p:cTn id="20" dur="500" fill="hold"/>
                                        <p:tgtEl>
                                          <p:spTgt spid="11372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3730"/>
                                        </p:tgtEl>
                                        <p:attrNameLst>
                                          <p:attrName>style.visibility</p:attrName>
                                        </p:attrNameLst>
                                      </p:cBhvr>
                                      <p:to>
                                        <p:strVal val="visible"/>
                                      </p:to>
                                    </p:set>
                                    <p:anim calcmode="lin" valueType="num">
                                      <p:cBhvr additive="base">
                                        <p:cTn id="25" dur="500" fill="hold"/>
                                        <p:tgtEl>
                                          <p:spTgt spid="113730"/>
                                        </p:tgtEl>
                                        <p:attrNameLst>
                                          <p:attrName>ppt_x</p:attrName>
                                        </p:attrNameLst>
                                      </p:cBhvr>
                                      <p:tavLst>
                                        <p:tav tm="0">
                                          <p:val>
                                            <p:strVal val="0-#ppt_w/2"/>
                                          </p:val>
                                        </p:tav>
                                        <p:tav tm="100000">
                                          <p:val>
                                            <p:strVal val="#ppt_x"/>
                                          </p:val>
                                        </p:tav>
                                      </p:tavLst>
                                    </p:anim>
                                    <p:anim calcmode="lin" valueType="num">
                                      <p:cBhvr additive="base">
                                        <p:cTn id="26" dur="500" fill="hold"/>
                                        <p:tgtEl>
                                          <p:spTgt spid="113730"/>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13731"/>
                                        </p:tgtEl>
                                        <p:attrNameLst>
                                          <p:attrName>style.visibility</p:attrName>
                                        </p:attrNameLst>
                                      </p:cBhvr>
                                      <p:to>
                                        <p:strVal val="visible"/>
                                      </p:to>
                                    </p:set>
                                    <p:anim calcmode="lin" valueType="num">
                                      <p:cBhvr additive="base">
                                        <p:cTn id="31" dur="500" fill="hold"/>
                                        <p:tgtEl>
                                          <p:spTgt spid="113731"/>
                                        </p:tgtEl>
                                        <p:attrNameLst>
                                          <p:attrName>ppt_x</p:attrName>
                                        </p:attrNameLst>
                                      </p:cBhvr>
                                      <p:tavLst>
                                        <p:tav tm="0">
                                          <p:val>
                                            <p:strVal val="0-#ppt_w/2"/>
                                          </p:val>
                                        </p:tav>
                                        <p:tav tm="100000">
                                          <p:val>
                                            <p:strVal val="#ppt_x"/>
                                          </p:val>
                                        </p:tav>
                                      </p:tavLst>
                                    </p:anim>
                                    <p:anim calcmode="lin" valueType="num">
                                      <p:cBhvr additive="base">
                                        <p:cTn id="32" dur="500" fill="hold"/>
                                        <p:tgtEl>
                                          <p:spTgt spid="113731"/>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13732"/>
                                        </p:tgtEl>
                                        <p:attrNameLst>
                                          <p:attrName>style.visibility</p:attrName>
                                        </p:attrNameLst>
                                      </p:cBhvr>
                                      <p:to>
                                        <p:strVal val="visible"/>
                                      </p:to>
                                    </p:set>
                                    <p:anim calcmode="lin" valueType="num">
                                      <p:cBhvr additive="base">
                                        <p:cTn id="37" dur="500" fill="hold"/>
                                        <p:tgtEl>
                                          <p:spTgt spid="113732"/>
                                        </p:tgtEl>
                                        <p:attrNameLst>
                                          <p:attrName>ppt_x</p:attrName>
                                        </p:attrNameLst>
                                      </p:cBhvr>
                                      <p:tavLst>
                                        <p:tav tm="0">
                                          <p:val>
                                            <p:strVal val="0-#ppt_w/2"/>
                                          </p:val>
                                        </p:tav>
                                        <p:tav tm="100000">
                                          <p:val>
                                            <p:strVal val="#ppt_x"/>
                                          </p:val>
                                        </p:tav>
                                      </p:tavLst>
                                    </p:anim>
                                    <p:anim calcmode="lin" valueType="num">
                                      <p:cBhvr additive="base">
                                        <p:cTn id="38" dur="500" fill="hold"/>
                                        <p:tgtEl>
                                          <p:spTgt spid="113732"/>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13733"/>
                                        </p:tgtEl>
                                        <p:attrNameLst>
                                          <p:attrName>style.visibility</p:attrName>
                                        </p:attrNameLst>
                                      </p:cBhvr>
                                      <p:to>
                                        <p:strVal val="visible"/>
                                      </p:to>
                                    </p:set>
                                    <p:anim calcmode="lin" valueType="num">
                                      <p:cBhvr additive="base">
                                        <p:cTn id="43" dur="500" fill="hold"/>
                                        <p:tgtEl>
                                          <p:spTgt spid="113733"/>
                                        </p:tgtEl>
                                        <p:attrNameLst>
                                          <p:attrName>ppt_x</p:attrName>
                                        </p:attrNameLst>
                                      </p:cBhvr>
                                      <p:tavLst>
                                        <p:tav tm="0">
                                          <p:val>
                                            <p:strVal val="0-#ppt_w/2"/>
                                          </p:val>
                                        </p:tav>
                                        <p:tav tm="100000">
                                          <p:val>
                                            <p:strVal val="#ppt_x"/>
                                          </p:val>
                                        </p:tav>
                                      </p:tavLst>
                                    </p:anim>
                                    <p:anim calcmode="lin" valueType="num">
                                      <p:cBhvr additive="base">
                                        <p:cTn id="44" dur="500" fill="hold"/>
                                        <p:tgtEl>
                                          <p:spTgt spid="113733"/>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13734"/>
                                        </p:tgtEl>
                                        <p:attrNameLst>
                                          <p:attrName>style.visibility</p:attrName>
                                        </p:attrNameLst>
                                      </p:cBhvr>
                                      <p:to>
                                        <p:strVal val="visible"/>
                                      </p:to>
                                    </p:set>
                                    <p:anim calcmode="lin" valueType="num">
                                      <p:cBhvr additive="base">
                                        <p:cTn id="49" dur="500" fill="hold"/>
                                        <p:tgtEl>
                                          <p:spTgt spid="113734"/>
                                        </p:tgtEl>
                                        <p:attrNameLst>
                                          <p:attrName>ppt_x</p:attrName>
                                        </p:attrNameLst>
                                      </p:cBhvr>
                                      <p:tavLst>
                                        <p:tav tm="0">
                                          <p:val>
                                            <p:strVal val="0-#ppt_w/2"/>
                                          </p:val>
                                        </p:tav>
                                        <p:tav tm="100000">
                                          <p:val>
                                            <p:strVal val="#ppt_x"/>
                                          </p:val>
                                        </p:tav>
                                      </p:tavLst>
                                    </p:anim>
                                    <p:anim calcmode="lin" valueType="num">
                                      <p:cBhvr additive="base">
                                        <p:cTn id="50" dur="500" fill="hold"/>
                                        <p:tgtEl>
                                          <p:spTgt spid="113734"/>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13735"/>
                                        </p:tgtEl>
                                        <p:attrNameLst>
                                          <p:attrName>style.visibility</p:attrName>
                                        </p:attrNameLst>
                                      </p:cBhvr>
                                      <p:to>
                                        <p:strVal val="visible"/>
                                      </p:to>
                                    </p:set>
                                    <p:anim calcmode="lin" valueType="num">
                                      <p:cBhvr additive="base">
                                        <p:cTn id="55" dur="500" fill="hold"/>
                                        <p:tgtEl>
                                          <p:spTgt spid="113735"/>
                                        </p:tgtEl>
                                        <p:attrNameLst>
                                          <p:attrName>ppt_x</p:attrName>
                                        </p:attrNameLst>
                                      </p:cBhvr>
                                      <p:tavLst>
                                        <p:tav tm="0">
                                          <p:val>
                                            <p:strVal val="0-#ppt_w/2"/>
                                          </p:val>
                                        </p:tav>
                                        <p:tav tm="100000">
                                          <p:val>
                                            <p:strVal val="#ppt_x"/>
                                          </p:val>
                                        </p:tav>
                                      </p:tavLst>
                                    </p:anim>
                                    <p:anim calcmode="lin" valueType="num">
                                      <p:cBhvr additive="base">
                                        <p:cTn id="56" dur="500" fill="hold"/>
                                        <p:tgtEl>
                                          <p:spTgt spid="113735"/>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13736"/>
                                        </p:tgtEl>
                                        <p:attrNameLst>
                                          <p:attrName>style.visibility</p:attrName>
                                        </p:attrNameLst>
                                      </p:cBhvr>
                                      <p:to>
                                        <p:strVal val="visible"/>
                                      </p:to>
                                    </p:set>
                                    <p:anim calcmode="lin" valueType="num">
                                      <p:cBhvr additive="base">
                                        <p:cTn id="61" dur="500" fill="hold"/>
                                        <p:tgtEl>
                                          <p:spTgt spid="113736"/>
                                        </p:tgtEl>
                                        <p:attrNameLst>
                                          <p:attrName>ppt_x</p:attrName>
                                        </p:attrNameLst>
                                      </p:cBhvr>
                                      <p:tavLst>
                                        <p:tav tm="0">
                                          <p:val>
                                            <p:strVal val="0-#ppt_w/2"/>
                                          </p:val>
                                        </p:tav>
                                        <p:tav tm="100000">
                                          <p:val>
                                            <p:strVal val="#ppt_x"/>
                                          </p:val>
                                        </p:tav>
                                      </p:tavLst>
                                    </p:anim>
                                    <p:anim calcmode="lin" valueType="num">
                                      <p:cBhvr additive="base">
                                        <p:cTn id="62" dur="500" fill="hold"/>
                                        <p:tgtEl>
                                          <p:spTgt spid="113736"/>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13737"/>
                                        </p:tgtEl>
                                        <p:attrNameLst>
                                          <p:attrName>style.visibility</p:attrName>
                                        </p:attrNameLst>
                                      </p:cBhvr>
                                      <p:to>
                                        <p:strVal val="visible"/>
                                      </p:to>
                                    </p:set>
                                    <p:anim calcmode="lin" valueType="num">
                                      <p:cBhvr additive="base">
                                        <p:cTn id="67" dur="500" fill="hold"/>
                                        <p:tgtEl>
                                          <p:spTgt spid="113737"/>
                                        </p:tgtEl>
                                        <p:attrNameLst>
                                          <p:attrName>ppt_x</p:attrName>
                                        </p:attrNameLst>
                                      </p:cBhvr>
                                      <p:tavLst>
                                        <p:tav tm="0">
                                          <p:val>
                                            <p:strVal val="0-#ppt_w/2"/>
                                          </p:val>
                                        </p:tav>
                                        <p:tav tm="100000">
                                          <p:val>
                                            <p:strVal val="#ppt_x"/>
                                          </p:val>
                                        </p:tav>
                                      </p:tavLst>
                                    </p:anim>
                                    <p:anim calcmode="lin" valueType="num">
                                      <p:cBhvr additive="base">
                                        <p:cTn id="68" dur="500" fill="hold"/>
                                        <p:tgtEl>
                                          <p:spTgt spid="113737"/>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13738"/>
                                        </p:tgtEl>
                                        <p:attrNameLst>
                                          <p:attrName>style.visibility</p:attrName>
                                        </p:attrNameLst>
                                      </p:cBhvr>
                                      <p:to>
                                        <p:strVal val="visible"/>
                                      </p:to>
                                    </p:set>
                                    <p:anim calcmode="lin" valueType="num">
                                      <p:cBhvr additive="base">
                                        <p:cTn id="73" dur="500" fill="hold"/>
                                        <p:tgtEl>
                                          <p:spTgt spid="113738"/>
                                        </p:tgtEl>
                                        <p:attrNameLst>
                                          <p:attrName>ppt_x</p:attrName>
                                        </p:attrNameLst>
                                      </p:cBhvr>
                                      <p:tavLst>
                                        <p:tav tm="0">
                                          <p:val>
                                            <p:strVal val="0-#ppt_w/2"/>
                                          </p:val>
                                        </p:tav>
                                        <p:tav tm="100000">
                                          <p:val>
                                            <p:strVal val="#ppt_x"/>
                                          </p:val>
                                        </p:tav>
                                      </p:tavLst>
                                    </p:anim>
                                    <p:anim calcmode="lin" valueType="num">
                                      <p:cBhvr additive="base">
                                        <p:cTn id="74" dur="500" fill="hold"/>
                                        <p:tgtEl>
                                          <p:spTgt spid="113738"/>
                                        </p:tgtEl>
                                        <p:attrNameLst>
                                          <p:attrName>ppt_y</p:attrName>
                                        </p:attrNameLst>
                                      </p:cBhvr>
                                      <p:tavLst>
                                        <p:tav tm="0">
                                          <p:val>
                                            <p:strVal val="#ppt_y"/>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113739"/>
                                        </p:tgtEl>
                                        <p:attrNameLst>
                                          <p:attrName>style.visibility</p:attrName>
                                        </p:attrNameLst>
                                      </p:cBhvr>
                                      <p:to>
                                        <p:strVal val="visible"/>
                                      </p:to>
                                    </p:set>
                                    <p:anim calcmode="lin" valueType="num">
                                      <p:cBhvr additive="base">
                                        <p:cTn id="79" dur="500" fill="hold"/>
                                        <p:tgtEl>
                                          <p:spTgt spid="113739"/>
                                        </p:tgtEl>
                                        <p:attrNameLst>
                                          <p:attrName>ppt_x</p:attrName>
                                        </p:attrNameLst>
                                      </p:cBhvr>
                                      <p:tavLst>
                                        <p:tav tm="0">
                                          <p:val>
                                            <p:strVal val="0-#ppt_w/2"/>
                                          </p:val>
                                        </p:tav>
                                        <p:tav tm="100000">
                                          <p:val>
                                            <p:strVal val="#ppt_x"/>
                                          </p:val>
                                        </p:tav>
                                      </p:tavLst>
                                    </p:anim>
                                    <p:anim calcmode="lin" valueType="num">
                                      <p:cBhvr additive="base">
                                        <p:cTn id="80" dur="500" fill="hold"/>
                                        <p:tgtEl>
                                          <p:spTgt spid="113739"/>
                                        </p:tgtEl>
                                        <p:attrNameLst>
                                          <p:attrName>ppt_y</p:attrName>
                                        </p:attrNameLst>
                                      </p:cBhvr>
                                      <p:tavLst>
                                        <p:tav tm="0">
                                          <p:val>
                                            <p:strVal val="#ppt_y"/>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113740"/>
                                        </p:tgtEl>
                                        <p:attrNameLst>
                                          <p:attrName>style.visibility</p:attrName>
                                        </p:attrNameLst>
                                      </p:cBhvr>
                                      <p:to>
                                        <p:strVal val="visible"/>
                                      </p:to>
                                    </p:set>
                                    <p:anim calcmode="lin" valueType="num">
                                      <p:cBhvr additive="base">
                                        <p:cTn id="85" dur="500" fill="hold"/>
                                        <p:tgtEl>
                                          <p:spTgt spid="113740"/>
                                        </p:tgtEl>
                                        <p:attrNameLst>
                                          <p:attrName>ppt_x</p:attrName>
                                        </p:attrNameLst>
                                      </p:cBhvr>
                                      <p:tavLst>
                                        <p:tav tm="0">
                                          <p:val>
                                            <p:strVal val="0-#ppt_w/2"/>
                                          </p:val>
                                        </p:tav>
                                        <p:tav tm="100000">
                                          <p:val>
                                            <p:strVal val="#ppt_x"/>
                                          </p:val>
                                        </p:tav>
                                      </p:tavLst>
                                    </p:anim>
                                    <p:anim calcmode="lin" valueType="num">
                                      <p:cBhvr additive="base">
                                        <p:cTn id="86" dur="500" fill="hold"/>
                                        <p:tgtEl>
                                          <p:spTgt spid="113740"/>
                                        </p:tgtEl>
                                        <p:attrNameLst>
                                          <p:attrName>ppt_y</p:attrName>
                                        </p:attrNameLst>
                                      </p:cBhvr>
                                      <p:tavLst>
                                        <p:tav tm="0">
                                          <p:val>
                                            <p:strVal val="#ppt_y"/>
                                          </p:val>
                                        </p:tav>
                                        <p:tav tm="100000">
                                          <p:val>
                                            <p:strVal val="#ppt_y"/>
                                          </p:val>
                                        </p:tav>
                                      </p:tavLst>
                                    </p:anim>
                                  </p:childTnLst>
                                </p:cTn>
                              </p:par>
                            </p:childTnLst>
                          </p:cTn>
                        </p:par>
                      </p:childTnLst>
                    </p:cTn>
                  </p:par>
                  <p:par>
                    <p:cTn id="87" fill="hold" nodeType="clickPar">
                      <p:stCondLst>
                        <p:cond delay="indefinite"/>
                      </p:stCondLst>
                      <p:childTnLst>
                        <p:par>
                          <p:cTn id="88" fill="hold" nodeType="withGroup">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113741"/>
                                        </p:tgtEl>
                                        <p:attrNameLst>
                                          <p:attrName>style.visibility</p:attrName>
                                        </p:attrNameLst>
                                      </p:cBhvr>
                                      <p:to>
                                        <p:strVal val="visible"/>
                                      </p:to>
                                    </p:set>
                                    <p:anim calcmode="lin" valueType="num">
                                      <p:cBhvr additive="base">
                                        <p:cTn id="91" dur="500" fill="hold"/>
                                        <p:tgtEl>
                                          <p:spTgt spid="113741"/>
                                        </p:tgtEl>
                                        <p:attrNameLst>
                                          <p:attrName>ppt_x</p:attrName>
                                        </p:attrNameLst>
                                      </p:cBhvr>
                                      <p:tavLst>
                                        <p:tav tm="0">
                                          <p:val>
                                            <p:strVal val="0-#ppt_w/2"/>
                                          </p:val>
                                        </p:tav>
                                        <p:tav tm="100000">
                                          <p:val>
                                            <p:strVal val="#ppt_x"/>
                                          </p:val>
                                        </p:tav>
                                      </p:tavLst>
                                    </p:anim>
                                    <p:anim calcmode="lin" valueType="num">
                                      <p:cBhvr additive="base">
                                        <p:cTn id="92" dur="500" fill="hold"/>
                                        <p:tgtEl>
                                          <p:spTgt spid="113741"/>
                                        </p:tgtEl>
                                        <p:attrNameLst>
                                          <p:attrName>ppt_y</p:attrName>
                                        </p:attrNameLst>
                                      </p:cBhvr>
                                      <p:tavLst>
                                        <p:tav tm="0">
                                          <p:val>
                                            <p:strVal val="#ppt_y"/>
                                          </p:val>
                                        </p:tav>
                                        <p:tav tm="100000">
                                          <p:val>
                                            <p:strVal val="#ppt_y"/>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113742"/>
                                        </p:tgtEl>
                                        <p:attrNameLst>
                                          <p:attrName>style.visibility</p:attrName>
                                        </p:attrNameLst>
                                      </p:cBhvr>
                                      <p:to>
                                        <p:strVal val="visible"/>
                                      </p:to>
                                    </p:set>
                                    <p:anim calcmode="lin" valueType="num">
                                      <p:cBhvr additive="base">
                                        <p:cTn id="97" dur="500" fill="hold"/>
                                        <p:tgtEl>
                                          <p:spTgt spid="113742"/>
                                        </p:tgtEl>
                                        <p:attrNameLst>
                                          <p:attrName>ppt_x</p:attrName>
                                        </p:attrNameLst>
                                      </p:cBhvr>
                                      <p:tavLst>
                                        <p:tav tm="0">
                                          <p:val>
                                            <p:strVal val="0-#ppt_w/2"/>
                                          </p:val>
                                        </p:tav>
                                        <p:tav tm="100000">
                                          <p:val>
                                            <p:strVal val="#ppt_x"/>
                                          </p:val>
                                        </p:tav>
                                      </p:tavLst>
                                    </p:anim>
                                    <p:anim calcmode="lin" valueType="num">
                                      <p:cBhvr additive="base">
                                        <p:cTn id="98" dur="500" fill="hold"/>
                                        <p:tgtEl>
                                          <p:spTgt spid="113742"/>
                                        </p:tgtEl>
                                        <p:attrNameLst>
                                          <p:attrName>ppt_y</p:attrName>
                                        </p:attrNameLst>
                                      </p:cBhvr>
                                      <p:tavLst>
                                        <p:tav tm="0">
                                          <p:val>
                                            <p:strVal val="#ppt_y"/>
                                          </p:val>
                                        </p:tav>
                                        <p:tav tm="100000">
                                          <p:val>
                                            <p:strVal val="#ppt_y"/>
                                          </p:val>
                                        </p:tav>
                                      </p:tavLst>
                                    </p:anim>
                                  </p:childTnLst>
                                </p:cTn>
                              </p:par>
                            </p:childTnLst>
                          </p:cTn>
                        </p:par>
                      </p:childTnLst>
                    </p:cTn>
                  </p:par>
                  <p:par>
                    <p:cTn id="99" fill="hold" nodeType="clickPar">
                      <p:stCondLst>
                        <p:cond delay="indefinite"/>
                      </p:stCondLst>
                      <p:childTnLst>
                        <p:par>
                          <p:cTn id="100" fill="hold" nodeType="withGroup">
                            <p:stCondLst>
                              <p:cond delay="0"/>
                            </p:stCondLst>
                            <p:childTnLst>
                              <p:par>
                                <p:cTn id="101" presetID="2" presetClass="entr" presetSubtype="8" fill="hold" grpId="0" nodeType="clickEffect">
                                  <p:stCondLst>
                                    <p:cond delay="0"/>
                                  </p:stCondLst>
                                  <p:childTnLst>
                                    <p:set>
                                      <p:cBhvr>
                                        <p:cTn id="102" dur="1" fill="hold">
                                          <p:stCondLst>
                                            <p:cond delay="0"/>
                                          </p:stCondLst>
                                        </p:cTn>
                                        <p:tgtEl>
                                          <p:spTgt spid="113743"/>
                                        </p:tgtEl>
                                        <p:attrNameLst>
                                          <p:attrName>style.visibility</p:attrName>
                                        </p:attrNameLst>
                                      </p:cBhvr>
                                      <p:to>
                                        <p:strVal val="visible"/>
                                      </p:to>
                                    </p:set>
                                    <p:anim calcmode="lin" valueType="num">
                                      <p:cBhvr additive="base">
                                        <p:cTn id="103" dur="500" fill="hold"/>
                                        <p:tgtEl>
                                          <p:spTgt spid="113743"/>
                                        </p:tgtEl>
                                        <p:attrNameLst>
                                          <p:attrName>ppt_x</p:attrName>
                                        </p:attrNameLst>
                                      </p:cBhvr>
                                      <p:tavLst>
                                        <p:tav tm="0">
                                          <p:val>
                                            <p:strVal val="0-#ppt_w/2"/>
                                          </p:val>
                                        </p:tav>
                                        <p:tav tm="100000">
                                          <p:val>
                                            <p:strVal val="#ppt_x"/>
                                          </p:val>
                                        </p:tav>
                                      </p:tavLst>
                                    </p:anim>
                                    <p:anim calcmode="lin" valueType="num">
                                      <p:cBhvr additive="base">
                                        <p:cTn id="104" dur="500" fill="hold"/>
                                        <p:tgtEl>
                                          <p:spTgt spid="113743"/>
                                        </p:tgtEl>
                                        <p:attrNameLst>
                                          <p:attrName>ppt_y</p:attrName>
                                        </p:attrNameLst>
                                      </p:cBhvr>
                                      <p:tavLst>
                                        <p:tav tm="0">
                                          <p:val>
                                            <p:strVal val="#ppt_y"/>
                                          </p:val>
                                        </p:tav>
                                        <p:tav tm="100000">
                                          <p:val>
                                            <p:strVal val="#ppt_y"/>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 presetClass="entr" presetSubtype="8" fill="hold" grpId="0" nodeType="clickEffect">
                                  <p:stCondLst>
                                    <p:cond delay="0"/>
                                  </p:stCondLst>
                                  <p:childTnLst>
                                    <p:set>
                                      <p:cBhvr>
                                        <p:cTn id="108" dur="1" fill="hold">
                                          <p:stCondLst>
                                            <p:cond delay="0"/>
                                          </p:stCondLst>
                                        </p:cTn>
                                        <p:tgtEl>
                                          <p:spTgt spid="113744"/>
                                        </p:tgtEl>
                                        <p:attrNameLst>
                                          <p:attrName>style.visibility</p:attrName>
                                        </p:attrNameLst>
                                      </p:cBhvr>
                                      <p:to>
                                        <p:strVal val="visible"/>
                                      </p:to>
                                    </p:set>
                                    <p:anim calcmode="lin" valueType="num">
                                      <p:cBhvr additive="base">
                                        <p:cTn id="109" dur="500" fill="hold"/>
                                        <p:tgtEl>
                                          <p:spTgt spid="113744"/>
                                        </p:tgtEl>
                                        <p:attrNameLst>
                                          <p:attrName>ppt_x</p:attrName>
                                        </p:attrNameLst>
                                      </p:cBhvr>
                                      <p:tavLst>
                                        <p:tav tm="0">
                                          <p:val>
                                            <p:strVal val="0-#ppt_w/2"/>
                                          </p:val>
                                        </p:tav>
                                        <p:tav tm="100000">
                                          <p:val>
                                            <p:strVal val="#ppt_x"/>
                                          </p:val>
                                        </p:tav>
                                      </p:tavLst>
                                    </p:anim>
                                    <p:anim calcmode="lin" valueType="num">
                                      <p:cBhvr additive="base">
                                        <p:cTn id="110" dur="500" fill="hold"/>
                                        <p:tgtEl>
                                          <p:spTgt spid="113744"/>
                                        </p:tgtEl>
                                        <p:attrNameLst>
                                          <p:attrName>ppt_y</p:attrName>
                                        </p:attrNameLst>
                                      </p:cBhvr>
                                      <p:tavLst>
                                        <p:tav tm="0">
                                          <p:val>
                                            <p:strVal val="#ppt_y"/>
                                          </p:val>
                                        </p:tav>
                                        <p:tav tm="100000">
                                          <p:val>
                                            <p:strVal val="#ppt_y"/>
                                          </p:val>
                                        </p:tav>
                                      </p:tavLst>
                                    </p:anim>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 presetClass="entr" presetSubtype="8" fill="hold" grpId="0" nodeType="clickEffect">
                                  <p:stCondLst>
                                    <p:cond delay="0"/>
                                  </p:stCondLst>
                                  <p:childTnLst>
                                    <p:set>
                                      <p:cBhvr>
                                        <p:cTn id="114" dur="1" fill="hold">
                                          <p:stCondLst>
                                            <p:cond delay="0"/>
                                          </p:stCondLst>
                                        </p:cTn>
                                        <p:tgtEl>
                                          <p:spTgt spid="113745"/>
                                        </p:tgtEl>
                                        <p:attrNameLst>
                                          <p:attrName>style.visibility</p:attrName>
                                        </p:attrNameLst>
                                      </p:cBhvr>
                                      <p:to>
                                        <p:strVal val="visible"/>
                                      </p:to>
                                    </p:set>
                                    <p:anim calcmode="lin" valueType="num">
                                      <p:cBhvr additive="base">
                                        <p:cTn id="115" dur="500" fill="hold"/>
                                        <p:tgtEl>
                                          <p:spTgt spid="113745"/>
                                        </p:tgtEl>
                                        <p:attrNameLst>
                                          <p:attrName>ppt_x</p:attrName>
                                        </p:attrNameLst>
                                      </p:cBhvr>
                                      <p:tavLst>
                                        <p:tav tm="0">
                                          <p:val>
                                            <p:strVal val="0-#ppt_w/2"/>
                                          </p:val>
                                        </p:tav>
                                        <p:tav tm="100000">
                                          <p:val>
                                            <p:strVal val="#ppt_x"/>
                                          </p:val>
                                        </p:tav>
                                      </p:tavLst>
                                    </p:anim>
                                    <p:anim calcmode="lin" valueType="num">
                                      <p:cBhvr additive="base">
                                        <p:cTn id="116" dur="500" fill="hold"/>
                                        <p:tgtEl>
                                          <p:spTgt spid="113745"/>
                                        </p:tgtEl>
                                        <p:attrNameLst>
                                          <p:attrName>ppt_y</p:attrName>
                                        </p:attrNameLst>
                                      </p:cBhvr>
                                      <p:tavLst>
                                        <p:tav tm="0">
                                          <p:val>
                                            <p:strVal val="#ppt_y"/>
                                          </p:val>
                                        </p:tav>
                                        <p:tav tm="100000">
                                          <p:val>
                                            <p:strVal val="#ppt_y"/>
                                          </p:val>
                                        </p:tav>
                                      </p:tavLst>
                                    </p:anim>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 presetClass="entr" presetSubtype="8" fill="hold" grpId="0" nodeType="clickEffect">
                                  <p:stCondLst>
                                    <p:cond delay="0"/>
                                  </p:stCondLst>
                                  <p:childTnLst>
                                    <p:set>
                                      <p:cBhvr>
                                        <p:cTn id="120" dur="1" fill="hold">
                                          <p:stCondLst>
                                            <p:cond delay="0"/>
                                          </p:stCondLst>
                                        </p:cTn>
                                        <p:tgtEl>
                                          <p:spTgt spid="113746"/>
                                        </p:tgtEl>
                                        <p:attrNameLst>
                                          <p:attrName>style.visibility</p:attrName>
                                        </p:attrNameLst>
                                      </p:cBhvr>
                                      <p:to>
                                        <p:strVal val="visible"/>
                                      </p:to>
                                    </p:set>
                                    <p:anim calcmode="lin" valueType="num">
                                      <p:cBhvr additive="base">
                                        <p:cTn id="121" dur="500" fill="hold"/>
                                        <p:tgtEl>
                                          <p:spTgt spid="113746"/>
                                        </p:tgtEl>
                                        <p:attrNameLst>
                                          <p:attrName>ppt_x</p:attrName>
                                        </p:attrNameLst>
                                      </p:cBhvr>
                                      <p:tavLst>
                                        <p:tav tm="0">
                                          <p:val>
                                            <p:strVal val="0-#ppt_w/2"/>
                                          </p:val>
                                        </p:tav>
                                        <p:tav tm="100000">
                                          <p:val>
                                            <p:strVal val="#ppt_x"/>
                                          </p:val>
                                        </p:tav>
                                      </p:tavLst>
                                    </p:anim>
                                    <p:anim calcmode="lin" valueType="num">
                                      <p:cBhvr additive="base">
                                        <p:cTn id="122" dur="500" fill="hold"/>
                                        <p:tgtEl>
                                          <p:spTgt spid="1137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727" grpId="0" autoUpdateAnimBg="0"/>
      <p:bldP spid="113728" grpId="0" autoUpdateAnimBg="0"/>
      <p:bldP spid="113729" grpId="0" autoUpdateAnimBg="0"/>
      <p:bldP spid="113730" grpId="0" autoUpdateAnimBg="0"/>
      <p:bldP spid="113731" grpId="0" autoUpdateAnimBg="0"/>
      <p:bldP spid="113732" grpId="0" autoUpdateAnimBg="0"/>
      <p:bldP spid="113733" grpId="0" autoUpdateAnimBg="0"/>
      <p:bldP spid="113734" grpId="0" autoUpdateAnimBg="0"/>
      <p:bldP spid="113735" grpId="0" autoUpdateAnimBg="0"/>
      <p:bldP spid="113736" grpId="0" autoUpdateAnimBg="0"/>
      <p:bldP spid="113737" grpId="0" autoUpdateAnimBg="0"/>
      <p:bldP spid="113738" grpId="0" autoUpdateAnimBg="0"/>
      <p:bldP spid="113739" grpId="0" autoUpdateAnimBg="0"/>
      <p:bldP spid="113740" grpId="0" autoUpdateAnimBg="0"/>
      <p:bldP spid="113741" grpId="0" autoUpdateAnimBg="0"/>
      <p:bldP spid="113742" grpId="0" autoUpdateAnimBg="0"/>
      <p:bldP spid="113743" grpId="0" autoUpdateAnimBg="0"/>
      <p:bldP spid="113744" grpId="0" autoUpdateAnimBg="0"/>
      <p:bldP spid="113745" grpId="0" autoUpdateAnimBg="0"/>
      <p:bldP spid="113746"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58" name="Object 2" descr="信纸">
            <a:extLst>
              <a:ext uri="{FF2B5EF4-FFF2-40B4-BE49-F238E27FC236}">
                <a16:creationId xmlns:a16="http://schemas.microsoft.com/office/drawing/2014/main" id="{5109ECC2-7E5A-4C17-9D66-C129EF79578A}"/>
              </a:ext>
            </a:extLst>
          </p:cNvPr>
          <p:cNvGraphicFramePr>
            <a:graphicFrameLocks noChangeAspect="1"/>
          </p:cNvGraphicFramePr>
          <p:nvPr/>
        </p:nvGraphicFramePr>
        <p:xfrm>
          <a:off x="38100" y="842963"/>
          <a:ext cx="9067800" cy="5172075"/>
        </p:xfrm>
        <a:graphic>
          <a:graphicData uri="http://schemas.openxmlformats.org/presentationml/2006/ole">
            <mc:AlternateContent xmlns:mc="http://schemas.openxmlformats.org/markup-compatibility/2006">
              <mc:Choice xmlns:v="urn:schemas-microsoft-com:vml" Requires="v">
                <p:oleObj spid="_x0000_s23568" name="AutoCAD Drawing" r:id="rId3" imgW="9067800" imgH="5172075" progId="AutoCAD.Drawing.16">
                  <p:embed/>
                </p:oleObj>
              </mc:Choice>
              <mc:Fallback>
                <p:oleObj name="AutoCAD Drawing" r:id="rId3" imgW="9067800" imgH="5172075" progId="AutoCAD.Drawing.16">
                  <p:embed/>
                  <p:pic>
                    <p:nvPicPr>
                      <p:cNvPr id="19458" name="Object 2" descr="信纸">
                        <a:extLst>
                          <a:ext uri="{FF2B5EF4-FFF2-40B4-BE49-F238E27FC236}">
                            <a16:creationId xmlns:a16="http://schemas.microsoft.com/office/drawing/2014/main" id="{5109ECC2-7E5A-4C17-9D66-C129EF7957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 y="842963"/>
                        <a:ext cx="9067800" cy="5172075"/>
                      </a:xfrm>
                      <a:prstGeom prst="rect">
                        <a:avLst/>
                      </a:prstGeom>
                      <a:blipFill dpi="0" rotWithShape="0">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4691" name="Rectangle 3">
            <a:extLst>
              <a:ext uri="{FF2B5EF4-FFF2-40B4-BE49-F238E27FC236}">
                <a16:creationId xmlns:a16="http://schemas.microsoft.com/office/drawing/2014/main" id="{150AD2F7-4623-4C23-9E79-1C28824AD645}"/>
              </a:ext>
            </a:extLst>
          </p:cNvPr>
          <p:cNvSpPr>
            <a:spLocks noChangeArrowheads="1"/>
          </p:cNvSpPr>
          <p:nvPr/>
        </p:nvSpPr>
        <p:spPr bwMode="auto">
          <a:xfrm>
            <a:off x="1905000" y="26670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4692" name="Rectangle 4">
            <a:extLst>
              <a:ext uri="{FF2B5EF4-FFF2-40B4-BE49-F238E27FC236}">
                <a16:creationId xmlns:a16="http://schemas.microsoft.com/office/drawing/2014/main" id="{2A9BDE69-1F1F-43BD-BAC9-6B0A57F65EAE}"/>
              </a:ext>
            </a:extLst>
          </p:cNvPr>
          <p:cNvSpPr>
            <a:spLocks noChangeArrowheads="1"/>
          </p:cNvSpPr>
          <p:nvPr/>
        </p:nvSpPr>
        <p:spPr bwMode="auto">
          <a:xfrm>
            <a:off x="1905000" y="29718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4693" name="Rectangle 5">
            <a:extLst>
              <a:ext uri="{FF2B5EF4-FFF2-40B4-BE49-F238E27FC236}">
                <a16:creationId xmlns:a16="http://schemas.microsoft.com/office/drawing/2014/main" id="{D9C6885D-936C-499C-9E0F-A5FF8A33074B}"/>
              </a:ext>
            </a:extLst>
          </p:cNvPr>
          <p:cNvSpPr>
            <a:spLocks noChangeArrowheads="1"/>
          </p:cNvSpPr>
          <p:nvPr/>
        </p:nvSpPr>
        <p:spPr bwMode="auto">
          <a:xfrm>
            <a:off x="2971800" y="12192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50</a:t>
            </a:r>
            <a:endParaRPr lang="en-US" altLang="zh-CN">
              <a:solidFill>
                <a:schemeClr val="bg2"/>
              </a:solidFill>
              <a:latin typeface="Times New Roman" panose="02020603050405020304" pitchFamily="18" charset="0"/>
            </a:endParaRPr>
          </a:p>
        </p:txBody>
      </p:sp>
      <p:sp>
        <p:nvSpPr>
          <p:cNvPr id="114694" name="Rectangle 6">
            <a:extLst>
              <a:ext uri="{FF2B5EF4-FFF2-40B4-BE49-F238E27FC236}">
                <a16:creationId xmlns:a16="http://schemas.microsoft.com/office/drawing/2014/main" id="{79F69EE9-992D-4448-BF9E-CD418250327F}"/>
              </a:ext>
            </a:extLst>
          </p:cNvPr>
          <p:cNvSpPr>
            <a:spLocks noChangeArrowheads="1"/>
          </p:cNvSpPr>
          <p:nvPr/>
        </p:nvSpPr>
        <p:spPr bwMode="auto">
          <a:xfrm>
            <a:off x="2971800" y="15240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4695" name="Rectangle 7">
            <a:extLst>
              <a:ext uri="{FF2B5EF4-FFF2-40B4-BE49-F238E27FC236}">
                <a16:creationId xmlns:a16="http://schemas.microsoft.com/office/drawing/2014/main" id="{8490CABF-7E32-4031-9923-BFB133C43F49}"/>
              </a:ext>
            </a:extLst>
          </p:cNvPr>
          <p:cNvSpPr>
            <a:spLocks noChangeArrowheads="1"/>
          </p:cNvSpPr>
          <p:nvPr/>
        </p:nvSpPr>
        <p:spPr bwMode="auto">
          <a:xfrm>
            <a:off x="3429000" y="25146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20</a:t>
            </a:r>
            <a:endParaRPr lang="en-US" altLang="zh-CN">
              <a:solidFill>
                <a:schemeClr val="bg2"/>
              </a:solidFill>
              <a:latin typeface="Times New Roman" panose="02020603050405020304" pitchFamily="18" charset="0"/>
            </a:endParaRPr>
          </a:p>
        </p:txBody>
      </p:sp>
      <p:sp>
        <p:nvSpPr>
          <p:cNvPr id="114696" name="Rectangle 8">
            <a:extLst>
              <a:ext uri="{FF2B5EF4-FFF2-40B4-BE49-F238E27FC236}">
                <a16:creationId xmlns:a16="http://schemas.microsoft.com/office/drawing/2014/main" id="{6F07EB76-53DD-4324-BD14-91F24AD72074}"/>
              </a:ext>
            </a:extLst>
          </p:cNvPr>
          <p:cNvSpPr>
            <a:spLocks noChangeArrowheads="1"/>
          </p:cNvSpPr>
          <p:nvPr/>
        </p:nvSpPr>
        <p:spPr bwMode="auto">
          <a:xfrm>
            <a:off x="3429000" y="28194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4697" name="Rectangle 9">
            <a:extLst>
              <a:ext uri="{FF2B5EF4-FFF2-40B4-BE49-F238E27FC236}">
                <a16:creationId xmlns:a16="http://schemas.microsoft.com/office/drawing/2014/main" id="{51352D16-13F5-4AFE-A940-44424A82DBBE}"/>
              </a:ext>
            </a:extLst>
          </p:cNvPr>
          <p:cNvSpPr>
            <a:spLocks noChangeArrowheads="1"/>
          </p:cNvSpPr>
          <p:nvPr/>
        </p:nvSpPr>
        <p:spPr bwMode="auto">
          <a:xfrm>
            <a:off x="3352800" y="42672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4698" name="Rectangle 10">
            <a:extLst>
              <a:ext uri="{FF2B5EF4-FFF2-40B4-BE49-F238E27FC236}">
                <a16:creationId xmlns:a16="http://schemas.microsoft.com/office/drawing/2014/main" id="{F58CA84D-164B-4412-9D47-56B82E8A34A8}"/>
              </a:ext>
            </a:extLst>
          </p:cNvPr>
          <p:cNvSpPr>
            <a:spLocks noChangeArrowheads="1"/>
          </p:cNvSpPr>
          <p:nvPr/>
        </p:nvSpPr>
        <p:spPr bwMode="auto">
          <a:xfrm>
            <a:off x="3352800" y="45720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4699" name="Rectangle 11">
            <a:extLst>
              <a:ext uri="{FF2B5EF4-FFF2-40B4-BE49-F238E27FC236}">
                <a16:creationId xmlns:a16="http://schemas.microsoft.com/office/drawing/2014/main" id="{21F036FF-9BD5-48E0-8439-8293E996EF2E}"/>
              </a:ext>
            </a:extLst>
          </p:cNvPr>
          <p:cNvSpPr>
            <a:spLocks noChangeArrowheads="1"/>
          </p:cNvSpPr>
          <p:nvPr/>
        </p:nvSpPr>
        <p:spPr bwMode="auto">
          <a:xfrm>
            <a:off x="4953000" y="25146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20</a:t>
            </a:r>
            <a:endParaRPr lang="en-US" altLang="zh-CN">
              <a:solidFill>
                <a:schemeClr val="bg2"/>
              </a:solidFill>
              <a:latin typeface="Times New Roman" panose="02020603050405020304" pitchFamily="18" charset="0"/>
            </a:endParaRPr>
          </a:p>
        </p:txBody>
      </p:sp>
      <p:sp>
        <p:nvSpPr>
          <p:cNvPr id="114700" name="Rectangle 12">
            <a:extLst>
              <a:ext uri="{FF2B5EF4-FFF2-40B4-BE49-F238E27FC236}">
                <a16:creationId xmlns:a16="http://schemas.microsoft.com/office/drawing/2014/main" id="{F009AAB6-87FB-4290-AA7F-970FB1CD8FA8}"/>
              </a:ext>
            </a:extLst>
          </p:cNvPr>
          <p:cNvSpPr>
            <a:spLocks noChangeArrowheads="1"/>
          </p:cNvSpPr>
          <p:nvPr/>
        </p:nvSpPr>
        <p:spPr bwMode="auto">
          <a:xfrm>
            <a:off x="4953000" y="28194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4701" name="Rectangle 13">
            <a:extLst>
              <a:ext uri="{FF2B5EF4-FFF2-40B4-BE49-F238E27FC236}">
                <a16:creationId xmlns:a16="http://schemas.microsoft.com/office/drawing/2014/main" id="{84A8B62F-6250-4ED9-BAB0-0B5A5EC18DCF}"/>
              </a:ext>
            </a:extLst>
          </p:cNvPr>
          <p:cNvSpPr>
            <a:spLocks noChangeArrowheads="1"/>
          </p:cNvSpPr>
          <p:nvPr/>
        </p:nvSpPr>
        <p:spPr bwMode="auto">
          <a:xfrm>
            <a:off x="4876800" y="42672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4702" name="Rectangle 14">
            <a:extLst>
              <a:ext uri="{FF2B5EF4-FFF2-40B4-BE49-F238E27FC236}">
                <a16:creationId xmlns:a16="http://schemas.microsoft.com/office/drawing/2014/main" id="{4DEB4111-9845-4C15-9EEC-094FA8EF8EC9}"/>
              </a:ext>
            </a:extLst>
          </p:cNvPr>
          <p:cNvSpPr>
            <a:spLocks noChangeArrowheads="1"/>
          </p:cNvSpPr>
          <p:nvPr/>
        </p:nvSpPr>
        <p:spPr bwMode="auto">
          <a:xfrm>
            <a:off x="4876800" y="45720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4703" name="Rectangle 15">
            <a:extLst>
              <a:ext uri="{FF2B5EF4-FFF2-40B4-BE49-F238E27FC236}">
                <a16:creationId xmlns:a16="http://schemas.microsoft.com/office/drawing/2014/main" id="{835C43F6-735D-4D43-A457-D5D288B2E526}"/>
              </a:ext>
            </a:extLst>
          </p:cNvPr>
          <p:cNvSpPr>
            <a:spLocks noChangeArrowheads="1"/>
          </p:cNvSpPr>
          <p:nvPr/>
        </p:nvSpPr>
        <p:spPr bwMode="auto">
          <a:xfrm>
            <a:off x="4800600" y="990600"/>
            <a:ext cx="307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40</a:t>
            </a:r>
            <a:endParaRPr lang="en-US" altLang="zh-CN">
              <a:solidFill>
                <a:schemeClr val="bg2"/>
              </a:solidFill>
              <a:latin typeface="Times New Roman" panose="02020603050405020304" pitchFamily="18" charset="0"/>
            </a:endParaRPr>
          </a:p>
        </p:txBody>
      </p:sp>
      <p:sp>
        <p:nvSpPr>
          <p:cNvPr id="114704" name="Rectangle 16">
            <a:extLst>
              <a:ext uri="{FF2B5EF4-FFF2-40B4-BE49-F238E27FC236}">
                <a16:creationId xmlns:a16="http://schemas.microsoft.com/office/drawing/2014/main" id="{FA6B11E4-4EB8-46BF-8512-36824F16E058}"/>
              </a:ext>
            </a:extLst>
          </p:cNvPr>
          <p:cNvSpPr>
            <a:spLocks noChangeArrowheads="1"/>
          </p:cNvSpPr>
          <p:nvPr/>
        </p:nvSpPr>
        <p:spPr bwMode="auto">
          <a:xfrm>
            <a:off x="4800600" y="12954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4705" name="Rectangle 17">
            <a:extLst>
              <a:ext uri="{FF2B5EF4-FFF2-40B4-BE49-F238E27FC236}">
                <a16:creationId xmlns:a16="http://schemas.microsoft.com/office/drawing/2014/main" id="{46A03107-D83B-4868-8F5A-FFE36364FD4B}"/>
              </a:ext>
            </a:extLst>
          </p:cNvPr>
          <p:cNvSpPr>
            <a:spLocks noChangeArrowheads="1"/>
          </p:cNvSpPr>
          <p:nvPr/>
        </p:nvSpPr>
        <p:spPr bwMode="auto">
          <a:xfrm>
            <a:off x="6705600" y="12192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4706" name="Rectangle 18">
            <a:extLst>
              <a:ext uri="{FF2B5EF4-FFF2-40B4-BE49-F238E27FC236}">
                <a16:creationId xmlns:a16="http://schemas.microsoft.com/office/drawing/2014/main" id="{42C87ED0-158C-4C18-A95A-0D14C15D3AFE}"/>
              </a:ext>
            </a:extLst>
          </p:cNvPr>
          <p:cNvSpPr>
            <a:spLocks noChangeArrowheads="1"/>
          </p:cNvSpPr>
          <p:nvPr/>
        </p:nvSpPr>
        <p:spPr bwMode="auto">
          <a:xfrm>
            <a:off x="6705600" y="15240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4707" name="Rectangle 19">
            <a:extLst>
              <a:ext uri="{FF2B5EF4-FFF2-40B4-BE49-F238E27FC236}">
                <a16:creationId xmlns:a16="http://schemas.microsoft.com/office/drawing/2014/main" id="{26685D15-CE6A-4880-9434-11ED536A82E8}"/>
              </a:ext>
            </a:extLst>
          </p:cNvPr>
          <p:cNvSpPr>
            <a:spLocks noChangeArrowheads="1"/>
          </p:cNvSpPr>
          <p:nvPr/>
        </p:nvSpPr>
        <p:spPr bwMode="auto">
          <a:xfrm>
            <a:off x="6477000" y="42672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4708" name="Rectangle 20">
            <a:extLst>
              <a:ext uri="{FF2B5EF4-FFF2-40B4-BE49-F238E27FC236}">
                <a16:creationId xmlns:a16="http://schemas.microsoft.com/office/drawing/2014/main" id="{49BFAAAF-6DDF-4BF5-A87F-92C2AF4EF615}"/>
              </a:ext>
            </a:extLst>
          </p:cNvPr>
          <p:cNvSpPr>
            <a:spLocks noChangeArrowheads="1"/>
          </p:cNvSpPr>
          <p:nvPr/>
        </p:nvSpPr>
        <p:spPr bwMode="auto">
          <a:xfrm>
            <a:off x="6477000" y="45720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4709" name="Rectangle 21">
            <a:extLst>
              <a:ext uri="{FF2B5EF4-FFF2-40B4-BE49-F238E27FC236}">
                <a16:creationId xmlns:a16="http://schemas.microsoft.com/office/drawing/2014/main" id="{7DC71A83-E416-493E-92EA-24B4F360067B}"/>
              </a:ext>
            </a:extLst>
          </p:cNvPr>
          <p:cNvSpPr>
            <a:spLocks noChangeArrowheads="1"/>
          </p:cNvSpPr>
          <p:nvPr/>
        </p:nvSpPr>
        <p:spPr bwMode="auto">
          <a:xfrm>
            <a:off x="7924800" y="25908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sp>
        <p:nvSpPr>
          <p:cNvPr id="114710" name="Rectangle 22">
            <a:extLst>
              <a:ext uri="{FF2B5EF4-FFF2-40B4-BE49-F238E27FC236}">
                <a16:creationId xmlns:a16="http://schemas.microsoft.com/office/drawing/2014/main" id="{7742D68C-B6A7-424D-A666-480137A19234}"/>
              </a:ext>
            </a:extLst>
          </p:cNvPr>
          <p:cNvSpPr>
            <a:spLocks noChangeArrowheads="1"/>
          </p:cNvSpPr>
          <p:nvPr/>
        </p:nvSpPr>
        <p:spPr bwMode="auto">
          <a:xfrm>
            <a:off x="7924800" y="2895600"/>
            <a:ext cx="153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b="1">
                <a:solidFill>
                  <a:schemeClr val="bg2"/>
                </a:solidFill>
                <a:latin typeface="宋体" panose="02010600030101010101" pitchFamily="2" charset="-122"/>
              </a:rPr>
              <a:t>0</a:t>
            </a:r>
            <a:endParaRPr lang="en-US" altLang="zh-CN">
              <a:solidFill>
                <a:schemeClr val="bg2"/>
              </a:solidFill>
              <a:latin typeface="Times New Roman" panose="02020603050405020304" pitchFamily="18" charset="0"/>
            </a:endParaRPr>
          </a:p>
        </p:txBody>
      </p:sp>
      <p:graphicFrame>
        <p:nvGraphicFramePr>
          <p:cNvPr id="114711" name="Object 23">
            <a:extLst>
              <a:ext uri="{FF2B5EF4-FFF2-40B4-BE49-F238E27FC236}">
                <a16:creationId xmlns:a16="http://schemas.microsoft.com/office/drawing/2014/main" id="{30F1F432-A459-4127-9497-BD1FCC5204B9}"/>
              </a:ext>
            </a:extLst>
          </p:cNvPr>
          <p:cNvGraphicFramePr>
            <a:graphicFrameLocks noChangeAspect="1"/>
          </p:cNvGraphicFramePr>
          <p:nvPr/>
        </p:nvGraphicFramePr>
        <p:xfrm>
          <a:off x="38100" y="842963"/>
          <a:ext cx="9067800" cy="5172075"/>
        </p:xfrm>
        <a:graphic>
          <a:graphicData uri="http://schemas.openxmlformats.org/presentationml/2006/ole">
            <mc:AlternateContent xmlns:mc="http://schemas.openxmlformats.org/markup-compatibility/2006">
              <mc:Choice xmlns:v="urn:schemas-microsoft-com:vml" Requires="v">
                <p:oleObj spid="_x0000_s23569" name="AutoCAD Drawing" r:id="rId6" imgW="9067800" imgH="5172075" progId="AutoCAD.Drawing.16">
                  <p:embed/>
                </p:oleObj>
              </mc:Choice>
              <mc:Fallback>
                <p:oleObj name="AutoCAD Drawing" r:id="rId6" imgW="9067800" imgH="5172075" progId="AutoCAD.Drawing.16">
                  <p:embed/>
                  <p:pic>
                    <p:nvPicPr>
                      <p:cNvPr id="114711" name="Object 23">
                        <a:extLst>
                          <a:ext uri="{FF2B5EF4-FFF2-40B4-BE49-F238E27FC236}">
                            <a16:creationId xmlns:a16="http://schemas.microsoft.com/office/drawing/2014/main" id="{30F1F432-A459-4127-9497-BD1FCC5204B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 y="842963"/>
                        <a:ext cx="9067800" cy="517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4691"/>
                                        </p:tgtEl>
                                        <p:attrNameLst>
                                          <p:attrName>style.visibility</p:attrName>
                                        </p:attrNameLst>
                                      </p:cBhvr>
                                      <p:to>
                                        <p:strVal val="visible"/>
                                      </p:to>
                                    </p:set>
                                    <p:anim calcmode="lin" valueType="num">
                                      <p:cBhvr additive="base">
                                        <p:cTn id="7" dur="500" fill="hold"/>
                                        <p:tgtEl>
                                          <p:spTgt spid="114691"/>
                                        </p:tgtEl>
                                        <p:attrNameLst>
                                          <p:attrName>ppt_x</p:attrName>
                                        </p:attrNameLst>
                                      </p:cBhvr>
                                      <p:tavLst>
                                        <p:tav tm="0">
                                          <p:val>
                                            <p:strVal val="0-#ppt_w/2"/>
                                          </p:val>
                                        </p:tav>
                                        <p:tav tm="100000">
                                          <p:val>
                                            <p:strVal val="#ppt_x"/>
                                          </p:val>
                                        </p:tav>
                                      </p:tavLst>
                                    </p:anim>
                                    <p:anim calcmode="lin" valueType="num">
                                      <p:cBhvr additive="base">
                                        <p:cTn id="8" dur="500" fill="hold"/>
                                        <p:tgtEl>
                                          <p:spTgt spid="11469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4692"/>
                                        </p:tgtEl>
                                        <p:attrNameLst>
                                          <p:attrName>style.visibility</p:attrName>
                                        </p:attrNameLst>
                                      </p:cBhvr>
                                      <p:to>
                                        <p:strVal val="visible"/>
                                      </p:to>
                                    </p:set>
                                    <p:anim calcmode="lin" valueType="num">
                                      <p:cBhvr additive="base">
                                        <p:cTn id="13" dur="500" fill="hold"/>
                                        <p:tgtEl>
                                          <p:spTgt spid="114692"/>
                                        </p:tgtEl>
                                        <p:attrNameLst>
                                          <p:attrName>ppt_x</p:attrName>
                                        </p:attrNameLst>
                                      </p:cBhvr>
                                      <p:tavLst>
                                        <p:tav tm="0">
                                          <p:val>
                                            <p:strVal val="0-#ppt_w/2"/>
                                          </p:val>
                                        </p:tav>
                                        <p:tav tm="100000">
                                          <p:val>
                                            <p:strVal val="#ppt_x"/>
                                          </p:val>
                                        </p:tav>
                                      </p:tavLst>
                                    </p:anim>
                                    <p:anim calcmode="lin" valueType="num">
                                      <p:cBhvr additive="base">
                                        <p:cTn id="14" dur="500" fill="hold"/>
                                        <p:tgtEl>
                                          <p:spTgt spid="11469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4693"/>
                                        </p:tgtEl>
                                        <p:attrNameLst>
                                          <p:attrName>style.visibility</p:attrName>
                                        </p:attrNameLst>
                                      </p:cBhvr>
                                      <p:to>
                                        <p:strVal val="visible"/>
                                      </p:to>
                                    </p:set>
                                    <p:anim calcmode="lin" valueType="num">
                                      <p:cBhvr additive="base">
                                        <p:cTn id="19" dur="500" fill="hold"/>
                                        <p:tgtEl>
                                          <p:spTgt spid="114693"/>
                                        </p:tgtEl>
                                        <p:attrNameLst>
                                          <p:attrName>ppt_x</p:attrName>
                                        </p:attrNameLst>
                                      </p:cBhvr>
                                      <p:tavLst>
                                        <p:tav tm="0">
                                          <p:val>
                                            <p:strVal val="0-#ppt_w/2"/>
                                          </p:val>
                                        </p:tav>
                                        <p:tav tm="100000">
                                          <p:val>
                                            <p:strVal val="#ppt_x"/>
                                          </p:val>
                                        </p:tav>
                                      </p:tavLst>
                                    </p:anim>
                                    <p:anim calcmode="lin" valueType="num">
                                      <p:cBhvr additive="base">
                                        <p:cTn id="20" dur="500" fill="hold"/>
                                        <p:tgtEl>
                                          <p:spTgt spid="11469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4694"/>
                                        </p:tgtEl>
                                        <p:attrNameLst>
                                          <p:attrName>style.visibility</p:attrName>
                                        </p:attrNameLst>
                                      </p:cBhvr>
                                      <p:to>
                                        <p:strVal val="visible"/>
                                      </p:to>
                                    </p:set>
                                    <p:anim calcmode="lin" valueType="num">
                                      <p:cBhvr additive="base">
                                        <p:cTn id="25" dur="500" fill="hold"/>
                                        <p:tgtEl>
                                          <p:spTgt spid="114694"/>
                                        </p:tgtEl>
                                        <p:attrNameLst>
                                          <p:attrName>ppt_x</p:attrName>
                                        </p:attrNameLst>
                                      </p:cBhvr>
                                      <p:tavLst>
                                        <p:tav tm="0">
                                          <p:val>
                                            <p:strVal val="0-#ppt_w/2"/>
                                          </p:val>
                                        </p:tav>
                                        <p:tav tm="100000">
                                          <p:val>
                                            <p:strVal val="#ppt_x"/>
                                          </p:val>
                                        </p:tav>
                                      </p:tavLst>
                                    </p:anim>
                                    <p:anim calcmode="lin" valueType="num">
                                      <p:cBhvr additive="base">
                                        <p:cTn id="26" dur="500" fill="hold"/>
                                        <p:tgtEl>
                                          <p:spTgt spid="114694"/>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14695"/>
                                        </p:tgtEl>
                                        <p:attrNameLst>
                                          <p:attrName>style.visibility</p:attrName>
                                        </p:attrNameLst>
                                      </p:cBhvr>
                                      <p:to>
                                        <p:strVal val="visible"/>
                                      </p:to>
                                    </p:set>
                                    <p:anim calcmode="lin" valueType="num">
                                      <p:cBhvr additive="base">
                                        <p:cTn id="31" dur="500" fill="hold"/>
                                        <p:tgtEl>
                                          <p:spTgt spid="114695"/>
                                        </p:tgtEl>
                                        <p:attrNameLst>
                                          <p:attrName>ppt_x</p:attrName>
                                        </p:attrNameLst>
                                      </p:cBhvr>
                                      <p:tavLst>
                                        <p:tav tm="0">
                                          <p:val>
                                            <p:strVal val="0-#ppt_w/2"/>
                                          </p:val>
                                        </p:tav>
                                        <p:tav tm="100000">
                                          <p:val>
                                            <p:strVal val="#ppt_x"/>
                                          </p:val>
                                        </p:tav>
                                      </p:tavLst>
                                    </p:anim>
                                    <p:anim calcmode="lin" valueType="num">
                                      <p:cBhvr additive="base">
                                        <p:cTn id="32" dur="500" fill="hold"/>
                                        <p:tgtEl>
                                          <p:spTgt spid="11469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14696"/>
                                        </p:tgtEl>
                                        <p:attrNameLst>
                                          <p:attrName>style.visibility</p:attrName>
                                        </p:attrNameLst>
                                      </p:cBhvr>
                                      <p:to>
                                        <p:strVal val="visible"/>
                                      </p:to>
                                    </p:set>
                                    <p:anim calcmode="lin" valueType="num">
                                      <p:cBhvr additive="base">
                                        <p:cTn id="37" dur="500" fill="hold"/>
                                        <p:tgtEl>
                                          <p:spTgt spid="114696"/>
                                        </p:tgtEl>
                                        <p:attrNameLst>
                                          <p:attrName>ppt_x</p:attrName>
                                        </p:attrNameLst>
                                      </p:cBhvr>
                                      <p:tavLst>
                                        <p:tav tm="0">
                                          <p:val>
                                            <p:strVal val="0-#ppt_w/2"/>
                                          </p:val>
                                        </p:tav>
                                        <p:tav tm="100000">
                                          <p:val>
                                            <p:strVal val="#ppt_x"/>
                                          </p:val>
                                        </p:tav>
                                      </p:tavLst>
                                    </p:anim>
                                    <p:anim calcmode="lin" valueType="num">
                                      <p:cBhvr additive="base">
                                        <p:cTn id="38" dur="500" fill="hold"/>
                                        <p:tgtEl>
                                          <p:spTgt spid="114696"/>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14697"/>
                                        </p:tgtEl>
                                        <p:attrNameLst>
                                          <p:attrName>style.visibility</p:attrName>
                                        </p:attrNameLst>
                                      </p:cBhvr>
                                      <p:to>
                                        <p:strVal val="visible"/>
                                      </p:to>
                                    </p:set>
                                    <p:anim calcmode="lin" valueType="num">
                                      <p:cBhvr additive="base">
                                        <p:cTn id="43" dur="500" fill="hold"/>
                                        <p:tgtEl>
                                          <p:spTgt spid="114697"/>
                                        </p:tgtEl>
                                        <p:attrNameLst>
                                          <p:attrName>ppt_x</p:attrName>
                                        </p:attrNameLst>
                                      </p:cBhvr>
                                      <p:tavLst>
                                        <p:tav tm="0">
                                          <p:val>
                                            <p:strVal val="0-#ppt_w/2"/>
                                          </p:val>
                                        </p:tav>
                                        <p:tav tm="100000">
                                          <p:val>
                                            <p:strVal val="#ppt_x"/>
                                          </p:val>
                                        </p:tav>
                                      </p:tavLst>
                                    </p:anim>
                                    <p:anim calcmode="lin" valueType="num">
                                      <p:cBhvr additive="base">
                                        <p:cTn id="44" dur="500" fill="hold"/>
                                        <p:tgtEl>
                                          <p:spTgt spid="114697"/>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14698"/>
                                        </p:tgtEl>
                                        <p:attrNameLst>
                                          <p:attrName>style.visibility</p:attrName>
                                        </p:attrNameLst>
                                      </p:cBhvr>
                                      <p:to>
                                        <p:strVal val="visible"/>
                                      </p:to>
                                    </p:set>
                                    <p:anim calcmode="lin" valueType="num">
                                      <p:cBhvr additive="base">
                                        <p:cTn id="49" dur="500" fill="hold"/>
                                        <p:tgtEl>
                                          <p:spTgt spid="114698"/>
                                        </p:tgtEl>
                                        <p:attrNameLst>
                                          <p:attrName>ppt_x</p:attrName>
                                        </p:attrNameLst>
                                      </p:cBhvr>
                                      <p:tavLst>
                                        <p:tav tm="0">
                                          <p:val>
                                            <p:strVal val="0-#ppt_w/2"/>
                                          </p:val>
                                        </p:tav>
                                        <p:tav tm="100000">
                                          <p:val>
                                            <p:strVal val="#ppt_x"/>
                                          </p:val>
                                        </p:tav>
                                      </p:tavLst>
                                    </p:anim>
                                    <p:anim calcmode="lin" valueType="num">
                                      <p:cBhvr additive="base">
                                        <p:cTn id="50" dur="500" fill="hold"/>
                                        <p:tgtEl>
                                          <p:spTgt spid="114698"/>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14699"/>
                                        </p:tgtEl>
                                        <p:attrNameLst>
                                          <p:attrName>style.visibility</p:attrName>
                                        </p:attrNameLst>
                                      </p:cBhvr>
                                      <p:to>
                                        <p:strVal val="visible"/>
                                      </p:to>
                                    </p:set>
                                    <p:anim calcmode="lin" valueType="num">
                                      <p:cBhvr additive="base">
                                        <p:cTn id="55" dur="500" fill="hold"/>
                                        <p:tgtEl>
                                          <p:spTgt spid="114699"/>
                                        </p:tgtEl>
                                        <p:attrNameLst>
                                          <p:attrName>ppt_x</p:attrName>
                                        </p:attrNameLst>
                                      </p:cBhvr>
                                      <p:tavLst>
                                        <p:tav tm="0">
                                          <p:val>
                                            <p:strVal val="0-#ppt_w/2"/>
                                          </p:val>
                                        </p:tav>
                                        <p:tav tm="100000">
                                          <p:val>
                                            <p:strVal val="#ppt_x"/>
                                          </p:val>
                                        </p:tav>
                                      </p:tavLst>
                                    </p:anim>
                                    <p:anim calcmode="lin" valueType="num">
                                      <p:cBhvr additive="base">
                                        <p:cTn id="56" dur="500" fill="hold"/>
                                        <p:tgtEl>
                                          <p:spTgt spid="114699"/>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14700"/>
                                        </p:tgtEl>
                                        <p:attrNameLst>
                                          <p:attrName>style.visibility</p:attrName>
                                        </p:attrNameLst>
                                      </p:cBhvr>
                                      <p:to>
                                        <p:strVal val="visible"/>
                                      </p:to>
                                    </p:set>
                                    <p:anim calcmode="lin" valueType="num">
                                      <p:cBhvr additive="base">
                                        <p:cTn id="61" dur="500" fill="hold"/>
                                        <p:tgtEl>
                                          <p:spTgt spid="114700"/>
                                        </p:tgtEl>
                                        <p:attrNameLst>
                                          <p:attrName>ppt_x</p:attrName>
                                        </p:attrNameLst>
                                      </p:cBhvr>
                                      <p:tavLst>
                                        <p:tav tm="0">
                                          <p:val>
                                            <p:strVal val="0-#ppt_w/2"/>
                                          </p:val>
                                        </p:tav>
                                        <p:tav tm="100000">
                                          <p:val>
                                            <p:strVal val="#ppt_x"/>
                                          </p:val>
                                        </p:tav>
                                      </p:tavLst>
                                    </p:anim>
                                    <p:anim calcmode="lin" valueType="num">
                                      <p:cBhvr additive="base">
                                        <p:cTn id="62" dur="500" fill="hold"/>
                                        <p:tgtEl>
                                          <p:spTgt spid="114700"/>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14701"/>
                                        </p:tgtEl>
                                        <p:attrNameLst>
                                          <p:attrName>style.visibility</p:attrName>
                                        </p:attrNameLst>
                                      </p:cBhvr>
                                      <p:to>
                                        <p:strVal val="visible"/>
                                      </p:to>
                                    </p:set>
                                    <p:anim calcmode="lin" valueType="num">
                                      <p:cBhvr additive="base">
                                        <p:cTn id="67" dur="500" fill="hold"/>
                                        <p:tgtEl>
                                          <p:spTgt spid="114701"/>
                                        </p:tgtEl>
                                        <p:attrNameLst>
                                          <p:attrName>ppt_x</p:attrName>
                                        </p:attrNameLst>
                                      </p:cBhvr>
                                      <p:tavLst>
                                        <p:tav tm="0">
                                          <p:val>
                                            <p:strVal val="0-#ppt_w/2"/>
                                          </p:val>
                                        </p:tav>
                                        <p:tav tm="100000">
                                          <p:val>
                                            <p:strVal val="#ppt_x"/>
                                          </p:val>
                                        </p:tav>
                                      </p:tavLst>
                                    </p:anim>
                                    <p:anim calcmode="lin" valueType="num">
                                      <p:cBhvr additive="base">
                                        <p:cTn id="68" dur="500" fill="hold"/>
                                        <p:tgtEl>
                                          <p:spTgt spid="114701"/>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14702"/>
                                        </p:tgtEl>
                                        <p:attrNameLst>
                                          <p:attrName>style.visibility</p:attrName>
                                        </p:attrNameLst>
                                      </p:cBhvr>
                                      <p:to>
                                        <p:strVal val="visible"/>
                                      </p:to>
                                    </p:set>
                                    <p:anim calcmode="lin" valueType="num">
                                      <p:cBhvr additive="base">
                                        <p:cTn id="73" dur="500" fill="hold"/>
                                        <p:tgtEl>
                                          <p:spTgt spid="114702"/>
                                        </p:tgtEl>
                                        <p:attrNameLst>
                                          <p:attrName>ppt_x</p:attrName>
                                        </p:attrNameLst>
                                      </p:cBhvr>
                                      <p:tavLst>
                                        <p:tav tm="0">
                                          <p:val>
                                            <p:strVal val="0-#ppt_w/2"/>
                                          </p:val>
                                        </p:tav>
                                        <p:tav tm="100000">
                                          <p:val>
                                            <p:strVal val="#ppt_x"/>
                                          </p:val>
                                        </p:tav>
                                      </p:tavLst>
                                    </p:anim>
                                    <p:anim calcmode="lin" valueType="num">
                                      <p:cBhvr additive="base">
                                        <p:cTn id="74" dur="500" fill="hold"/>
                                        <p:tgtEl>
                                          <p:spTgt spid="114702"/>
                                        </p:tgtEl>
                                        <p:attrNameLst>
                                          <p:attrName>ppt_y</p:attrName>
                                        </p:attrNameLst>
                                      </p:cBhvr>
                                      <p:tavLst>
                                        <p:tav tm="0">
                                          <p:val>
                                            <p:strVal val="#ppt_y"/>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114703"/>
                                        </p:tgtEl>
                                        <p:attrNameLst>
                                          <p:attrName>style.visibility</p:attrName>
                                        </p:attrNameLst>
                                      </p:cBhvr>
                                      <p:to>
                                        <p:strVal val="visible"/>
                                      </p:to>
                                    </p:set>
                                    <p:anim calcmode="lin" valueType="num">
                                      <p:cBhvr additive="base">
                                        <p:cTn id="79" dur="500" fill="hold"/>
                                        <p:tgtEl>
                                          <p:spTgt spid="114703"/>
                                        </p:tgtEl>
                                        <p:attrNameLst>
                                          <p:attrName>ppt_x</p:attrName>
                                        </p:attrNameLst>
                                      </p:cBhvr>
                                      <p:tavLst>
                                        <p:tav tm="0">
                                          <p:val>
                                            <p:strVal val="0-#ppt_w/2"/>
                                          </p:val>
                                        </p:tav>
                                        <p:tav tm="100000">
                                          <p:val>
                                            <p:strVal val="#ppt_x"/>
                                          </p:val>
                                        </p:tav>
                                      </p:tavLst>
                                    </p:anim>
                                    <p:anim calcmode="lin" valueType="num">
                                      <p:cBhvr additive="base">
                                        <p:cTn id="80" dur="500" fill="hold"/>
                                        <p:tgtEl>
                                          <p:spTgt spid="114703"/>
                                        </p:tgtEl>
                                        <p:attrNameLst>
                                          <p:attrName>ppt_y</p:attrName>
                                        </p:attrNameLst>
                                      </p:cBhvr>
                                      <p:tavLst>
                                        <p:tav tm="0">
                                          <p:val>
                                            <p:strVal val="#ppt_y"/>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114704"/>
                                        </p:tgtEl>
                                        <p:attrNameLst>
                                          <p:attrName>style.visibility</p:attrName>
                                        </p:attrNameLst>
                                      </p:cBhvr>
                                      <p:to>
                                        <p:strVal val="visible"/>
                                      </p:to>
                                    </p:set>
                                    <p:anim calcmode="lin" valueType="num">
                                      <p:cBhvr additive="base">
                                        <p:cTn id="85" dur="500" fill="hold"/>
                                        <p:tgtEl>
                                          <p:spTgt spid="114704"/>
                                        </p:tgtEl>
                                        <p:attrNameLst>
                                          <p:attrName>ppt_x</p:attrName>
                                        </p:attrNameLst>
                                      </p:cBhvr>
                                      <p:tavLst>
                                        <p:tav tm="0">
                                          <p:val>
                                            <p:strVal val="0-#ppt_w/2"/>
                                          </p:val>
                                        </p:tav>
                                        <p:tav tm="100000">
                                          <p:val>
                                            <p:strVal val="#ppt_x"/>
                                          </p:val>
                                        </p:tav>
                                      </p:tavLst>
                                    </p:anim>
                                    <p:anim calcmode="lin" valueType="num">
                                      <p:cBhvr additive="base">
                                        <p:cTn id="86" dur="500" fill="hold"/>
                                        <p:tgtEl>
                                          <p:spTgt spid="114704"/>
                                        </p:tgtEl>
                                        <p:attrNameLst>
                                          <p:attrName>ppt_y</p:attrName>
                                        </p:attrNameLst>
                                      </p:cBhvr>
                                      <p:tavLst>
                                        <p:tav tm="0">
                                          <p:val>
                                            <p:strVal val="#ppt_y"/>
                                          </p:val>
                                        </p:tav>
                                        <p:tav tm="100000">
                                          <p:val>
                                            <p:strVal val="#ppt_y"/>
                                          </p:val>
                                        </p:tav>
                                      </p:tavLst>
                                    </p:anim>
                                  </p:childTnLst>
                                </p:cTn>
                              </p:par>
                            </p:childTnLst>
                          </p:cTn>
                        </p:par>
                      </p:childTnLst>
                    </p:cTn>
                  </p:par>
                  <p:par>
                    <p:cTn id="87" fill="hold" nodeType="clickPar">
                      <p:stCondLst>
                        <p:cond delay="indefinite"/>
                      </p:stCondLst>
                      <p:childTnLst>
                        <p:par>
                          <p:cTn id="88" fill="hold" nodeType="withGroup">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114705"/>
                                        </p:tgtEl>
                                        <p:attrNameLst>
                                          <p:attrName>style.visibility</p:attrName>
                                        </p:attrNameLst>
                                      </p:cBhvr>
                                      <p:to>
                                        <p:strVal val="visible"/>
                                      </p:to>
                                    </p:set>
                                    <p:anim calcmode="lin" valueType="num">
                                      <p:cBhvr additive="base">
                                        <p:cTn id="91" dur="500" fill="hold"/>
                                        <p:tgtEl>
                                          <p:spTgt spid="114705"/>
                                        </p:tgtEl>
                                        <p:attrNameLst>
                                          <p:attrName>ppt_x</p:attrName>
                                        </p:attrNameLst>
                                      </p:cBhvr>
                                      <p:tavLst>
                                        <p:tav tm="0">
                                          <p:val>
                                            <p:strVal val="0-#ppt_w/2"/>
                                          </p:val>
                                        </p:tav>
                                        <p:tav tm="100000">
                                          <p:val>
                                            <p:strVal val="#ppt_x"/>
                                          </p:val>
                                        </p:tav>
                                      </p:tavLst>
                                    </p:anim>
                                    <p:anim calcmode="lin" valueType="num">
                                      <p:cBhvr additive="base">
                                        <p:cTn id="92" dur="500" fill="hold"/>
                                        <p:tgtEl>
                                          <p:spTgt spid="114705"/>
                                        </p:tgtEl>
                                        <p:attrNameLst>
                                          <p:attrName>ppt_y</p:attrName>
                                        </p:attrNameLst>
                                      </p:cBhvr>
                                      <p:tavLst>
                                        <p:tav tm="0">
                                          <p:val>
                                            <p:strVal val="#ppt_y"/>
                                          </p:val>
                                        </p:tav>
                                        <p:tav tm="100000">
                                          <p:val>
                                            <p:strVal val="#ppt_y"/>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114706"/>
                                        </p:tgtEl>
                                        <p:attrNameLst>
                                          <p:attrName>style.visibility</p:attrName>
                                        </p:attrNameLst>
                                      </p:cBhvr>
                                      <p:to>
                                        <p:strVal val="visible"/>
                                      </p:to>
                                    </p:set>
                                    <p:anim calcmode="lin" valueType="num">
                                      <p:cBhvr additive="base">
                                        <p:cTn id="97" dur="500" fill="hold"/>
                                        <p:tgtEl>
                                          <p:spTgt spid="114706"/>
                                        </p:tgtEl>
                                        <p:attrNameLst>
                                          <p:attrName>ppt_x</p:attrName>
                                        </p:attrNameLst>
                                      </p:cBhvr>
                                      <p:tavLst>
                                        <p:tav tm="0">
                                          <p:val>
                                            <p:strVal val="0-#ppt_w/2"/>
                                          </p:val>
                                        </p:tav>
                                        <p:tav tm="100000">
                                          <p:val>
                                            <p:strVal val="#ppt_x"/>
                                          </p:val>
                                        </p:tav>
                                      </p:tavLst>
                                    </p:anim>
                                    <p:anim calcmode="lin" valueType="num">
                                      <p:cBhvr additive="base">
                                        <p:cTn id="98" dur="500" fill="hold"/>
                                        <p:tgtEl>
                                          <p:spTgt spid="114706"/>
                                        </p:tgtEl>
                                        <p:attrNameLst>
                                          <p:attrName>ppt_y</p:attrName>
                                        </p:attrNameLst>
                                      </p:cBhvr>
                                      <p:tavLst>
                                        <p:tav tm="0">
                                          <p:val>
                                            <p:strVal val="#ppt_y"/>
                                          </p:val>
                                        </p:tav>
                                        <p:tav tm="100000">
                                          <p:val>
                                            <p:strVal val="#ppt_y"/>
                                          </p:val>
                                        </p:tav>
                                      </p:tavLst>
                                    </p:anim>
                                  </p:childTnLst>
                                </p:cTn>
                              </p:par>
                            </p:childTnLst>
                          </p:cTn>
                        </p:par>
                      </p:childTnLst>
                    </p:cTn>
                  </p:par>
                  <p:par>
                    <p:cTn id="99" fill="hold" nodeType="clickPar">
                      <p:stCondLst>
                        <p:cond delay="indefinite"/>
                      </p:stCondLst>
                      <p:childTnLst>
                        <p:par>
                          <p:cTn id="100" fill="hold" nodeType="withGroup">
                            <p:stCondLst>
                              <p:cond delay="0"/>
                            </p:stCondLst>
                            <p:childTnLst>
                              <p:par>
                                <p:cTn id="101" presetID="2" presetClass="entr" presetSubtype="8" fill="hold" grpId="0" nodeType="clickEffect">
                                  <p:stCondLst>
                                    <p:cond delay="0"/>
                                  </p:stCondLst>
                                  <p:childTnLst>
                                    <p:set>
                                      <p:cBhvr>
                                        <p:cTn id="102" dur="1" fill="hold">
                                          <p:stCondLst>
                                            <p:cond delay="0"/>
                                          </p:stCondLst>
                                        </p:cTn>
                                        <p:tgtEl>
                                          <p:spTgt spid="114707"/>
                                        </p:tgtEl>
                                        <p:attrNameLst>
                                          <p:attrName>style.visibility</p:attrName>
                                        </p:attrNameLst>
                                      </p:cBhvr>
                                      <p:to>
                                        <p:strVal val="visible"/>
                                      </p:to>
                                    </p:set>
                                    <p:anim calcmode="lin" valueType="num">
                                      <p:cBhvr additive="base">
                                        <p:cTn id="103" dur="500" fill="hold"/>
                                        <p:tgtEl>
                                          <p:spTgt spid="114707"/>
                                        </p:tgtEl>
                                        <p:attrNameLst>
                                          <p:attrName>ppt_x</p:attrName>
                                        </p:attrNameLst>
                                      </p:cBhvr>
                                      <p:tavLst>
                                        <p:tav tm="0">
                                          <p:val>
                                            <p:strVal val="0-#ppt_w/2"/>
                                          </p:val>
                                        </p:tav>
                                        <p:tav tm="100000">
                                          <p:val>
                                            <p:strVal val="#ppt_x"/>
                                          </p:val>
                                        </p:tav>
                                      </p:tavLst>
                                    </p:anim>
                                    <p:anim calcmode="lin" valueType="num">
                                      <p:cBhvr additive="base">
                                        <p:cTn id="104" dur="500" fill="hold"/>
                                        <p:tgtEl>
                                          <p:spTgt spid="114707"/>
                                        </p:tgtEl>
                                        <p:attrNameLst>
                                          <p:attrName>ppt_y</p:attrName>
                                        </p:attrNameLst>
                                      </p:cBhvr>
                                      <p:tavLst>
                                        <p:tav tm="0">
                                          <p:val>
                                            <p:strVal val="#ppt_y"/>
                                          </p:val>
                                        </p:tav>
                                        <p:tav tm="100000">
                                          <p:val>
                                            <p:strVal val="#ppt_y"/>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 presetClass="entr" presetSubtype="8" fill="hold" grpId="0" nodeType="clickEffect">
                                  <p:stCondLst>
                                    <p:cond delay="0"/>
                                  </p:stCondLst>
                                  <p:childTnLst>
                                    <p:set>
                                      <p:cBhvr>
                                        <p:cTn id="108" dur="1" fill="hold">
                                          <p:stCondLst>
                                            <p:cond delay="0"/>
                                          </p:stCondLst>
                                        </p:cTn>
                                        <p:tgtEl>
                                          <p:spTgt spid="114708"/>
                                        </p:tgtEl>
                                        <p:attrNameLst>
                                          <p:attrName>style.visibility</p:attrName>
                                        </p:attrNameLst>
                                      </p:cBhvr>
                                      <p:to>
                                        <p:strVal val="visible"/>
                                      </p:to>
                                    </p:set>
                                    <p:anim calcmode="lin" valueType="num">
                                      <p:cBhvr additive="base">
                                        <p:cTn id="109" dur="500" fill="hold"/>
                                        <p:tgtEl>
                                          <p:spTgt spid="114708"/>
                                        </p:tgtEl>
                                        <p:attrNameLst>
                                          <p:attrName>ppt_x</p:attrName>
                                        </p:attrNameLst>
                                      </p:cBhvr>
                                      <p:tavLst>
                                        <p:tav tm="0">
                                          <p:val>
                                            <p:strVal val="0-#ppt_w/2"/>
                                          </p:val>
                                        </p:tav>
                                        <p:tav tm="100000">
                                          <p:val>
                                            <p:strVal val="#ppt_x"/>
                                          </p:val>
                                        </p:tav>
                                      </p:tavLst>
                                    </p:anim>
                                    <p:anim calcmode="lin" valueType="num">
                                      <p:cBhvr additive="base">
                                        <p:cTn id="110" dur="500" fill="hold"/>
                                        <p:tgtEl>
                                          <p:spTgt spid="114708"/>
                                        </p:tgtEl>
                                        <p:attrNameLst>
                                          <p:attrName>ppt_y</p:attrName>
                                        </p:attrNameLst>
                                      </p:cBhvr>
                                      <p:tavLst>
                                        <p:tav tm="0">
                                          <p:val>
                                            <p:strVal val="#ppt_y"/>
                                          </p:val>
                                        </p:tav>
                                        <p:tav tm="100000">
                                          <p:val>
                                            <p:strVal val="#ppt_y"/>
                                          </p:val>
                                        </p:tav>
                                      </p:tavLst>
                                    </p:anim>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 presetClass="entr" presetSubtype="8" fill="hold" grpId="0" nodeType="clickEffect">
                                  <p:stCondLst>
                                    <p:cond delay="0"/>
                                  </p:stCondLst>
                                  <p:childTnLst>
                                    <p:set>
                                      <p:cBhvr>
                                        <p:cTn id="114" dur="1" fill="hold">
                                          <p:stCondLst>
                                            <p:cond delay="0"/>
                                          </p:stCondLst>
                                        </p:cTn>
                                        <p:tgtEl>
                                          <p:spTgt spid="114709"/>
                                        </p:tgtEl>
                                        <p:attrNameLst>
                                          <p:attrName>style.visibility</p:attrName>
                                        </p:attrNameLst>
                                      </p:cBhvr>
                                      <p:to>
                                        <p:strVal val="visible"/>
                                      </p:to>
                                    </p:set>
                                    <p:anim calcmode="lin" valueType="num">
                                      <p:cBhvr additive="base">
                                        <p:cTn id="115" dur="500" fill="hold"/>
                                        <p:tgtEl>
                                          <p:spTgt spid="114709"/>
                                        </p:tgtEl>
                                        <p:attrNameLst>
                                          <p:attrName>ppt_x</p:attrName>
                                        </p:attrNameLst>
                                      </p:cBhvr>
                                      <p:tavLst>
                                        <p:tav tm="0">
                                          <p:val>
                                            <p:strVal val="0-#ppt_w/2"/>
                                          </p:val>
                                        </p:tav>
                                        <p:tav tm="100000">
                                          <p:val>
                                            <p:strVal val="#ppt_x"/>
                                          </p:val>
                                        </p:tav>
                                      </p:tavLst>
                                    </p:anim>
                                    <p:anim calcmode="lin" valueType="num">
                                      <p:cBhvr additive="base">
                                        <p:cTn id="116" dur="500" fill="hold"/>
                                        <p:tgtEl>
                                          <p:spTgt spid="114709"/>
                                        </p:tgtEl>
                                        <p:attrNameLst>
                                          <p:attrName>ppt_y</p:attrName>
                                        </p:attrNameLst>
                                      </p:cBhvr>
                                      <p:tavLst>
                                        <p:tav tm="0">
                                          <p:val>
                                            <p:strVal val="#ppt_y"/>
                                          </p:val>
                                        </p:tav>
                                        <p:tav tm="100000">
                                          <p:val>
                                            <p:strVal val="#ppt_y"/>
                                          </p:val>
                                        </p:tav>
                                      </p:tavLst>
                                    </p:anim>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 presetClass="entr" presetSubtype="8" fill="hold" grpId="0" nodeType="clickEffect">
                                  <p:stCondLst>
                                    <p:cond delay="0"/>
                                  </p:stCondLst>
                                  <p:childTnLst>
                                    <p:set>
                                      <p:cBhvr>
                                        <p:cTn id="120" dur="1" fill="hold">
                                          <p:stCondLst>
                                            <p:cond delay="0"/>
                                          </p:stCondLst>
                                        </p:cTn>
                                        <p:tgtEl>
                                          <p:spTgt spid="114710"/>
                                        </p:tgtEl>
                                        <p:attrNameLst>
                                          <p:attrName>style.visibility</p:attrName>
                                        </p:attrNameLst>
                                      </p:cBhvr>
                                      <p:to>
                                        <p:strVal val="visible"/>
                                      </p:to>
                                    </p:set>
                                    <p:anim calcmode="lin" valueType="num">
                                      <p:cBhvr additive="base">
                                        <p:cTn id="121" dur="500" fill="hold"/>
                                        <p:tgtEl>
                                          <p:spTgt spid="114710"/>
                                        </p:tgtEl>
                                        <p:attrNameLst>
                                          <p:attrName>ppt_x</p:attrName>
                                        </p:attrNameLst>
                                      </p:cBhvr>
                                      <p:tavLst>
                                        <p:tav tm="0">
                                          <p:val>
                                            <p:strVal val="0-#ppt_w/2"/>
                                          </p:val>
                                        </p:tav>
                                        <p:tav tm="100000">
                                          <p:val>
                                            <p:strVal val="#ppt_x"/>
                                          </p:val>
                                        </p:tav>
                                      </p:tavLst>
                                    </p:anim>
                                    <p:anim calcmode="lin" valueType="num">
                                      <p:cBhvr additive="base">
                                        <p:cTn id="122" dur="500" fill="hold"/>
                                        <p:tgtEl>
                                          <p:spTgt spid="114710"/>
                                        </p:tgtEl>
                                        <p:attrNameLst>
                                          <p:attrName>ppt_y</p:attrName>
                                        </p:attrNameLst>
                                      </p:cBhvr>
                                      <p:tavLst>
                                        <p:tav tm="0">
                                          <p:val>
                                            <p:strVal val="#ppt_y"/>
                                          </p:val>
                                        </p:tav>
                                        <p:tav tm="100000">
                                          <p:val>
                                            <p:strVal val="#ppt_y"/>
                                          </p:val>
                                        </p:tav>
                                      </p:tavLst>
                                    </p:anim>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 presetClass="entr" presetSubtype="8" fill="hold" nodeType="clickEffect">
                                  <p:stCondLst>
                                    <p:cond delay="0"/>
                                  </p:stCondLst>
                                  <p:childTnLst>
                                    <p:set>
                                      <p:cBhvr>
                                        <p:cTn id="126" dur="1" fill="hold">
                                          <p:stCondLst>
                                            <p:cond delay="0"/>
                                          </p:stCondLst>
                                        </p:cTn>
                                        <p:tgtEl>
                                          <p:spTgt spid="114711"/>
                                        </p:tgtEl>
                                        <p:attrNameLst>
                                          <p:attrName>style.visibility</p:attrName>
                                        </p:attrNameLst>
                                      </p:cBhvr>
                                      <p:to>
                                        <p:strVal val="visible"/>
                                      </p:to>
                                    </p:set>
                                    <p:anim calcmode="lin" valueType="num">
                                      <p:cBhvr additive="base">
                                        <p:cTn id="127" dur="500" fill="hold"/>
                                        <p:tgtEl>
                                          <p:spTgt spid="114711"/>
                                        </p:tgtEl>
                                        <p:attrNameLst>
                                          <p:attrName>ppt_x</p:attrName>
                                        </p:attrNameLst>
                                      </p:cBhvr>
                                      <p:tavLst>
                                        <p:tav tm="0">
                                          <p:val>
                                            <p:strVal val="0-#ppt_w/2"/>
                                          </p:val>
                                        </p:tav>
                                        <p:tav tm="100000">
                                          <p:val>
                                            <p:strVal val="#ppt_x"/>
                                          </p:val>
                                        </p:tav>
                                      </p:tavLst>
                                    </p:anim>
                                    <p:anim calcmode="lin" valueType="num">
                                      <p:cBhvr additive="base">
                                        <p:cTn id="128" dur="500" fill="hold"/>
                                        <p:tgtEl>
                                          <p:spTgt spid="1147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autoUpdateAnimBg="0"/>
      <p:bldP spid="114692" grpId="0" autoUpdateAnimBg="0"/>
      <p:bldP spid="114693" grpId="0" autoUpdateAnimBg="0"/>
      <p:bldP spid="114694" grpId="0" autoUpdateAnimBg="0"/>
      <p:bldP spid="114695" grpId="0" autoUpdateAnimBg="0"/>
      <p:bldP spid="114696" grpId="0" autoUpdateAnimBg="0"/>
      <p:bldP spid="114697" grpId="0" autoUpdateAnimBg="0"/>
      <p:bldP spid="114698" grpId="0" autoUpdateAnimBg="0"/>
      <p:bldP spid="114699" grpId="0" autoUpdateAnimBg="0"/>
      <p:bldP spid="114700" grpId="0" autoUpdateAnimBg="0"/>
      <p:bldP spid="114701" grpId="0" autoUpdateAnimBg="0"/>
      <p:bldP spid="114702" grpId="0" autoUpdateAnimBg="0"/>
      <p:bldP spid="114703" grpId="0" autoUpdateAnimBg="0"/>
      <p:bldP spid="114704" grpId="0" autoUpdateAnimBg="0"/>
      <p:bldP spid="114705" grpId="0" autoUpdateAnimBg="0"/>
      <p:bldP spid="114706" grpId="0" autoUpdateAnimBg="0"/>
      <p:bldP spid="114707" grpId="0" autoUpdateAnimBg="0"/>
      <p:bldP spid="114708" grpId="0" autoUpdateAnimBg="0"/>
      <p:bldP spid="114709" grpId="0" autoUpdateAnimBg="0"/>
      <p:bldP spid="114710"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B3CFFE82-B5BB-464C-9295-DBB7E6884E1C}"/>
              </a:ext>
            </a:extLst>
          </p:cNvPr>
          <p:cNvSpPr>
            <a:spLocks noChangeArrowheads="1"/>
          </p:cNvSpPr>
          <p:nvPr/>
        </p:nvSpPr>
        <p:spPr bwMode="auto">
          <a:xfrm>
            <a:off x="250825" y="1844675"/>
            <a:ext cx="7634288"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r>
              <a:rPr lang="zh-CN" altLang="en-US" sz="2800" b="1" dirty="0">
                <a:solidFill>
                  <a:schemeClr val="tx2"/>
                </a:solidFill>
                <a:latin typeface="Times New Roman" panose="02020603050405020304" pitchFamily="18" charset="0"/>
              </a:rPr>
              <a:t>（四）关键线路</a:t>
            </a:r>
          </a:p>
          <a:p>
            <a:pPr algn="just" eaLnBrk="1" hangingPunct="1"/>
            <a:r>
              <a:rPr lang="zh-CN" altLang="en-US" sz="2800" b="1" dirty="0">
                <a:solidFill>
                  <a:schemeClr val="tx2"/>
                </a:solidFill>
                <a:latin typeface="Times New Roman" panose="02020603050405020304" pitchFamily="18" charset="0"/>
              </a:rPr>
              <a:t>连接总时差为</a:t>
            </a:r>
            <a:r>
              <a:rPr lang="en-US" altLang="zh-CN" sz="2800" b="1" dirty="0">
                <a:solidFill>
                  <a:schemeClr val="tx2"/>
                </a:solidFill>
                <a:latin typeface="Times New Roman" panose="02020603050405020304" pitchFamily="18" charset="0"/>
              </a:rPr>
              <a:t>0</a:t>
            </a:r>
            <a:r>
              <a:rPr lang="zh-CN" altLang="en-US" sz="2800" b="1" dirty="0">
                <a:solidFill>
                  <a:schemeClr val="tx2"/>
                </a:solidFill>
                <a:latin typeface="Times New Roman" panose="02020603050405020304" pitchFamily="18" charset="0"/>
              </a:rPr>
              <a:t>的工作所组成的总持续时间最大的线路。</a:t>
            </a:r>
          </a:p>
          <a:p>
            <a:pPr algn="just" eaLnBrk="1" hangingPunct="1"/>
            <a:endParaRPr lang="zh-CN" altLang="en-US" sz="2800" b="1" dirty="0">
              <a:solidFill>
                <a:srgbClr val="FF0000"/>
              </a:solidFill>
              <a:latin typeface="Times New Roman" panose="02020603050405020304" pitchFamily="18" charset="0"/>
            </a:endParaRPr>
          </a:p>
          <a:p>
            <a:pPr algn="just" eaLnBrk="1" hangingPunct="1"/>
            <a:endParaRPr lang="en-US" altLang="zh-CN" sz="2800" b="1" dirty="0">
              <a:latin typeface="Times New Roman" panose="02020603050405020304" pitchFamily="18" charset="0"/>
            </a:endParaRPr>
          </a:p>
        </p:txBody>
      </p:sp>
      <p:sp>
        <p:nvSpPr>
          <p:cNvPr id="20483" name="Rectangle 3">
            <a:extLst>
              <a:ext uri="{FF2B5EF4-FFF2-40B4-BE49-F238E27FC236}">
                <a16:creationId xmlns:a16="http://schemas.microsoft.com/office/drawing/2014/main" id="{148D0579-206B-4FDF-9F07-359796C517F6}"/>
              </a:ext>
            </a:extLst>
          </p:cNvPr>
          <p:cNvSpPr>
            <a:spLocks noChangeArrowheads="1"/>
          </p:cNvSpPr>
          <p:nvPr/>
        </p:nvSpPr>
        <p:spPr bwMode="auto">
          <a:xfrm>
            <a:off x="2652713" y="2457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94945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spcBef>
                <a:spcPct val="20000"/>
              </a:spcBef>
            </a:pPr>
            <a:endParaRPr lang="zh-CN" altLang="zh-CN" sz="2800">
              <a:latin typeface="Times New Roman" panose="02020603050405020304" pitchFamily="18" charset="0"/>
            </a:endParaRPr>
          </a:p>
        </p:txBody>
      </p:sp>
      <p:sp>
        <p:nvSpPr>
          <p:cNvPr id="20484" name="Rectangle 4">
            <a:extLst>
              <a:ext uri="{FF2B5EF4-FFF2-40B4-BE49-F238E27FC236}">
                <a16:creationId xmlns:a16="http://schemas.microsoft.com/office/drawing/2014/main" id="{2B27F6B2-85A6-49C0-A0F9-7785FD92EB94}"/>
              </a:ext>
            </a:extLst>
          </p:cNvPr>
          <p:cNvSpPr>
            <a:spLocks noChangeArrowheads="1"/>
          </p:cNvSpPr>
          <p:nvPr/>
        </p:nvSpPr>
        <p:spPr bwMode="auto">
          <a:xfrm>
            <a:off x="2481263" y="24145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spcBef>
                <a:spcPct val="20000"/>
              </a:spcBef>
            </a:pPr>
            <a:endParaRPr lang="zh-CN" altLang="zh-CN" sz="2800">
              <a:latin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41D948B2-15E4-435F-8126-05D3D5090B26}"/>
              </a:ext>
            </a:extLst>
          </p:cNvPr>
          <p:cNvSpPr>
            <a:spLocks noChangeArrowheads="1"/>
          </p:cNvSpPr>
          <p:nvPr/>
        </p:nvSpPr>
        <p:spPr bwMode="auto">
          <a:xfrm>
            <a:off x="438244" y="764704"/>
            <a:ext cx="80772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3200" b="1" dirty="0">
                <a:solidFill>
                  <a:schemeClr val="accent6">
                    <a:lumMod val="75000"/>
                  </a:schemeClr>
                </a:solidFill>
                <a:latin typeface="宋体" panose="02010600030101010101" pitchFamily="2" charset="-122"/>
              </a:rPr>
              <a:t>作业</a:t>
            </a:r>
            <a:r>
              <a:rPr lang="en-US" altLang="zh-CN" sz="3200" b="1" dirty="0">
                <a:solidFill>
                  <a:schemeClr val="accent6">
                    <a:lumMod val="75000"/>
                  </a:schemeClr>
                </a:solidFill>
                <a:latin typeface="宋体" panose="02010600030101010101" pitchFamily="2" charset="-122"/>
              </a:rPr>
              <a:t>2</a:t>
            </a:r>
            <a:r>
              <a:rPr lang="zh-CN" altLang="en-US" sz="3200" b="1" dirty="0">
                <a:solidFill>
                  <a:schemeClr val="accent6">
                    <a:lumMod val="75000"/>
                  </a:schemeClr>
                </a:solidFill>
                <a:latin typeface="宋体" panose="02010600030101010101" pitchFamily="2" charset="-122"/>
              </a:rPr>
              <a:t>：</a:t>
            </a:r>
            <a:endParaRPr lang="en-US" altLang="zh-CN" sz="3200" b="1" dirty="0">
              <a:solidFill>
                <a:schemeClr val="accent6">
                  <a:lumMod val="75000"/>
                </a:schemeClr>
              </a:solidFill>
              <a:latin typeface="宋体" panose="02010600030101010101" pitchFamily="2" charset="-122"/>
            </a:endParaRPr>
          </a:p>
          <a:p>
            <a:pPr eaLnBrk="1" hangingPunct="1"/>
            <a:r>
              <a:rPr lang="zh-CN" altLang="en-US" sz="2800" b="1" dirty="0">
                <a:latin typeface="Times New Roman" panose="02020603050405020304" pitchFamily="18" charset="0"/>
              </a:rPr>
              <a:t> </a:t>
            </a:r>
            <a:endParaRPr lang="en-US" altLang="zh-CN" sz="2800" b="1" dirty="0">
              <a:latin typeface="Times New Roman" panose="02020603050405020304" pitchFamily="18" charset="0"/>
            </a:endParaRPr>
          </a:p>
          <a:p>
            <a:pPr eaLnBrk="1" hangingPunct="1"/>
            <a:r>
              <a:rPr lang="zh-CN" altLang="en-US" sz="2800" b="1" dirty="0">
                <a:latin typeface="宋体" panose="02010600030101010101" pitchFamily="2" charset="-122"/>
              </a:rPr>
              <a:t>根据所给出的资料，绘出双代号网络图；并用图上计算法和表上计算法分别计算网络总工期、关键路线、</a:t>
            </a:r>
            <a:r>
              <a:rPr lang="en-US" altLang="zh-CN" sz="2800" b="1" dirty="0">
                <a:latin typeface="Times New Roman" panose="02020603050405020304" pitchFamily="18" charset="0"/>
              </a:rPr>
              <a:t>TF</a:t>
            </a:r>
            <a:r>
              <a:rPr lang="zh-CN" altLang="en-US" sz="2800" b="1" dirty="0">
                <a:latin typeface="宋体" panose="02010600030101010101" pitchFamily="2" charset="-122"/>
              </a:rPr>
              <a:t>、</a:t>
            </a:r>
            <a:r>
              <a:rPr lang="en-US" altLang="zh-CN" sz="2800" b="1" dirty="0">
                <a:latin typeface="Times New Roman" panose="02020603050405020304" pitchFamily="18" charset="0"/>
              </a:rPr>
              <a:t>FF</a:t>
            </a:r>
            <a:r>
              <a:rPr lang="zh-CN" altLang="en-US" sz="2800" b="1" dirty="0">
                <a:latin typeface="宋体" panose="02010600030101010101" pitchFamily="2" charset="-122"/>
              </a:rPr>
              <a:t>。</a:t>
            </a:r>
            <a:r>
              <a:rPr lang="zh-CN" altLang="en-US" sz="2800" b="1" dirty="0">
                <a:latin typeface="Times New Roman" panose="02020603050405020304" pitchFamily="18" charset="0"/>
              </a:rPr>
              <a:t> </a:t>
            </a:r>
          </a:p>
        </p:txBody>
      </p:sp>
      <p:graphicFrame>
        <p:nvGraphicFramePr>
          <p:cNvPr id="118787" name="Group 3">
            <a:extLst>
              <a:ext uri="{FF2B5EF4-FFF2-40B4-BE49-F238E27FC236}">
                <a16:creationId xmlns:a16="http://schemas.microsoft.com/office/drawing/2014/main" id="{4320B5B4-3DB8-4865-9120-DAA4BC9FA724}"/>
              </a:ext>
            </a:extLst>
          </p:cNvPr>
          <p:cNvGraphicFramePr>
            <a:graphicFrameLocks noGrp="1"/>
          </p:cNvGraphicFramePr>
          <p:nvPr/>
        </p:nvGraphicFramePr>
        <p:xfrm>
          <a:off x="457200" y="3352800"/>
          <a:ext cx="8077200" cy="1539875"/>
        </p:xfrm>
        <a:graphic>
          <a:graphicData uri="http://schemas.openxmlformats.org/drawingml/2006/table">
            <a:tbl>
              <a:tblPr/>
              <a:tblGrid>
                <a:gridCol w="1676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990600">
                  <a:extLst>
                    <a:ext uri="{9D8B030D-6E8A-4147-A177-3AD203B41FA5}">
                      <a16:colId xmlns:a16="http://schemas.microsoft.com/office/drawing/2014/main" val="20006"/>
                    </a:ext>
                  </a:extLst>
                </a:gridCol>
                <a:gridCol w="1219200">
                  <a:extLst>
                    <a:ext uri="{9D8B030D-6E8A-4147-A177-3AD203B41FA5}">
                      <a16:colId xmlns:a16="http://schemas.microsoft.com/office/drawing/2014/main" val="20007"/>
                    </a:ext>
                  </a:extLst>
                </a:gridCol>
                <a:gridCol w="990600">
                  <a:extLst>
                    <a:ext uri="{9D8B030D-6E8A-4147-A177-3AD203B41FA5}">
                      <a16:colId xmlns:a16="http://schemas.microsoft.com/office/drawing/2014/main" val="20008"/>
                    </a:ext>
                  </a:extLst>
                </a:gridCol>
              </a:tblGrid>
              <a:tr h="2365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宋体" pitchFamily="2" charset="-122"/>
                        </a:rPr>
                        <a:t>工序代号</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宋体" pitchFamily="2" charset="-122"/>
                          <a:cs typeface="Times New Roman" pitchFamily="18" charset="0"/>
                        </a:rPr>
                        <a:t>A</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宋体" pitchFamily="2" charset="-122"/>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宋体" pitchFamily="2" charset="-122"/>
                        </a:rPr>
                        <a:t>D</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宋体" pitchFamily="2" charset="-122"/>
                        </a:rPr>
                        <a:t>E</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宋体" pitchFamily="2" charset="-122"/>
                        </a:rPr>
                        <a:t>F</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宋体" pitchFamily="2" charset="-122"/>
                        </a:rPr>
                        <a:t>G</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宋体" pitchFamily="2" charset="-122"/>
                        </a:rPr>
                        <a:t>H</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54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宋体" pitchFamily="2" charset="-122"/>
                        </a:rPr>
                        <a:t>紧前工作</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imes New Roman"/>
                          <a:ea typeface="宋体" pitchFamily="2" charset="-122"/>
                        </a:rPr>
                        <a:t>—</a:t>
                      </a:r>
                      <a:endParaRPr kumimoji="1" lang="en-US" altLang="zh-CN" sz="2400" b="1" i="0" u="none" strike="noStrike" cap="none" normalizeH="0" baseline="0">
                        <a:ln>
                          <a:noFill/>
                        </a:ln>
                        <a:solidFill>
                          <a:schemeClr val="tx1"/>
                        </a:solidFill>
                        <a:effectLst/>
                        <a:latin typeface="Tahoma" pitchFamily="34" charset="0"/>
                        <a:ea typeface="宋体"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宋体" pitchFamily="2" charset="-122"/>
                        </a:rPr>
                        <a:t>A</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宋体" pitchFamily="2" charset="-122"/>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宋体" pitchFamily="2" charset="-122"/>
                        </a:rPr>
                        <a:t>C</a:t>
                      </a:r>
                      <a:r>
                        <a:rPr kumimoji="1" lang="zh-CN" altLang="en-US" sz="2400" b="1" i="0" u="none" strike="noStrike" cap="none" normalizeH="0" baseline="0">
                          <a:ln>
                            <a:noFill/>
                          </a:ln>
                          <a:solidFill>
                            <a:schemeClr val="tx1"/>
                          </a:solidFill>
                          <a:effectLst/>
                          <a:latin typeface="Tahoma" pitchFamily="34" charset="0"/>
                          <a:ea typeface="宋体" pitchFamily="2" charset="-122"/>
                        </a:rPr>
                        <a:t>、</a:t>
                      </a:r>
                      <a:r>
                        <a:rPr kumimoji="1" lang="en-US" altLang="zh-CN" sz="2400" b="1" i="0" u="none" strike="noStrike" cap="none" normalizeH="0" baseline="0">
                          <a:ln>
                            <a:noFill/>
                          </a:ln>
                          <a:solidFill>
                            <a:schemeClr val="tx1"/>
                          </a:solidFill>
                          <a:effectLst/>
                          <a:latin typeface="Tahoma" pitchFamily="34" charset="0"/>
                          <a:ea typeface="宋体" pitchFamily="2" charset="-122"/>
                        </a:rPr>
                        <a:t>D</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宋体" pitchFamily="2" charset="-122"/>
                        </a:rPr>
                        <a:t>C</a:t>
                      </a:r>
                      <a:r>
                        <a:rPr kumimoji="1" lang="zh-CN" altLang="en-US" sz="2400" b="1" i="0" u="none" strike="noStrike" cap="none" normalizeH="0" baseline="0">
                          <a:ln>
                            <a:noFill/>
                          </a:ln>
                          <a:solidFill>
                            <a:schemeClr val="tx1"/>
                          </a:solidFill>
                          <a:effectLst/>
                          <a:latin typeface="Tahoma" pitchFamily="34" charset="0"/>
                          <a:ea typeface="宋体" pitchFamily="2" charset="-122"/>
                        </a:rPr>
                        <a:t>、</a:t>
                      </a:r>
                      <a:r>
                        <a:rPr kumimoji="1" lang="en-US" altLang="zh-CN" sz="2400" b="1" i="0" u="none" strike="noStrike" cap="none" normalizeH="0" baseline="0">
                          <a:ln>
                            <a:noFill/>
                          </a:ln>
                          <a:solidFill>
                            <a:schemeClr val="tx1"/>
                          </a:solidFill>
                          <a:effectLst/>
                          <a:latin typeface="Tahoma" pitchFamily="34" charset="0"/>
                          <a:ea typeface="宋体" pitchFamily="2" charset="-122"/>
                        </a:rPr>
                        <a:t>E</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宋体" pitchFamily="2" charset="-122"/>
                        </a:rPr>
                        <a:t>F</a:t>
                      </a:r>
                      <a:r>
                        <a:rPr kumimoji="1" lang="zh-CN" altLang="en-US" sz="2400" b="1" i="0" u="none" strike="noStrike" cap="none" normalizeH="0" baseline="0">
                          <a:ln>
                            <a:noFill/>
                          </a:ln>
                          <a:solidFill>
                            <a:schemeClr val="tx1"/>
                          </a:solidFill>
                          <a:effectLst/>
                          <a:latin typeface="Tahoma" pitchFamily="34" charset="0"/>
                          <a:ea typeface="宋体" pitchFamily="2" charset="-122"/>
                        </a:rPr>
                        <a:t>、</a:t>
                      </a:r>
                      <a:r>
                        <a:rPr kumimoji="1" lang="en-US" altLang="zh-CN" sz="2400" b="1" i="0" u="none" strike="noStrike" cap="none" normalizeH="0" baseline="0">
                          <a:ln>
                            <a:noFill/>
                          </a:ln>
                          <a:solidFill>
                            <a:schemeClr val="tx1"/>
                          </a:solidFill>
                          <a:effectLst/>
                          <a:latin typeface="Tahoma" pitchFamily="34" charset="0"/>
                          <a:ea typeface="宋体" pitchFamily="2" charset="-122"/>
                        </a:rPr>
                        <a:t>G</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1" i="0" u="none" strike="noStrike" cap="none" normalizeH="0" baseline="0">
                          <a:ln>
                            <a:noFill/>
                          </a:ln>
                          <a:solidFill>
                            <a:schemeClr val="tx1"/>
                          </a:solidFill>
                          <a:effectLst/>
                          <a:latin typeface="Tahoma" pitchFamily="34" charset="0"/>
                          <a:ea typeface="宋体" pitchFamily="2" charset="-122"/>
                        </a:rPr>
                        <a:t>工序时间</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宋体" pitchFamily="2" charset="-122"/>
                        </a:rPr>
                        <a:t>1</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宋体" pitchFamily="2" charset="-122"/>
                        </a:rPr>
                        <a:t>3</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宋体" pitchFamily="2" charset="-122"/>
                        </a:rPr>
                        <a:t>1</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宋体" pitchFamily="2" charset="-122"/>
                        </a:rPr>
                        <a:t>6</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宋体" pitchFamily="2" charset="-122"/>
                        </a:rPr>
                        <a:t>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宋体" pitchFamily="2" charset="-122"/>
                        </a:rPr>
                        <a:t>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宋体" pitchFamily="2" charset="-122"/>
                        </a:rPr>
                        <a:t>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1" i="0" u="none" strike="noStrike" cap="none" normalizeH="0" baseline="0">
                          <a:ln>
                            <a:noFill/>
                          </a:ln>
                          <a:solidFill>
                            <a:schemeClr val="tx1"/>
                          </a:solidFill>
                          <a:effectLst/>
                          <a:latin typeface="Tahoma" pitchFamily="34" charset="0"/>
                          <a:ea typeface="宋体" pitchFamily="2" charset="-122"/>
                        </a:rPr>
                        <a:t>4</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C376B2-125A-4CC5-9171-3EE2404FE6E6}"/>
              </a:ext>
            </a:extLst>
          </p:cNvPr>
          <p:cNvSpPr>
            <a:spLocks noGrp="1"/>
          </p:cNvSpPr>
          <p:nvPr>
            <p:ph type="title"/>
          </p:nvPr>
        </p:nvSpPr>
        <p:spPr/>
        <p:txBody>
          <a:bodyPr/>
          <a:lstStyle/>
          <a:p>
            <a:endParaRPr lang="zh-CN" altLang="en-US"/>
          </a:p>
        </p:txBody>
      </p:sp>
      <p:pic>
        <p:nvPicPr>
          <p:cNvPr id="5" name="内容占位符 4">
            <a:extLst>
              <a:ext uri="{FF2B5EF4-FFF2-40B4-BE49-F238E27FC236}">
                <a16:creationId xmlns:a16="http://schemas.microsoft.com/office/drawing/2014/main" id="{0D084CA2-9502-46C0-876C-66356D674D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77813"/>
            <a:ext cx="9144000" cy="6302373"/>
          </a:xfrm>
        </p:spPr>
      </p:pic>
    </p:spTree>
    <p:extLst>
      <p:ext uri="{BB962C8B-B14F-4D97-AF65-F5344CB8AC3E}">
        <p14:creationId xmlns:p14="http://schemas.microsoft.com/office/powerpoint/2010/main" val="28786560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113044F7-D539-4596-BC61-1556E9D062B9}"/>
              </a:ext>
            </a:extLst>
          </p:cNvPr>
          <p:cNvSpPr>
            <a:spLocks noGrp="1" noChangeArrowheads="1"/>
          </p:cNvSpPr>
          <p:nvPr>
            <p:ph type="title"/>
          </p:nvPr>
        </p:nvSpPr>
        <p:spPr>
          <a:xfrm>
            <a:off x="1752600" y="304800"/>
            <a:ext cx="5943600" cy="609600"/>
          </a:xfrm>
        </p:spPr>
        <p:txBody>
          <a:bodyPr/>
          <a:lstStyle/>
          <a:p>
            <a:pPr algn="ctr" eaLnBrk="1" hangingPunct="1"/>
            <a:r>
              <a:rPr lang="zh-CN" altLang="en-US" sz="3200" i="1" dirty="0">
                <a:solidFill>
                  <a:srgbClr val="0070C0"/>
                </a:solidFill>
              </a:rPr>
              <a:t>时标网络计划</a:t>
            </a:r>
          </a:p>
        </p:txBody>
      </p:sp>
      <p:sp>
        <p:nvSpPr>
          <p:cNvPr id="24579" name="Rectangle 3">
            <a:extLst>
              <a:ext uri="{FF2B5EF4-FFF2-40B4-BE49-F238E27FC236}">
                <a16:creationId xmlns:a16="http://schemas.microsoft.com/office/drawing/2014/main" id="{F2F52758-33EE-4068-B89C-2714C6D3B4ED}"/>
              </a:ext>
            </a:extLst>
          </p:cNvPr>
          <p:cNvSpPr>
            <a:spLocks noGrp="1" noChangeArrowheads="1"/>
          </p:cNvSpPr>
          <p:nvPr>
            <p:ph type="body" idx="1"/>
          </p:nvPr>
        </p:nvSpPr>
        <p:spPr>
          <a:xfrm>
            <a:off x="467544" y="1676400"/>
            <a:ext cx="8208912" cy="5181600"/>
          </a:xfrm>
        </p:spPr>
        <p:txBody>
          <a:bodyPr/>
          <a:lstStyle/>
          <a:p>
            <a:pPr eaLnBrk="1" hangingPunct="1">
              <a:buNone/>
            </a:pPr>
            <a:r>
              <a:rPr lang="en-US" altLang="zh-CN" dirty="0"/>
              <a:t>——</a:t>
            </a:r>
            <a:r>
              <a:rPr lang="zh-CN" altLang="en-US" dirty="0"/>
              <a:t>时标网络计划是一种将项目的网络图与时间坐标相结合的工具，通过在节点和箭线上标注时间参数（如开始时间、结束时间和持续时间），以图形方式展示项目的进度计划。</a:t>
            </a:r>
            <a:endParaRPr lang="en-US" altLang="zh-CN" sz="3200" dirty="0"/>
          </a:p>
          <a:p>
            <a:pPr eaLnBrk="1" hangingPunct="1">
              <a:buNone/>
            </a:pPr>
            <a:r>
              <a:rPr lang="en-US" altLang="zh-CN" sz="3200" dirty="0"/>
              <a:t>——</a:t>
            </a:r>
            <a:r>
              <a:rPr lang="zh-CN" altLang="en-US" sz="3200" dirty="0"/>
              <a:t>时标网络计划广泛应用于各类项目管理中，如建筑工程、软件开发、产品研发、生产制造等领域。它不仅适用于大型复杂项目，也适用于中小型项目的进度管理。</a:t>
            </a:r>
            <a:endParaRPr lang="en-US" altLang="zh-CN" sz="3200" dirty="0"/>
          </a:p>
          <a:p>
            <a:pPr eaLnBrk="1" hangingPunct="1">
              <a:buFont typeface="Wingdings" panose="05000000000000000000" pitchFamily="2" charset="2"/>
              <a:buNone/>
            </a:pPr>
            <a:r>
              <a:rPr lang="zh-CN" altLang="en-US" sz="3200" dirty="0"/>
              <a:t>                                     </a:t>
            </a:r>
          </a:p>
        </p:txBody>
      </p:sp>
    </p:spTree>
    <p:extLst>
      <p:ext uri="{BB962C8B-B14F-4D97-AF65-F5344CB8AC3E}">
        <p14:creationId xmlns:p14="http://schemas.microsoft.com/office/powerpoint/2010/main" val="13730948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36E622-4D6A-4251-8CEA-D8A23492B601}"/>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738CC4D-7AF9-4A2A-A0C5-84492383034A}"/>
              </a:ext>
            </a:extLst>
          </p:cNvPr>
          <p:cNvSpPr>
            <a:spLocks noGrp="1"/>
          </p:cNvSpPr>
          <p:nvPr>
            <p:ph idx="1"/>
          </p:nvPr>
        </p:nvSpPr>
        <p:spPr>
          <a:xfrm>
            <a:off x="102332" y="548680"/>
            <a:ext cx="8939336" cy="4530725"/>
          </a:xfrm>
        </p:spPr>
        <p:txBody>
          <a:bodyPr/>
          <a:lstStyle/>
          <a:p>
            <a:r>
              <a:rPr lang="zh-CN" altLang="en-US" sz="2400" b="1" dirty="0"/>
              <a:t>特点</a:t>
            </a:r>
          </a:p>
          <a:p>
            <a:r>
              <a:rPr lang="zh-CN" altLang="en-US" sz="2400" dirty="0"/>
              <a:t>‌</a:t>
            </a:r>
            <a:r>
              <a:rPr lang="zh-CN" altLang="en-US" sz="2400" b="1" dirty="0"/>
              <a:t>直观性</a:t>
            </a:r>
            <a:r>
              <a:rPr lang="zh-CN" altLang="en-US" sz="2400" dirty="0"/>
              <a:t>‌：时标网络计划使用水平时间轴来表示任务的持续时间，使得项目的总体进度安排一目了然，有助于项目成员明确各自的任务和时间节点。</a:t>
            </a:r>
          </a:p>
          <a:p>
            <a:r>
              <a:rPr lang="zh-CN" altLang="en-US" sz="2400" dirty="0"/>
              <a:t>‌</a:t>
            </a:r>
            <a:r>
              <a:rPr lang="zh-CN" altLang="en-US" sz="2400" b="1" dirty="0"/>
              <a:t>灵活性</a:t>
            </a:r>
            <a:r>
              <a:rPr lang="zh-CN" altLang="en-US" sz="2400" dirty="0"/>
              <a:t>‌：时标网络计划可以更容易地反映项目执行过程中的时间变动，便于及时调整和优化进度计划。</a:t>
            </a:r>
          </a:p>
          <a:p>
            <a:r>
              <a:rPr lang="zh-CN" altLang="en-US" sz="2400" dirty="0"/>
              <a:t>‌</a:t>
            </a:r>
            <a:r>
              <a:rPr lang="zh-CN" altLang="en-US" sz="2400" b="1" dirty="0"/>
              <a:t>可追踪性</a:t>
            </a:r>
            <a:r>
              <a:rPr lang="zh-CN" altLang="en-US" sz="2400" dirty="0"/>
              <a:t>‌：通过明确标注各项任务的开始和结束时间，时标网络计划便于项目管理者对项目进度的实时监控和追踪，及时发现偏差并采取措施纠正。</a:t>
            </a:r>
          </a:p>
          <a:p>
            <a:r>
              <a:rPr lang="zh-CN" altLang="en-US" sz="2400" dirty="0"/>
              <a:t>‌</a:t>
            </a:r>
            <a:r>
              <a:rPr lang="zh-CN" altLang="en-US" sz="2400" b="1" dirty="0"/>
              <a:t>关键路径清晰</a:t>
            </a:r>
            <a:r>
              <a:rPr lang="zh-CN" altLang="en-US" sz="2400" dirty="0"/>
              <a:t>‌：时标网络计划能够直观地显示项目的关键路径，帮助项目管理者集中精力关注和控制关键任务的进度。</a:t>
            </a:r>
          </a:p>
          <a:p>
            <a:r>
              <a:rPr lang="zh-CN" altLang="en-US" sz="2400" dirty="0"/>
              <a:t>‌</a:t>
            </a:r>
            <a:r>
              <a:rPr lang="zh-CN" altLang="en-US" sz="2400" b="1" dirty="0"/>
              <a:t>资源优化</a:t>
            </a:r>
            <a:r>
              <a:rPr lang="zh-CN" altLang="en-US" sz="2400" dirty="0"/>
              <a:t>‌：通过合理安排任务的时间顺序和资源配置，时标网络计划有助于优化项目资源使用，提高项目执行效率。</a:t>
            </a:r>
          </a:p>
          <a:p>
            <a:endParaRPr lang="zh-CN" altLang="en-US" sz="2400" dirty="0"/>
          </a:p>
        </p:txBody>
      </p:sp>
    </p:spTree>
    <p:extLst>
      <p:ext uri="{BB962C8B-B14F-4D97-AF65-F5344CB8AC3E}">
        <p14:creationId xmlns:p14="http://schemas.microsoft.com/office/powerpoint/2010/main" val="248561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a:extLst>
              <a:ext uri="{FF2B5EF4-FFF2-40B4-BE49-F238E27FC236}">
                <a16:creationId xmlns:a16="http://schemas.microsoft.com/office/drawing/2014/main" id="{F2F52758-33EE-4068-B89C-2714C6D3B4ED}"/>
              </a:ext>
            </a:extLst>
          </p:cNvPr>
          <p:cNvSpPr>
            <a:spLocks noGrp="1" noChangeArrowheads="1"/>
          </p:cNvSpPr>
          <p:nvPr>
            <p:ph type="body" idx="1"/>
          </p:nvPr>
        </p:nvSpPr>
        <p:spPr>
          <a:xfrm>
            <a:off x="611560" y="404664"/>
            <a:ext cx="8424936" cy="5181600"/>
          </a:xfrm>
        </p:spPr>
        <p:txBody>
          <a:bodyPr/>
          <a:lstStyle/>
          <a:p>
            <a:pPr eaLnBrk="1" hangingPunct="1">
              <a:buFont typeface="Wingdings" panose="05000000000000000000" pitchFamily="2" charset="2"/>
              <a:buNone/>
            </a:pPr>
            <a:r>
              <a:rPr lang="zh-CN" altLang="en-US" sz="3200" b="1" dirty="0">
                <a:solidFill>
                  <a:srgbClr val="0070C0"/>
                </a:solidFill>
              </a:rPr>
              <a:t>时标网络计划中以实箭线表示工作，以虚箭线表示虚工作，以波形线表示工作的自由时差。</a:t>
            </a:r>
          </a:p>
          <a:p>
            <a:pPr eaLnBrk="1" hangingPunct="1">
              <a:buFont typeface="Wingdings" panose="05000000000000000000" pitchFamily="2" charset="2"/>
              <a:buNone/>
            </a:pPr>
            <a:r>
              <a:rPr lang="zh-CN" altLang="en-US" sz="3200" b="1" dirty="0">
                <a:solidFill>
                  <a:srgbClr val="0070C0"/>
                </a:solidFill>
              </a:rPr>
              <a:t>一、时标网络计划的编制</a:t>
            </a:r>
            <a:r>
              <a:rPr lang="zh-CN" altLang="en-US" sz="2400" dirty="0"/>
              <a:t>                                                                                       一种方法是先计算一般网络计划节点的最早开始时间，确定节点位置，再绘制时标网络计划。                                                          另一种方法是直接绘制时标网络。                                                            </a:t>
            </a:r>
          </a:p>
        </p:txBody>
      </p:sp>
      <p:pic>
        <p:nvPicPr>
          <p:cNvPr id="24580" name="Picture 4" descr="msotw9_temp0">
            <a:extLst>
              <a:ext uri="{FF2B5EF4-FFF2-40B4-BE49-F238E27FC236}">
                <a16:creationId xmlns:a16="http://schemas.microsoft.com/office/drawing/2014/main" id="{F720C729-4D2C-469C-AA0B-CE335B8493F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910" b="24582"/>
          <a:stretch/>
        </p:blipFill>
        <p:spPr bwMode="auto">
          <a:xfrm>
            <a:off x="1066800" y="3733800"/>
            <a:ext cx="78486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标题 2">
            <a:extLst>
              <a:ext uri="{FF2B5EF4-FFF2-40B4-BE49-F238E27FC236}">
                <a16:creationId xmlns:a16="http://schemas.microsoft.com/office/drawing/2014/main" id="{D2DDC7BD-6AFE-4A11-BDBB-B850755EBAAF}"/>
              </a:ext>
            </a:extLst>
          </p:cNvPr>
          <p:cNvSpPr>
            <a:spLocks noGrp="1"/>
          </p:cNvSpPr>
          <p:nvPr>
            <p:ph type="title"/>
          </p:nvPr>
        </p:nvSpPr>
        <p:spPr/>
        <p:txBody>
          <a:bodyPr/>
          <a:lstStyle/>
          <a:p>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a:extLst>
              <a:ext uri="{FF2B5EF4-FFF2-40B4-BE49-F238E27FC236}">
                <a16:creationId xmlns:a16="http://schemas.microsoft.com/office/drawing/2014/main" id="{629E29E3-B8E1-4C1A-9AA2-A82C3029B7BD}"/>
              </a:ext>
            </a:extLst>
          </p:cNvPr>
          <p:cNvSpPr>
            <a:spLocks noGrp="1" noChangeArrowheads="1"/>
          </p:cNvSpPr>
          <p:nvPr>
            <p:ph type="body" idx="1"/>
          </p:nvPr>
        </p:nvSpPr>
        <p:spPr>
          <a:xfrm>
            <a:off x="683568" y="1556792"/>
            <a:ext cx="8231187" cy="4724400"/>
          </a:xfrm>
        </p:spPr>
        <p:txBody>
          <a:bodyPr/>
          <a:lstStyle/>
          <a:p>
            <a:pPr eaLnBrk="1" hangingPunct="1">
              <a:buFont typeface="Wingdings" panose="05000000000000000000" pitchFamily="2" charset="2"/>
              <a:buNone/>
            </a:pPr>
            <a:r>
              <a:rPr lang="zh-CN" altLang="en-US" sz="2400" dirty="0">
                <a:solidFill>
                  <a:schemeClr val="hlink"/>
                </a:solidFill>
              </a:rPr>
              <a:t>绘制步骤</a:t>
            </a:r>
            <a:r>
              <a:rPr lang="zh-CN" altLang="en-US" sz="2400" dirty="0">
                <a:solidFill>
                  <a:schemeClr val="tx2"/>
                </a:solidFill>
              </a:rPr>
              <a:t>：</a:t>
            </a:r>
            <a:r>
              <a:rPr lang="zh-CN" altLang="en-US" sz="2400" dirty="0"/>
              <a:t>                                                                                                      </a:t>
            </a:r>
            <a:r>
              <a:rPr lang="en-US" altLang="zh-CN" sz="2400" dirty="0"/>
              <a:t>1.</a:t>
            </a:r>
            <a:r>
              <a:rPr lang="zh-CN" altLang="en-US" sz="2400" dirty="0"/>
              <a:t>将起点节点定位于时标表的起始刻度线上；                                             </a:t>
            </a:r>
            <a:r>
              <a:rPr lang="en-US" altLang="zh-CN" sz="2400" dirty="0"/>
              <a:t>2.</a:t>
            </a:r>
            <a:r>
              <a:rPr lang="zh-CN" altLang="en-US" sz="2400" dirty="0"/>
              <a:t>按工作持续时间在时标表上绘制起始节点的外向箭线；                                                                                                      </a:t>
            </a:r>
            <a:r>
              <a:rPr lang="en-US" altLang="zh-CN" sz="2400" dirty="0"/>
              <a:t>3.</a:t>
            </a:r>
            <a:r>
              <a:rPr lang="zh-CN" altLang="en-US" sz="2400" dirty="0"/>
              <a:t>其他节点位置必须在其所有内向箭线都绘出以后，定位在箭线最长的末端。工作的自由时差用波形线补足。                                                                                                                   </a:t>
            </a:r>
            <a:r>
              <a:rPr lang="en-US" altLang="zh-CN" sz="2400" dirty="0"/>
              <a:t>4.</a:t>
            </a:r>
            <a:r>
              <a:rPr lang="zh-CN" altLang="en-US" sz="2400" dirty="0"/>
              <a:t>按上述方法自左至右依次确定其他节点位置，直到终点节点绘完。</a:t>
            </a:r>
          </a:p>
          <a:p>
            <a:pPr eaLnBrk="1" hangingPunct="1">
              <a:buFont typeface="Wingdings" panose="05000000000000000000" pitchFamily="2" charset="2"/>
              <a:buNone/>
            </a:pPr>
            <a:r>
              <a:rPr lang="zh-CN" altLang="en-US" sz="2400" dirty="0">
                <a:solidFill>
                  <a:schemeClr val="tx2"/>
                </a:solidFill>
              </a:rPr>
              <a:t>二、</a:t>
            </a:r>
            <a:r>
              <a:rPr lang="zh-CN" altLang="en-US" sz="2400" dirty="0">
                <a:solidFill>
                  <a:srgbClr val="CC3300"/>
                </a:solidFill>
              </a:rPr>
              <a:t>关键线路和计算工期的确定</a:t>
            </a:r>
            <a:r>
              <a:rPr lang="zh-CN" altLang="en-US" sz="2400" dirty="0"/>
              <a:t>                                                                </a:t>
            </a:r>
            <a:r>
              <a:rPr lang="zh-CN" altLang="en-US" sz="2400" b="1" dirty="0">
                <a:solidFill>
                  <a:schemeClr val="hlink"/>
                </a:solidFill>
              </a:rPr>
              <a:t>关键线路：从终点到起点不出现波形线的线路</a:t>
            </a:r>
            <a:r>
              <a:rPr lang="zh-CN" altLang="en-US" sz="2400" b="1" dirty="0"/>
              <a:t>。</a:t>
            </a:r>
          </a:p>
          <a:p>
            <a:pPr eaLnBrk="1" hangingPunct="1">
              <a:buFont typeface="Wingdings" panose="05000000000000000000" pitchFamily="2" charset="2"/>
              <a:buNone/>
            </a:pPr>
            <a:r>
              <a:rPr lang="zh-CN" altLang="en-US" sz="2400" dirty="0">
                <a:solidFill>
                  <a:schemeClr val="tx2"/>
                </a:solidFill>
              </a:rPr>
              <a:t>三、</a:t>
            </a:r>
            <a:r>
              <a:rPr lang="zh-CN" altLang="en-US" sz="2400" dirty="0"/>
              <a:t>工作的总时差和自由时差                                                                                自由时差：该工作波形线的长度。                                                           总时差： </a:t>
            </a:r>
            <a:r>
              <a:rPr lang="en-US" altLang="zh-CN" sz="2800" dirty="0"/>
              <a:t>TF </a:t>
            </a:r>
            <a:r>
              <a:rPr lang="en-US" altLang="zh-CN" sz="2800" baseline="-8000" dirty="0" err="1"/>
              <a:t>i</a:t>
            </a:r>
            <a:r>
              <a:rPr lang="en-US" altLang="zh-CN" sz="2800" baseline="-8000" dirty="0"/>
              <a:t>-j</a:t>
            </a:r>
            <a:r>
              <a:rPr lang="en-US" altLang="zh-CN" sz="2800" dirty="0"/>
              <a:t> </a:t>
            </a:r>
            <a:r>
              <a:rPr lang="en-US" altLang="zh-CN" sz="2400" dirty="0"/>
              <a:t>= min[</a:t>
            </a:r>
            <a:r>
              <a:rPr lang="en-US" altLang="zh-CN" sz="2800" dirty="0"/>
              <a:t>TF </a:t>
            </a:r>
            <a:r>
              <a:rPr lang="en-US" altLang="zh-CN" sz="2800" baseline="-8000" dirty="0"/>
              <a:t>j-k</a:t>
            </a:r>
            <a:r>
              <a:rPr lang="en-US" altLang="zh-CN" sz="2400" dirty="0"/>
              <a:t>]</a:t>
            </a:r>
            <a:r>
              <a:rPr lang="en-US" altLang="zh-CN" sz="2800" dirty="0"/>
              <a:t> </a:t>
            </a:r>
            <a:r>
              <a:rPr lang="en-US" altLang="zh-CN" sz="2400" dirty="0"/>
              <a:t>+ </a:t>
            </a:r>
            <a:r>
              <a:rPr lang="en-US" altLang="zh-CN" sz="2800" dirty="0"/>
              <a:t>FF </a:t>
            </a:r>
            <a:r>
              <a:rPr lang="en-US" altLang="zh-CN" sz="2800" baseline="-8000" dirty="0" err="1"/>
              <a:t>i</a:t>
            </a:r>
            <a:r>
              <a:rPr lang="en-US" altLang="zh-CN" sz="2800" baseline="-8000" dirty="0"/>
              <a:t>-j</a:t>
            </a:r>
            <a:r>
              <a:rPr lang="en-US" altLang="zh-CN" sz="2800" dirty="0"/>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4" descr="msotw9_temp0">
            <a:extLst>
              <a:ext uri="{FF2B5EF4-FFF2-40B4-BE49-F238E27FC236}">
                <a16:creationId xmlns:a16="http://schemas.microsoft.com/office/drawing/2014/main" id="{62F8A5ED-B8A5-4A6D-897F-E7C38989118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265" b="9583"/>
          <a:stretch/>
        </p:blipFill>
        <p:spPr bwMode="auto">
          <a:xfrm>
            <a:off x="0" y="381000"/>
            <a:ext cx="9144000" cy="6288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7C280D-1BD6-4226-BE56-14BA1E2A3E25}"/>
              </a:ext>
            </a:extLst>
          </p:cNvPr>
          <p:cNvSpPr>
            <a:spLocks noGrp="1"/>
          </p:cNvSpPr>
          <p:nvPr>
            <p:ph type="title"/>
          </p:nvPr>
        </p:nvSpPr>
        <p:spPr/>
        <p:txBody>
          <a:bodyPr/>
          <a:lstStyle/>
          <a:p>
            <a:r>
              <a:rPr lang="en-US" altLang="zh-CN" dirty="0"/>
              <a:t>2.</a:t>
            </a:r>
            <a:r>
              <a:rPr lang="zh-CN" altLang="en-US" dirty="0"/>
              <a:t>工程项目进度控制的内容</a:t>
            </a:r>
          </a:p>
        </p:txBody>
      </p:sp>
      <p:sp>
        <p:nvSpPr>
          <p:cNvPr id="3" name="内容占位符 2">
            <a:extLst>
              <a:ext uri="{FF2B5EF4-FFF2-40B4-BE49-F238E27FC236}">
                <a16:creationId xmlns:a16="http://schemas.microsoft.com/office/drawing/2014/main" id="{3A25DBAF-C6D3-439D-AA0A-575ECDDB9E89}"/>
              </a:ext>
            </a:extLst>
          </p:cNvPr>
          <p:cNvSpPr>
            <a:spLocks noGrp="1"/>
          </p:cNvSpPr>
          <p:nvPr>
            <p:ph idx="1"/>
          </p:nvPr>
        </p:nvSpPr>
        <p:spPr>
          <a:xfrm>
            <a:off x="251520" y="1600200"/>
            <a:ext cx="8784976" cy="4530725"/>
          </a:xfrm>
        </p:spPr>
        <p:txBody>
          <a:bodyPr/>
          <a:lstStyle/>
          <a:p>
            <a:r>
              <a:rPr lang="zh-CN" altLang="en-US" dirty="0"/>
              <a:t>（</a:t>
            </a:r>
            <a:r>
              <a:rPr lang="en-US" altLang="zh-CN" dirty="0"/>
              <a:t>1</a:t>
            </a:r>
            <a:r>
              <a:rPr lang="zh-CN" altLang="en-US" dirty="0"/>
              <a:t>）‌</a:t>
            </a:r>
            <a:r>
              <a:rPr lang="zh-CN" altLang="en-US" b="1" dirty="0"/>
              <a:t>进度控制的目标和原则</a:t>
            </a:r>
            <a:r>
              <a:rPr lang="zh-CN" altLang="en-US" dirty="0"/>
              <a:t>‌：进度控制的目标是在规定的时间内，确保项目按计划完成。原则包括依据施工合同、确保工程质量和安全、采用事前预控和动态控制相结合、采用科学先进的控制方法、均衡调整进度计划、控制人为干扰因素等‌。</a:t>
            </a:r>
          </a:p>
          <a:p>
            <a:r>
              <a:rPr lang="zh-CN" altLang="en-US" dirty="0"/>
              <a:t>‌（</a:t>
            </a:r>
            <a:r>
              <a:rPr lang="en-US" altLang="zh-CN" dirty="0"/>
              <a:t>2</a:t>
            </a:r>
            <a:r>
              <a:rPr lang="zh-CN" altLang="en-US" dirty="0"/>
              <a:t>）</a:t>
            </a:r>
            <a:r>
              <a:rPr lang="zh-CN" altLang="en-US" b="1" dirty="0"/>
              <a:t>进度控制的方法和措施</a:t>
            </a:r>
            <a:r>
              <a:rPr lang="zh-CN" altLang="en-US" dirty="0"/>
              <a:t>‌：进度控制的方法包括规划、控制和协调。具体措施包括编制进度计划、资源供应计划，并在实施过程中不断监控和调整计划，确保实际进度与计划进度一致。</a:t>
            </a:r>
          </a:p>
          <a:p>
            <a:r>
              <a:rPr lang="zh-CN" altLang="en-US" dirty="0"/>
              <a:t>‌</a:t>
            </a:r>
          </a:p>
        </p:txBody>
      </p:sp>
    </p:spTree>
    <p:extLst>
      <p:ext uri="{BB962C8B-B14F-4D97-AF65-F5344CB8AC3E}">
        <p14:creationId xmlns:p14="http://schemas.microsoft.com/office/powerpoint/2010/main" val="35848369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21F810-CA55-454F-AA32-3F6DE38762C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FB6AAB28-4CB3-48A4-95E0-2A7CFEA2384B}"/>
              </a:ext>
            </a:extLst>
          </p:cNvPr>
          <p:cNvSpPr>
            <a:spLocks noGrp="1"/>
          </p:cNvSpPr>
          <p:nvPr>
            <p:ph idx="1"/>
          </p:nvPr>
        </p:nvSpPr>
        <p:spPr>
          <a:xfrm>
            <a:off x="0" y="1052736"/>
            <a:ext cx="8964488" cy="4530725"/>
          </a:xfrm>
        </p:spPr>
        <p:txBody>
          <a:bodyPr/>
          <a:lstStyle/>
          <a:p>
            <a:r>
              <a:rPr lang="zh-CN" altLang="en-US" b="1" dirty="0"/>
              <a:t>（</a:t>
            </a:r>
            <a:r>
              <a:rPr lang="en-US" altLang="zh-CN" b="1" dirty="0"/>
              <a:t>3</a:t>
            </a:r>
            <a:r>
              <a:rPr lang="zh-CN" altLang="en-US" b="1" dirty="0"/>
              <a:t>）进度控制的具体任务</a:t>
            </a:r>
            <a:r>
              <a:rPr lang="zh-CN" altLang="en-US" dirty="0"/>
              <a:t>‌：进度控制的任务包括编制具有实施性和操作性的监理细则，审查施工单位的施工总进度计划及其月、季、年施工计划，确保进度计划符合施工合同规定，优化工期安排，保证生产要素供应均衡等‌。</a:t>
            </a:r>
          </a:p>
          <a:p>
            <a:r>
              <a:rPr lang="zh-CN" altLang="en-US" dirty="0"/>
              <a:t>（</a:t>
            </a:r>
            <a:r>
              <a:rPr lang="en-US" altLang="zh-CN" dirty="0"/>
              <a:t>4</a:t>
            </a:r>
            <a:r>
              <a:rPr lang="zh-CN" altLang="en-US" dirty="0"/>
              <a:t>）‌</a:t>
            </a:r>
            <a:r>
              <a:rPr lang="zh-CN" altLang="en-US" b="1" dirty="0"/>
              <a:t>进度控制的风险分析和问题解决</a:t>
            </a:r>
            <a:r>
              <a:rPr lang="zh-CN" altLang="en-US" dirty="0"/>
              <a:t>‌：进度控制还需要进行风险分析，识别可能影响进度的因素，并采取措施解决施工中遇到问题，确保项目按计划进行‌。</a:t>
            </a:r>
          </a:p>
          <a:p>
            <a:r>
              <a:rPr lang="zh-CN" altLang="en-US" dirty="0"/>
              <a:t>‌（</a:t>
            </a:r>
            <a:r>
              <a:rPr lang="en-US" altLang="zh-CN" dirty="0"/>
              <a:t>5</a:t>
            </a:r>
            <a:r>
              <a:rPr lang="zh-CN" altLang="en-US" dirty="0"/>
              <a:t>）</a:t>
            </a:r>
            <a:r>
              <a:rPr lang="zh-CN" altLang="en-US" b="1" dirty="0"/>
              <a:t>进度控制的工具和技术</a:t>
            </a:r>
            <a:r>
              <a:rPr lang="zh-CN" altLang="en-US" dirty="0"/>
              <a:t>‌：常用的工具和技术包括施工进度控制目标分解图、甘特图（条形图）、项目网络图等，这些工具可以帮助直观地展示和监控项目进度‌</a:t>
            </a:r>
            <a:br>
              <a:rPr lang="zh-CN" altLang="en-US" dirty="0"/>
            </a:br>
            <a:r>
              <a:rPr lang="zh-CN" altLang="en-US" dirty="0"/>
              <a:t>。</a:t>
            </a:r>
          </a:p>
          <a:p>
            <a:endParaRPr lang="zh-CN" altLang="en-US" dirty="0"/>
          </a:p>
        </p:txBody>
      </p:sp>
    </p:spTree>
    <p:extLst>
      <p:ext uri="{BB962C8B-B14F-4D97-AF65-F5344CB8AC3E}">
        <p14:creationId xmlns:p14="http://schemas.microsoft.com/office/powerpoint/2010/main" val="36927534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5F517A-B237-4D1F-AC8C-68C5BF6D3AB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AED5DBD0-AAF7-48AD-A15A-F5B139C77169}"/>
              </a:ext>
            </a:extLst>
          </p:cNvPr>
          <p:cNvSpPr>
            <a:spLocks noGrp="1"/>
          </p:cNvSpPr>
          <p:nvPr>
            <p:ph idx="1"/>
          </p:nvPr>
        </p:nvSpPr>
        <p:spPr/>
        <p:txBody>
          <a:bodyPr/>
          <a:lstStyle/>
          <a:p>
            <a:r>
              <a:rPr lang="en-US" altLang="zh-CN" dirty="0"/>
              <a:t>9.2 </a:t>
            </a:r>
            <a:r>
              <a:rPr lang="zh-CN" altLang="zh-CN" dirty="0"/>
              <a:t> 掌控项目进度计划实施管理</a:t>
            </a:r>
            <a:endParaRPr lang="en-US" altLang="zh-CN" dirty="0"/>
          </a:p>
          <a:p>
            <a:r>
              <a:rPr lang="zh-CN" altLang="en-US" b="1" dirty="0"/>
              <a:t>一、进度计划实施</a:t>
            </a:r>
            <a:r>
              <a:rPr lang="zh-CN" altLang="en-US" dirty="0"/>
              <a:t>‌</a:t>
            </a:r>
            <a:endParaRPr lang="en-US" altLang="zh-CN" dirty="0"/>
          </a:p>
          <a:p>
            <a:r>
              <a:rPr lang="zh-CN" altLang="en-US" b="1" dirty="0"/>
              <a:t>进度计划实施</a:t>
            </a:r>
            <a:r>
              <a:rPr lang="zh-CN" altLang="en-US" dirty="0"/>
              <a:t>是指将制定的进度计划付诸实践，确保各项施工活动按照预定的顺序和时间进行，从而实现项目进度目标的过程。</a:t>
            </a:r>
            <a:endParaRPr lang="en-US" altLang="zh-CN" dirty="0"/>
          </a:p>
          <a:p>
            <a:pPr marL="514350" indent="-514350">
              <a:buFont typeface="+mj-lt"/>
              <a:buAutoNum type="arabicPeriod"/>
            </a:pPr>
            <a:r>
              <a:rPr lang="zh-CN" altLang="en-US" dirty="0"/>
              <a:t>施工进度计划的审核</a:t>
            </a:r>
            <a:endParaRPr lang="en-US" altLang="zh-CN" dirty="0"/>
          </a:p>
          <a:p>
            <a:pPr marL="514350" indent="-514350">
              <a:buFont typeface="+mj-lt"/>
              <a:buAutoNum type="arabicPeriod"/>
            </a:pPr>
            <a:r>
              <a:rPr lang="zh-CN" altLang="en-US" dirty="0"/>
              <a:t>施工项目进度计划的贯彻</a:t>
            </a:r>
            <a:endParaRPr lang="en-US" altLang="zh-CN" dirty="0"/>
          </a:p>
          <a:p>
            <a:pPr marL="514350" indent="-514350">
              <a:buFont typeface="+mj-lt"/>
              <a:buAutoNum type="arabicPeriod"/>
            </a:pPr>
            <a:r>
              <a:rPr lang="zh-CN" altLang="en-US" dirty="0"/>
              <a:t>施工项目进度计划的实施</a:t>
            </a:r>
            <a:endParaRPr lang="zh-CN" altLang="zh-CN" dirty="0"/>
          </a:p>
          <a:p>
            <a:endParaRPr lang="zh-CN" altLang="en-US" dirty="0"/>
          </a:p>
        </p:txBody>
      </p:sp>
    </p:spTree>
    <p:extLst>
      <p:ext uri="{BB962C8B-B14F-4D97-AF65-F5344CB8AC3E}">
        <p14:creationId xmlns:p14="http://schemas.microsoft.com/office/powerpoint/2010/main" val="10860271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51414F-1999-40AF-BE96-9E469B0BE5E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9B379B7-C4E8-4B92-A2F4-6B1AFA730849}"/>
              </a:ext>
            </a:extLst>
          </p:cNvPr>
          <p:cNvSpPr>
            <a:spLocks noGrp="1"/>
          </p:cNvSpPr>
          <p:nvPr>
            <p:ph idx="1"/>
          </p:nvPr>
        </p:nvSpPr>
        <p:spPr>
          <a:xfrm>
            <a:off x="457200" y="476672"/>
            <a:ext cx="8229600" cy="4530725"/>
          </a:xfrm>
        </p:spPr>
        <p:txBody>
          <a:bodyPr/>
          <a:lstStyle/>
          <a:p>
            <a:r>
              <a:rPr lang="zh-CN" altLang="en-US" sz="3200" b="1" dirty="0"/>
              <a:t>二、施工进度计划的检查</a:t>
            </a:r>
            <a:endParaRPr lang="en-US" altLang="zh-CN" sz="3200" b="1" dirty="0"/>
          </a:p>
          <a:p>
            <a:endParaRPr lang="en-US" altLang="zh-CN" sz="3200" b="1" dirty="0"/>
          </a:p>
          <a:p>
            <a:r>
              <a:rPr lang="en-US" altLang="zh-CN" sz="3200" b="1" dirty="0"/>
              <a:t>1.</a:t>
            </a:r>
            <a:r>
              <a:rPr lang="zh-CN" altLang="en-US" sz="3200" b="1" dirty="0"/>
              <a:t>跟踪检查施工实际进度</a:t>
            </a:r>
            <a:endParaRPr lang="en-US" altLang="zh-CN" sz="3200" b="1" dirty="0"/>
          </a:p>
          <a:p>
            <a:r>
              <a:rPr lang="en-US" altLang="zh-CN" sz="3200" b="1" dirty="0"/>
              <a:t>2.</a:t>
            </a:r>
            <a:r>
              <a:rPr lang="zh-CN" altLang="en-US" sz="3200" b="1" dirty="0"/>
              <a:t>对比实际进度计划与计划进度</a:t>
            </a:r>
            <a:endParaRPr lang="en-US" altLang="zh-CN" sz="3200" b="1" dirty="0"/>
          </a:p>
          <a:p>
            <a:r>
              <a:rPr lang="zh-CN" altLang="en-US" sz="3200" b="1" dirty="0"/>
              <a:t>（</a:t>
            </a:r>
            <a:r>
              <a:rPr lang="en-US" altLang="zh-CN" sz="3200" b="1" dirty="0"/>
              <a:t>1</a:t>
            </a:r>
            <a:r>
              <a:rPr lang="zh-CN" altLang="en-US" sz="3200" b="1" dirty="0"/>
              <a:t>）横道图比较法</a:t>
            </a:r>
            <a:endParaRPr lang="en-US" altLang="zh-CN" sz="3200" b="1" dirty="0"/>
          </a:p>
          <a:p>
            <a:r>
              <a:rPr lang="zh-CN" altLang="en-US" sz="3200" b="1" dirty="0"/>
              <a:t>（</a:t>
            </a:r>
            <a:r>
              <a:rPr lang="en-US" altLang="zh-CN" sz="3200" b="1" dirty="0"/>
              <a:t>2</a:t>
            </a:r>
            <a:r>
              <a:rPr lang="zh-CN" altLang="en-US" sz="3200" b="1" dirty="0"/>
              <a:t>）</a:t>
            </a:r>
            <a:r>
              <a:rPr lang="en-US" altLang="zh-CN" sz="3200" b="1" dirty="0"/>
              <a:t>S</a:t>
            </a:r>
            <a:r>
              <a:rPr lang="zh-CN" altLang="en-US" sz="3200" b="1" dirty="0"/>
              <a:t>曲线比较法</a:t>
            </a:r>
            <a:endParaRPr lang="en-US" altLang="zh-CN" sz="3200" b="1" dirty="0"/>
          </a:p>
          <a:p>
            <a:r>
              <a:rPr lang="zh-CN" altLang="en-US" sz="3200" b="1" dirty="0"/>
              <a:t>（</a:t>
            </a:r>
            <a:r>
              <a:rPr lang="en-US" altLang="zh-CN" sz="3200" b="1" dirty="0"/>
              <a:t>3</a:t>
            </a:r>
            <a:r>
              <a:rPr lang="zh-CN" altLang="en-US" sz="3200" b="1" dirty="0"/>
              <a:t>）香蕉型曲线比较法</a:t>
            </a:r>
            <a:endParaRPr lang="en-US" altLang="zh-CN" sz="3200" b="1" dirty="0"/>
          </a:p>
          <a:p>
            <a:r>
              <a:rPr lang="zh-CN" altLang="en-US" sz="3200" b="1" dirty="0"/>
              <a:t>（</a:t>
            </a:r>
            <a:r>
              <a:rPr lang="en-US" altLang="zh-CN" sz="3200" b="1" dirty="0"/>
              <a:t>4</a:t>
            </a:r>
            <a:r>
              <a:rPr lang="zh-CN" altLang="en-US" sz="3200" b="1" dirty="0"/>
              <a:t>）前锋线比较法</a:t>
            </a:r>
            <a:endParaRPr lang="en-US" altLang="zh-CN" sz="3200" b="1" dirty="0"/>
          </a:p>
          <a:p>
            <a:r>
              <a:rPr lang="zh-CN" altLang="en-US" sz="3200" b="1" dirty="0"/>
              <a:t>（</a:t>
            </a:r>
            <a:r>
              <a:rPr lang="en-US" altLang="zh-CN" sz="3200" b="1" dirty="0"/>
              <a:t>5</a:t>
            </a:r>
            <a:r>
              <a:rPr lang="zh-CN" altLang="en-US" sz="3200" b="1" dirty="0"/>
              <a:t>）列表比较法</a:t>
            </a:r>
          </a:p>
        </p:txBody>
      </p:sp>
    </p:spTree>
    <p:extLst>
      <p:ext uri="{BB962C8B-B14F-4D97-AF65-F5344CB8AC3E}">
        <p14:creationId xmlns:p14="http://schemas.microsoft.com/office/powerpoint/2010/main" val="38407223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5F517A-B237-4D1F-AC8C-68C5BF6D3ABC}"/>
              </a:ext>
            </a:extLst>
          </p:cNvPr>
          <p:cNvSpPr>
            <a:spLocks noGrp="1"/>
          </p:cNvSpPr>
          <p:nvPr>
            <p:ph type="title"/>
          </p:nvPr>
        </p:nvSpPr>
        <p:spPr/>
        <p:txBody>
          <a:bodyPr/>
          <a:lstStyle/>
          <a:p>
            <a:r>
              <a:rPr lang="zh-CN" altLang="en-US" dirty="0"/>
              <a:t>第</a:t>
            </a:r>
            <a:r>
              <a:rPr lang="en-US" altLang="zh-CN" dirty="0"/>
              <a:t>9</a:t>
            </a:r>
            <a:r>
              <a:rPr lang="zh-CN" altLang="en-US" dirty="0"/>
              <a:t>章 </a:t>
            </a:r>
            <a:r>
              <a:rPr lang="en-US" altLang="zh-CN" dirty="0"/>
              <a:t> </a:t>
            </a:r>
            <a:r>
              <a:rPr lang="zh-CN" altLang="zh-CN" dirty="0"/>
              <a:t>项目进度管理</a:t>
            </a:r>
            <a:endParaRPr lang="zh-CN" altLang="en-US" dirty="0"/>
          </a:p>
        </p:txBody>
      </p:sp>
      <p:sp>
        <p:nvSpPr>
          <p:cNvPr id="3" name="内容占位符 2">
            <a:extLst>
              <a:ext uri="{FF2B5EF4-FFF2-40B4-BE49-F238E27FC236}">
                <a16:creationId xmlns:a16="http://schemas.microsoft.com/office/drawing/2014/main" id="{AED5DBD0-AAF7-48AD-A15A-F5B139C77169}"/>
              </a:ext>
            </a:extLst>
          </p:cNvPr>
          <p:cNvSpPr>
            <a:spLocks noGrp="1"/>
          </p:cNvSpPr>
          <p:nvPr>
            <p:ph idx="1"/>
          </p:nvPr>
        </p:nvSpPr>
        <p:spPr/>
        <p:txBody>
          <a:bodyPr/>
          <a:lstStyle/>
          <a:p>
            <a:r>
              <a:rPr lang="en-US" altLang="zh-CN" dirty="0"/>
              <a:t>9.3 </a:t>
            </a:r>
            <a:r>
              <a:rPr lang="zh-CN" altLang="zh-CN" dirty="0"/>
              <a:t>进行进度计划偏差处理与及时索赔</a:t>
            </a:r>
          </a:p>
          <a:p>
            <a:endParaRPr lang="zh-CN" altLang="en-US" dirty="0"/>
          </a:p>
        </p:txBody>
      </p:sp>
    </p:spTree>
    <p:extLst>
      <p:ext uri="{BB962C8B-B14F-4D97-AF65-F5344CB8AC3E}">
        <p14:creationId xmlns:p14="http://schemas.microsoft.com/office/powerpoint/2010/main" val="3176337948"/>
      </p:ext>
    </p:extLst>
  </p:cSld>
  <p:clrMapOvr>
    <a:masterClrMapping/>
  </p:clrMapOvr>
</p:sld>
</file>

<file path=ppt/theme/theme1.xml><?xml version="1.0" encoding="utf-8"?>
<a:theme xmlns:a="http://schemas.openxmlformats.org/drawingml/2006/main" name="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Level</Template>
  <TotalTime>1766</TotalTime>
  <Words>2864</Words>
  <Application>Microsoft Office PowerPoint</Application>
  <PresentationFormat>全屏显示(4:3)</PresentationFormat>
  <Paragraphs>504</Paragraphs>
  <Slides>51</Slides>
  <Notes>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4</vt:i4>
      </vt:variant>
      <vt:variant>
        <vt:lpstr>幻灯片标题</vt:lpstr>
      </vt:variant>
      <vt:variant>
        <vt:i4>51</vt:i4>
      </vt:variant>
    </vt:vector>
  </HeadingPairs>
  <TitlesOfParts>
    <vt:vector size="64" baseType="lpstr">
      <vt:lpstr>宋体</vt:lpstr>
      <vt:lpstr>Arial</vt:lpstr>
      <vt:lpstr>Calibri</vt:lpstr>
      <vt:lpstr>Garamond</vt:lpstr>
      <vt:lpstr>Tahoma</vt:lpstr>
      <vt:lpstr>Times New Roman</vt:lpstr>
      <vt:lpstr>Verdana</vt:lpstr>
      <vt:lpstr>Wingdings</vt:lpstr>
      <vt:lpstr>Level</vt:lpstr>
      <vt:lpstr>AutoCAD Drawing</vt:lpstr>
      <vt:lpstr>Equation.3</vt:lpstr>
      <vt:lpstr>公式</vt:lpstr>
      <vt:lpstr>Equation</vt:lpstr>
      <vt:lpstr>《工程项目管理》    2020年南京大学出版社  作者张之峰、胡文军</vt:lpstr>
      <vt:lpstr>第9章  项目进度管理</vt:lpstr>
      <vt:lpstr>一、工程项目进度计划</vt:lpstr>
      <vt:lpstr>‌二、工程项目进度控制</vt:lpstr>
      <vt:lpstr>PowerPoint 演示文稿</vt:lpstr>
      <vt:lpstr>PowerPoint 演示文稿</vt:lpstr>
      <vt:lpstr>PowerPoint 演示文稿</vt:lpstr>
      <vt:lpstr>双代号网络图的绘制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课题练习</vt:lpstr>
      <vt:lpstr>PowerPoint 演示文稿</vt:lpstr>
      <vt:lpstr>PowerPoint 演示文稿</vt:lpstr>
      <vt:lpstr>PowerPoint 演示文稿</vt:lpstr>
      <vt:lpstr>双代号网络图的计算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时标网络计划</vt:lpstr>
      <vt:lpstr>PowerPoint 演示文稿</vt:lpstr>
      <vt:lpstr>PowerPoint 演示文稿</vt:lpstr>
      <vt:lpstr>PowerPoint 演示文稿</vt:lpstr>
      <vt:lpstr>PowerPoint 演示文稿</vt:lpstr>
      <vt:lpstr>2.工程项目进度控制的内容</vt:lpstr>
      <vt:lpstr>PowerPoint 演示文稿</vt:lpstr>
      <vt:lpstr>PowerPoint 演示文稿</vt:lpstr>
      <vt:lpstr>PowerPoint 演示文稿</vt:lpstr>
      <vt:lpstr>第9章  项目进度管理</vt:lpstr>
    </vt:vector>
  </TitlesOfParts>
  <Company>xhhe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供应链设计与管理</dc:title>
  <dc:creator>xinhuahe</dc:creator>
  <cp:lastModifiedBy>Rachel</cp:lastModifiedBy>
  <cp:revision>83</cp:revision>
  <dcterms:created xsi:type="dcterms:W3CDTF">2010-09-06T01:34:01Z</dcterms:created>
  <dcterms:modified xsi:type="dcterms:W3CDTF">2025-04-06T08:28:45Z</dcterms:modified>
</cp:coreProperties>
</file>